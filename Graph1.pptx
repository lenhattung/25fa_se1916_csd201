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74" r:id="rId7"/>
    <p:sldId id="275" r:id="rId8"/>
    <p:sldId id="261" r:id="rId9"/>
    <p:sldId id="262" r:id="rId10"/>
    <p:sldId id="263" r:id="rId11"/>
    <p:sldId id="276" r:id="rId12"/>
    <p:sldId id="264" r:id="rId13"/>
    <p:sldId id="265" r:id="rId14"/>
    <p:sldId id="277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6" autoAdjust="0"/>
    <p:restoredTop sz="94660"/>
  </p:normalViewPr>
  <p:slideViewPr>
    <p:cSldViewPr>
      <p:cViewPr varScale="1">
        <p:scale>
          <a:sx n="75" d="100"/>
          <a:sy n="75" d="100"/>
        </p:scale>
        <p:origin x="120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38100" cy="381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1:07.8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1011 52 3708 0 0,'-9'-7'745'0'0,"1"1"-1"0"0,-1 1 0 0 0,0 0 1 0 0,-1 0-1 0 0,1 1 0 0 0,-1 0 1 0 0,0 1-1 0 0,0 0 0 0 0,0 0 1 0 0,-13-1-1 0 0,6 2-48 0 0,1 2 0 0 0,-1-1 0 0 0,1 2 0 0 0,0 0 0 0 0,-32 7 0 0 0,8 3-324 0 0,1 2 1 0 0,0 1 0 0 0,1 2-1 0 0,-48 28 1 0 0,17-5 81 0 0,-90 67-1 0 0,121-77-259 0 0,1 2-1 0 0,2 1 0 0 0,-50 60 1 0 0,73-76-131 0 0,1 0 1 0 0,1 1 0 0 0,0 1-1 0 0,1-1 1 0 0,1 1 0 0 0,1 1-1 0 0,1 0 1 0 0,0 0-1 0 0,1 0 1 0 0,-3 32 0 0 0,3-2 61 0 0,3 1 1 0 0,2 0-1 0 0,7 51 1 0 0,-6-79-71 0 0,2 0 0 0 0,9 38 0 0 0,-8-49-37 0 0,0 0-1 0 0,1 0 1 0 0,0-1-1 0 0,1 1 1 0 0,0-1 0 0 0,0 0-1 0 0,11 12 1 0 0,6 4 5 0 0,2 0 0 0 0,0-2 0 0 0,2-1 0 0 0,0-1 0 0 0,2-1 0 0 0,0-2 0 0 0,1-1 0 0 0,1-1 0 0 0,1-2 0 0 0,0 0 0 0 0,1-3 0 0 0,0-1 0 0 0,1-1 0 0 0,0-2 0 0 0,1-1 0 0 0,0-2 0 0 0,38 1 0 0 0,-34-5 0 0 0,170-5 66 0 0,-178 2-84 0 0,0-2 0 0 0,-1-1 0 0 0,0-2 0 0 0,51-17 0 0 0,-30 3-5 0 0,-1-1 0 0 0,71-46 0 0 0,-95 51-27 0 0,0-2 1 0 0,-2 0-1 0 0,0-1 1 0 0,-1-2-1 0 0,38-45 0 0 0,-57 61-76 0 0,0 1 1 0 0,0-1-1 0 0,-1 0 0 0 0,0-1 0 0 0,0 1 0 0 0,0 0 0 0 0,1-8 1 0 0,0-12-8110 0 0,-4 15 4052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1:15.6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931 193 4176 0 0,'-13'-9'893'0'0,"0"1"0"0"0,-1 0 0 0 0,0 1 0 0 0,0 1 0 0 0,-1 0 0 0 0,0 1 0 0 0,0 0 0 0 0,0 2 0 0 0,0 0 0 0 0,-1 0 0 0 0,0 1 0 0 0,-16 1-1 0 0,-12 1 278 0 0,1 2-1 0 0,0 1 1 0 0,-52 12 0 0 0,66-9-1007 0 0,0 1 0 0 0,1 1 0 0 0,0 1 1 0 0,1 2-1 0 0,0 1 0 0 0,-29 17 0 0 0,41-20-112 0 0,-1 2-1 0 0,2 0 1 0 0,-1 0-1 0 0,2 1 1 0 0,-1 1-1 0 0,2 1 1 0 0,0 0-1 0 0,0 0 1 0 0,1 1-1 0 0,1 0 1 0 0,-8 17-1 0 0,-3 10 6 0 0,2 1 0 0 0,1 1-1 0 0,3 0 1 0 0,-13 56 0 0 0,24-78-46 0 0,1-1 0 0 0,0 1 0 0 0,2-1 1 0 0,0 1-1 0 0,2 0 0 0 0,0-1 0 0 0,2 1 1 0 0,0-1-1 0 0,1 0 0 0 0,1 0 0 0 0,14 37 1 0 0,-7-33-7 0 0,1 1 1 0 0,0-1-1 0 0,2-1 1 0 0,1-1-1 0 0,1 0 1 0 0,1-1 0 0 0,0-1-1 0 0,2 0 1 0 0,1-2-1 0 0,0 0 1 0 0,1-1-1 0 0,1-2 1 0 0,1 0-1 0 0,0-1 1 0 0,1-2 0 0 0,0 0-1 0 0,1-2 1 0 0,1-1-1 0 0,0-1 1 0 0,0-1-1 0 0,0-2 1 0 0,34 5-1 0 0,-5-7 12 0 0,0-1-1 0 0,0-4 0 0 0,0-1 0 0 0,-1-3 0 0 0,1-3 0 0 0,-1-2 0 0 0,-1-2 0 0 0,0-3 0 0 0,0-2 1 0 0,-2-2-1 0 0,61-32 0 0 0,-80 32-19 0 0,-2-1 0 0 0,0-1 0 0 0,0-2-1 0 0,-2-1 1 0 0,-2-1 0 0 0,41-47 0 0 0,-37 34-2 0 0,-1-2 0 0 0,-3 0 1 0 0,-1-2-1 0 0,33-71 0 0 0,-53 97 32 0 0,0 0-1 0 0,-1-1 1 0 0,0 0 0 0 0,-1 1 0 0 0,-1-2-1 0 0,-1 1 1 0 0,0 0 0 0 0,-2 0 0 0 0,0 0-1 0 0,0-1 1 0 0,-2 1 0 0 0,-5-27 0 0 0,4 29 5 0 0,-2 1 1 0 0,1 0-1 0 0,-2-1 1 0 0,1 2-1 0 0,-2-1 1 0 0,0 1-1 0 0,-1 0 1 0 0,0 0 0 0 0,-1 1-1 0 0,0 0 1 0 0,-1 1-1 0 0,0 0 1 0 0,-1 0-1 0 0,-21-15 1 0 0,-24-9 100 0 0,-1 2 0 0 0,-2 3-1 0 0,-93-34 1 0 0,114 49-81 0 0,-20-9 7 0 0,-1 3 0 0 0,-1 3 0 0 0,0 3-1 0 0,-2 2 1 0 0,-66-5 0 0 0,-125 8-427 0 0,144 10-8637 0 0,73 0 2928 0 0,5 0 1525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1:11.0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 0 5529 0 0,'0'0'825'0'0,"-17"6"6838"0"0,18-5-7476 0 0,0 0-1 0 0,0 1 1 0 0,-1-1-1 0 0,1 0 1 0 0,0 0-1 0 0,0 0 1 0 0,1 1-1 0 0,-1-1 1 0 0,0 0-1 0 0,0-1 1 0 0,0 1-1 0 0,1 0 1 0 0,-1 0-1 0 0,1 0 1 0 0,1 0-1 0 0,7 3-3206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1:12.5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1182 101 4608 0 0,'-16'-17'2283'0'0,"11"10"-1723"0"0,-1 0 0 0 0,0 1 0 0 0,0 0-1 0 0,0 0 1 0 0,-1 1 0 0 0,0-1-1 0 0,0 1 1 0 0,-1 1 0 0 0,1 0-1 0 0,-1 0 1 0 0,0 0 0 0 0,-15-4-1 0 0,2 4 206 0 0,-1 1-1 0 0,0 0 1 0 0,1 2 0 0 0,-1 1-1 0 0,-35 3 1 0 0,8 4-423 0 0,-64 17 1 0 0,62-8-210 0 0,0 2-1 0 0,1 3 1 0 0,1 2 0 0 0,1 2 0 0 0,1 2-1 0 0,1 2 1 0 0,-69 57 0 0 0,88-64-53 0 0,2 1 0 0 0,0 2 0 0 0,2 0 0 0 0,1 1 0 0 0,1 1 1 0 0,1 1-1 0 0,-17 34 0 0 0,24-38-33 0 0,2 1 1 0 0,1 1-1 0 0,0 0 1 0 0,3 0-1 0 0,0 1 1 0 0,1 0-1 0 0,2 0 1 0 0,0 1-1 0 0,2 36 1 0 0,0-6 2 0 0,1-27-21 0 0,1-1 0 0 0,1 1 0 0 0,6 35 0 0 0,-5-57-18 0 0,0 0 0 0 0,1 1 0 0 0,0-1 0 0 0,0 0 0 0 0,1 0 0 0 0,0-1 1 0 0,1 1-1 0 0,0-1 0 0 0,0 0 0 0 0,1 0 0 0 0,0-1 0 0 0,0 1 0 0 0,0-1 0 0 0,11 8 0 0 0,38 26 81 0 0,1-2 0 0 0,1-3 0 0 0,122 56-1 0 0,-149-80-86 0 0,0-2-1 0 0,1-1 1 0 0,0-1-1 0 0,0-1 0 0 0,60 3 1 0 0,-25-7-24 0 0,121-11 0 0 0,-151 3 22 0 0,-1-1 1 0 0,0-1-1 0 0,0-2 0 0 0,0-2 1 0 0,-1-1-1 0 0,-1-1 0 0 0,0-2 1 0 0,-1-1-1 0 0,-1-2 0 0 0,0-1 1 0 0,53-45-1 0 0,-57 38-16 0 0,-1-2 0 0 0,-1 0 0 0 0,-1-2 0 0 0,-2-1 1 0 0,-2 0-1 0 0,0-2 0 0 0,-2 0 0 0 0,15-40 0 0 0,21-85-51 0 0,-46 123 65 0 0,-1-1-1 0 0,1-52 1 0 0,2-5 33 0 0,-8 74-28 0 0,0 0 1 0 0,-2 0-1 0 0,0 0 0 0 0,-1 0 1 0 0,-1 1-1 0 0,0-1 0 0 0,-9-29 1 0 0,10 44-6 0 0,0 1 0 0 0,-1 0 0 0 0,1 0 0 0 0,-1 0 1 0 0,0 0-1 0 0,0 0 0 0 0,0 0 0 0 0,0 0 0 0 0,-1 0 0 0 0,1 1 1 0 0,-1-1-1 0 0,1 1 0 0 0,-1 0 0 0 0,-5-4 0 0 0,-50-23 40 0 0,11 7 11 0 0,27 9-23 0 0,-2 1 0 0 0,0 1-1 0 0,0 1 1 0 0,-1 1 0 0 0,-28-8 0 0 0,-1 5-20 0 0,-73-8-1 0 0,19 8-315 0 0,-121 2 0 0 0,210 14-2994 0 0,2 11-6175 0 0,14-14 8783 0 0,-5 7-3536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1:14.2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601 0 4692 0 0,'-21'1'1259'0'0,"-1"0"-1"0"0,1 1 1 0 0,0 1-1 0 0,-32 8 0 0 0,37-5-855 0 0,0 0-1 0 0,0 0 0 0 0,0 1 1 0 0,1 1-1 0 0,0 1 0 0 0,1 0 1 0 0,0 1-1 0 0,0 1 0 0 0,1 0 1 0 0,-12 13-1 0 0,-8 11 173 0 0,2 2 0 0 0,2 1-1 0 0,1 1 1 0 0,2 1 0 0 0,1 1 0 0 0,3 1 0 0 0,1 2-1 0 0,-29 89 1 0 0,42-94-419 0 0,2 0-1 0 0,1 1 0 0 0,2-1 1 0 0,2 1-1 0 0,7 72 0 0 0,-4-88-137 0 0,1-1-1 0 0,1 1 1 0 0,1-1-1 0 0,1 0 0 0 0,1 0 1 0 0,1-1-1 0 0,2 1 1 0 0,0-2-1 0 0,23 38 0 0 0,-23-44 0 0 0,1-1-1 0 0,1-1 0 0 0,0 0 1 0 0,0 0-1 0 0,1-1 0 0 0,1-1 1 0 0,0 0-1 0 0,1-1 0 0 0,0-1 1 0 0,0 0-1 0 0,1-1 0 0 0,0 0 1 0 0,32 9-1 0 0,206 46 231 0 0,-173-45-205 0 0,-29-7-26 0 0,1-2 1 0 0,0-3 0 0 0,0-1-1 0 0,55-3 1 0 0,-75-4-20 0 0,0-1 0 0 0,-1-2 0 0 0,1 0 0 0 0,-1-3 0 0 0,0 0 0 0 0,-1-2 0 0 0,52-25 0 0 0,-17 1-1 0 0,88-61-1 0 0,-121 71 8 0 0,-1 0-1 0 0,-2-2 1 0 0,0-2 0 0 0,35-43 0 0 0,-55 59 5 0 0,-2-1 0 0 0,1 0 0 0 0,-2-1 0 0 0,0 1 0 0 0,0-2 0 0 0,-2 1 0 0 0,1-1 0 0 0,-2 1 0 0 0,5-30 0 0 0,-3-2 108 0 0,-2-91 1 0 0,-4 108-70 0 0,0 1 5 0 0,0-18 42 0 0,-9-82 0 0 0,7 114-85 0 0,-1-1 0 0 0,-1 1 0 0 0,0 0 1 0 0,-1 0-1 0 0,0 1 0 0 0,-1-1 0 0 0,-1 1 0 0 0,0 0 1 0 0,-17-22-1 0 0,10 18 14 0 0,-2 0 1 0 0,0 1 0 0 0,-1 0-1 0 0,-1 2 1 0 0,0 0-1 0 0,-1 1 1 0 0,0 0-1 0 0,-1 2 1 0 0,0 0 0 0 0,-31-10-1 0 0,-15-5 104 0 0,38 13-62 0 0,-2 1 1 0 0,1 2-1 0 0,-2 1 0 0 0,1 1 1 0 0,-1 2-1 0 0,-39-4 0 0 0,-274 26 83 0 0,228-6-100 0 0,107-10-47 0 0,-104 12 28 0 0,97-9-54 0 0,1 0 1 0 0,0 1-1 0 0,0 1 1 0 0,0 1-1 0 0,-17 8 1 0 0,28-12-4 0 0,1 0 0 0 0,-1 0 0 0 0,0 1 0 0 0,1-1-1 0 0,0 1 1 0 0,0 0 0 0 0,0 0 0 0 0,0 0 0 0 0,0 1 0 0 0,0-1 0 0 0,1 1 0 0 0,0-1 0 0 0,-1 1 0 0 0,2 0 0 0 0,-4 7-1 0 0,-2 25-2564 0 0,7 3-5504 0 0,1-22 3849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1:20.3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5508 2932 0 0,'-1'-8'1789'0'0,"2"1"-1"0"0,-1-1 0 0 0,1 1 1 0 0,0-1-1 0 0,3-8 0 0 0,12-18 209 0 0,-7 20-1666 0 0,-1-2-1 0 0,12-30 1 0 0,9-19 251 0 0,195-278 319 0 0,-18 32-789 0 0,40-105-108 0 0,51-69-32 0 0,-194 323 40 0 0,34-71 17 0 0,56-83 82 0 0,-37 95-98 0 0,157-251 10 0 0,-11-15 16 0 0,-248 412-8 0 0,152-229 7 0 0,-146 217-29 0 0,95-107 1 0 0,7-8 10 0 0,-41 21 17 0 0,49-64-38 0 0,103-96-58 0 0,-218 265 65 0 0,15-17 68 0 0,-68 90-49 0 0,0 0-1 0 0,1 1 1 0 0,-1-1-1 0 0,1 1 1 0 0,-1-1-1 0 0,1 1 1 0 0,0 0-1 0 0,0 0 1 0 0,0 0-1 0 0,0 0 1 0 0,0 1-1 0 0,0-1 1 0 0,0 1-1 0 0,1 0 1 0 0,-1 0-1 0 0,0 0 1 0 0,1 0-1 0 0,-1 1 1 0 0,1-1-1 0 0,-1 1 1 0 0,1 0-1 0 0,-1 0 1 0 0,6 1-1 0 0,-7-1-209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1:21.9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 1390 2944 0 0,'-4'-7'2474'0'0,"-5"-8"-448"0"0,9 13-1751 0 0,-1 1 0 0 0,1-1 1 0 0,0 1-1 0 0,0-1 0 0 0,-1 1 0 0 0,1-1 0 0 0,0 1 0 0 0,0-1 1 0 0,0 1-1 0 0,1-1 0 0 0,-1 1 0 0 0,0-1 0 0 0,1 1 0 0 0,-1-1 1 0 0,1 1-1 0 0,-1-1 0 0 0,1 1 0 0 0,-1 0 0 0 0,1-1 0 0 0,0 1 1 0 0,0 0-1 0 0,0 0 0 0 0,0-1 0 0 0,0 1 0 0 0,0 0 0 0 0,0 0 1 0 0,2-1-1 0 0,21-9 1412 0 0,-5 7-1517 0 0,-7 1-388 0 0,87-18 685 0 0,53 2 27 0 0,104 6-41 0 0,-92 6-274 0 0,849-109 158 0 0,41-19 111 0 0,-365 58-121 0 0,-178 29-176 0 0,-448 43-127 0 0,69-10 149 0 0,215-55 1 0 0,26-3 57 0 0,206-33-139 0 0,-159 25-73 0 0,-184 41 62 0 0,370-56 156 0 0,-380 57-203 0 0,-27 5-32 0 0,-66 21-5 0 0,29-5 1 0 0,18-29 91 0 0,-118 29-28 0 0,84-15 0 0 0,32-5 250 0 0,-18 2 15 0 0,-133 32-135 0 0,0 1-1 0 0,1 1 1 0 0,53 3 0 0 0,-44 1 1051 0 0,5-2-3765 0 0,-4-2-4019 0 0,-10-1-4273 0 0,-14 0 7201 0 0,-6-5 2736 0 0,2-3 1691 0 0,33-18-813 0 0,-35 15 0 0 0,-6 8 0 0 0,12-8 0 0 0,0-1 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1:23.0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0 395 2880 0 0,'0'0'3739'0'0,"30"-4"-65"0"0,106-18 1392 0 0,3 10-3607 0 0,80-10-1155 0 0,183-16-267 0 0,-60 9 26 0 0,-131 2 143 0 0,314-83 524 0 0,-522 109-725 0 0,75-16 281 0 0,84-7 0 0 0,-53 10 67 0 0,-79 8-189 0 0,-1-1 1 0 0,37-15 0 0 0,-40 13 12 0 0,0 0 1 0 0,0 2 0 0 0,34-5 0 0 0,-29 10 360 0 0,37 3 0 0 0,-23 0-2195 0 0,0-3-6366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1:24.6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135 119 2788 0 0,'-6'-1'266'0'0,"1"-1"0"0"0,-1 0 0 0 0,0 0 0 0 0,1 0 1 0 0,0-1-1 0 0,0 1 0 0 0,0-1 0 0 0,0 0 0 0 0,-5-5 0 0 0,-38-35 2225 0 0,44 38-2134 0 0,1 3 64 0 0,1 0 0 0 0,0 0 0 0 0,0 0 0 0 0,0 0 0 0 0,1-1 0 0 0,-1 1 0 0 0,1 0 0 0 0,-1-1 0 0 0,1 0 1 0 0,0 1-1 0 0,0-1 0 0 0,0 0 0 0 0,0 1 0 0 0,0-1 0 0 0,0-4 0 0 0,29 7 1306 0 0,6 6-1547 0 0,-1 1 1 0 0,-1 2-1 0 0,1 1 0 0 0,-1 1 1 0 0,-1 2-1 0 0,0 1 0 0 0,45 29 1 0 0,191 149 256 0 0,-194-136-242 0 0,33 22 42 0 0,131 69 1 0 0,124 46 95 0 0,-187-103-160 0 0,128 64 78 0 0,200 109 68 0 0,-328-161-236 0 0,-60-32-17 0 0,211 92 1 0 0,-64-67-6 0 0,36 15-25 0 0,-226-80-30 0 0,-2 4 0 0 0,73 46-1 0 0,43 46 21 0 0,124 74 50 0 0,-232-158-73 0 0,114 69-4 0 0,-153-87 0 0 0,-1 3 0 0 0,62 57 0 0 0,-66-50-33 0 0,2-2-1 0 0,1-1 1 0 0,2-2 0 0 0,1-2 0 0 0,47 26 0 0 0,4-9-47 0 0,59 33-150 0 0,-127-63 170 0 0,-1 0-1 0 0,0 2 0 0 0,-1 0 1 0 0,29 30-1 0 0,-22-19 52 0 0,2-1-1 0 0,1-1 1 0 0,1-2 0 0 0,1-1-1 0 0,0-1 1 0 0,70 31-1 0 0,401 176 558 0 0,-466-209-491 0 0,-1 2 0 0 0,0 1 0 0 0,62 51 0 0 0,-51-38 10 0 0,2-1 1 0 0,2-3 0 0 0,81 38 0 0 0,-121-64-56 0 0,24 14 34 0 0,-1 1-1 0 0,0 2 1 0 0,43 36-1 0 0,78 90 175 0 0,-141-135-165 0 0,0-2 1 0 0,0 0-1 0 0,1-1 1 0 0,0 0-1 0 0,1-2 1 0 0,0 1-1 0 0,0-2 1 0 0,34 11-1 0 0,-49-18-10 0 0,0 1 0 0 0,1-1-1 0 0,-1 0 1 0 0,0 1 0 0 0,0 0 0 0 0,0-1-1 0 0,0 1 1 0 0,0-1 0 0 0,0 1 0 0 0,0 0-1 0 0,0 0 1 0 0,0 0 0 0 0,0-1 0 0 0,0 1-1 0 0,-1 0 1 0 0,1 0 0 0 0,1 2 0 0 0,0 1-2833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1:26.3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53 2378 4120 0 0,'-4'0'1006'0'0,"0"0"-1"0"0,0-1 0 0 0,0 1 0 0 0,0-1 0 0 0,0 1 1 0 0,-7-4-1 0 0,10 4-745 0 0,0 0 0 0 0,0-1 0 0 0,0 1-1 0 0,0-1 1 0 0,0 0 0 0 0,0 1 0 0 0,0-1 0 0 0,0 0 0 0 0,1 0 0 0 0,-1 1-1 0 0,0-1 1 0 0,0 0 0 0 0,1 0 0 0 0,-1 0 0 0 0,0 0 0 0 0,1 0 0 0 0,-1 0-1 0 0,1 0 1 0 0,-1 0 0 0 0,1 0 0 0 0,0 0 0 0 0,0 0 0 0 0,-1 0 0 0 0,1 0-1 0 0,0-1 1 0 0,0 1 0 0 0,0-1 0 0 0,2-83 8 0 0,3 0 0 0 0,4 1 1 0 0,32-132-1 0 0,-30 169-268 0 0,7-27 2 0 0,31-83 0 0 0,74-118 13 0 0,-68 180 14 0 0,3 2 0 0 0,5 3 0 0 0,3 2 0 0 0,138-139 0 0 0,-108 138 45 0 0,140-99 0 0 0,121-54 173 0 0,-262 182-76 0 0,119-55-1 0 0,-203 110-134 0 0,1 0 0 0 0,0 1 1 0 0,-1 0-1 0 0,1 1 0 0 0,1 1 1 0 0,22-3-1 0 0,-60 1-8983 0 0,13-1 5043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1:26.6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 6 4272 0 0,'-5'-6'7432'0'0,"83"6"-3174"0"0,218 8 111 0 0,-280-7-4340 0 0,0 2 0 0 0,0-1 0 0 0,-1 2 0 0 0,1 0 0 0 0,-1 1 0 0 0,0 1 0 0 0,-1 0 0 0 0,1 1-1 0 0,-1 0 1 0 0,15 11 0 0 0,-21-12-5 0 0,1 1-1 0 0,-1 0 1 0 0,-1 1-1 0 0,1 0 1 0 0,-1 0 0 0 0,-1 0-1 0 0,0 1 1 0 0,0 0-1 0 0,0 0 1 0 0,-1 0-1 0 0,0 1 1 0 0,-1 0-1 0 0,0 0 1 0 0,-1 0-1 0 0,4 21 1 0 0,-3-8 29 0 0,-2 1 1 0 0,0 0-1 0 0,-2 0 0 0 0,-1 0 0 0 0,0 0 1 0 0,-2 0-1 0 0,-1-1 0 0 0,-1 1 1 0 0,-12 35-1 0 0,-9 9 91 0 0,-62 116-1 0 0,25-60-104 0 0,62-121-162 0 0,-7 13-338 0 0,8-32-12567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1:28.1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352 181 3640 0 0,'1'-1'265'0'0,"1"0"0"0"0,-1-1 0 0 0,1 1 0 0 0,-1-1 1 0 0,0 1-1 0 0,0-1 0 0 0,1 0 0 0 0,-1 1 0 0 0,0-1 0 0 0,0 0 0 0 0,-1 0 0 0 0,1 1 0 0 0,0-1 0 0 0,0-3 0 0 0,0 5-174 0 0,-1-1-1 0 0,0 0 1 0 0,1 1 0 0 0,-1-1 0 0 0,0 0-1 0 0,1 1 1 0 0,-1-1 0 0 0,0 0 0 0 0,0 1-1 0 0,0-1 1 0 0,0 0 0 0 0,1 0 0 0 0,-1 1 0 0 0,0-1-1 0 0,0 0 1 0 0,-1 1 0 0 0,1-1 0 0 0,0 0-1 0 0,0 0 1 0 0,0 1 0 0 0,0-1 0 0 0,0 0-1 0 0,-1 1 1 0 0,1-1 0 0 0,0 0 0 0 0,-1 1-1 0 0,1-1 1 0 0,-1 0 0 0 0,1 1 0 0 0,0-1-1 0 0,-1 1 1 0 0,1-1 0 0 0,-1 1 0 0 0,0-1-1 0 0,1 1 1 0 0,-1-1 0 0 0,1 1 0 0 0,-1 0 0 0 0,0-1-1 0 0,0 0 1 0 0,-11 1 473 0 0,0 0 0 0 0,1 1-1 0 0,-1 0 1 0 0,0 0 0 0 0,1 1 0 0 0,-15 5 0 0 0,-69 25 1471 0 0,73-23-1748 0 0,-3 1 56 0 0,1 2-1 0 0,0 0 1 0 0,-29 22-1 0 0,53-34-335 0 0,-2 1 42 0 0,0 0 0 0 0,0 1 0 0 0,1-1 0 0 0,-1 1-1 0 0,0-1 1 0 0,1 1 0 0 0,0-1 0 0 0,-1 1 0 0 0,1 0 0 0 0,0 0 0 0 0,0 0-1 0 0,-1 0 1 0 0,2 0 0 0 0,-2 3 0 0 0,1-4-28 0 0,1 0-1 0 0,0-1 1 0 0,0 1-1 0 0,1 0 1 0 0,-1 0 0 0 0,0 0-1 0 0,0-1 1 0 0,0 1-1 0 0,0 0 1 0 0,1 0-1 0 0,-1-1 1 0 0,0 1 0 0 0,1 0-1 0 0,-1-1 1 0 0,1 1-1 0 0,-1 0 1 0 0,0-1 0 0 0,1 1-1 0 0,0 0 1 0 0,-1-1-1 0 0,1 1 1 0 0,-1-1 0 0 0,1 1-1 0 0,0-1 1 0 0,-1 0-1 0 0,1 1 1 0 0,0-1-1 0 0,-1 1 1 0 0,1-1 0 0 0,0 0-1 0 0,0 0 1 0 0,-1 1-1 0 0,1-1 1 0 0,0 0 0 0 0,0 0-1 0 0,0 0 1 0 0,-1 0-1 0 0,1 0 1 0 0,0 0 0 0 0,0 0-1 0 0,0 0 1 0 0,-1 0-1 0 0,2-1 1 0 0,37 1 104 0 0,-1-2 1 0 0,0-1-1 0 0,1-2 1 0 0,54-15-1 0 0,-80 16-289 0 0,0 0 0 0 0,-1 0-1 0 0,0-1 1 0 0,0-1 0 0 0,0 0-1 0 0,-1 0 1 0 0,0-1 0 0 0,0-1-1 0 0,0 0 1 0 0,13-13 0 0 0,-14 11-1020 0 0,-1-1 0 0 0,0 0-1 0 0,-1-1 1 0 0,0 0 0 0 0,-1 0 0 0 0,0 0 0 0 0,-1-1 0 0 0,-1 0 0 0 0,7-22 0 0 0,0-11-2609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1:28.3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80 524 2320 0 0,'1'-91'2306'0'0,"0"-3"207"0"0,-13-117 0 0 0,0 142-775 0 0,11 64-1408 0 0,0 1 0 0 0,-1-1 0 0 0,0 1 0 0 0,1-1 0 0 0,-1 1 0 0 0,-1-1 0 0 0,1 1 0 0 0,-1 0 0 0 0,1 0 0 0 0,-1 0-1 0 0,-7-6 1 0 0,10 10-295 0 0,0 0-1 0 0,0-1 0 0 0,-1 1 0 0 0,1 0 0 0 0,0 0 1 0 0,0 0-1 0 0,-1 0 0 0 0,1 0 0 0 0,0 0 0 0 0,0 0 1 0 0,-1 0-1 0 0,1 0 0 0 0,0 0 0 0 0,-1 0 0 0 0,1 0 1 0 0,0 0-1 0 0,0 0 0 0 0,-1 0 0 0 0,1 0 0 0 0,0 1 1 0 0,0-1-1 0 0,-1 0 0 0 0,1 0 0 0 0,0 0 0 0 0,0 0 1 0 0,0 0-1 0 0,-1 1 0 0 0,1-1 0 0 0,0 0 0 0 0,0 0 1 0 0,0 0-1 0 0,-1 1 0 0 0,1-1 0 0 0,0 0 0 0 0,0 0 1 0 0,0 1-1 0 0,0-1 0 0 0,0 0 0 0 0,0 0 0 0 0,-1 1 1 0 0,1-1-1 0 0,0 0 0 0 0,0 0 0 0 0,0 1 1 0 0,0-1-1 0 0,0 0 0 0 0,0 0 0 0 0,0 1 0 0 0,0-1 1 0 0,0 0-1 0 0,0 1 0 0 0,0-1 0 0 0,0 0 0 0 0,1 0 1 0 0,-1 1-1 0 0,0-1 0 0 0,-4 44 1054 0 0,5 82 0 0 0,1-44-657 0 0,-10 675 1896 0 0,5-623-1789 0 0,3-108-6955 0 0,-1-33 2328 0 0,-4-2 1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1:29.4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32 581 4264 0 0,'-4'-4'401'0'0,"1"0"0"0"0,0-1 0 0 0,0 1 0 0 0,0 0 0 0 0,1-1 0 0 0,0 1 0 0 0,0-1-1 0 0,0 0 1 0 0,0 0 0 0 0,1 0 0 0 0,-1 0 0 0 0,1 0 0 0 0,1 0 0 0 0,-1 0 0 0 0,1 0-1 0 0,0 0 1 0 0,0 0 0 0 0,1-8 0 0 0,0 6-100 0 0,0 0-1 0 0,0 0 1 0 0,0 0 0 0 0,1 0-1 0 0,0 1 1 0 0,1-1 0 0 0,-1 1-1 0 0,1-1 1 0 0,1 1-1 0 0,-1 0 1 0 0,1 0 0 0 0,8-10-1 0 0,-4 9 44 0 0,0 1-1 0 0,1-1 1 0 0,-1 2-1 0 0,1-1 1 0 0,0 1-1 0 0,1 1 1 0 0,-1-1-1 0 0,1 2 1 0 0,0-1-1 0 0,0 1 1 0 0,0 1-1 0 0,16-3 1 0 0,15 1 187 0 0,76 2 1 0 0,-79 2-501 0 0,448 0-261 0 0,-485 0 226 0 0,0 1 0 0 0,0-1-1 0 0,0 0 1 0 0,0 1 0 0 0,1-1 0 0 0,-1 1 0 0 0,0 0 0 0 0,0-1 0 0 0,0 1 0 0 0,-1 0 0 0 0,1 0 0 0 0,0-1 0 0 0,0 1 0 0 0,0 0 0 0 0,0 0 0 0 0,-1 0 0 0 0,1 0 0 0 0,-1 0 0 0 0,1 0 0 0 0,0 0 0 0 0,-1 0 0 0 0,0 0 0 0 0,1 1 0 0 0,-1-1-1 0 0,0 0 1 0 0,1 0 0 0 0,-1 0 0 0 0,0 0 0 0 0,0 1 0 0 0,0-1 0 0 0,0 0 0 0 0,0 0 0 0 0,0 2 0 0 0,-3 50 79 0 0,3-45-69 0 0,-15 320 659 0 0,15-325-646 0 0,0 0 1 0 0,0 0-1 0 0,0 0 1 0 0,1 0-1 0 0,-1 0 1 0 0,1 0-1 0 0,0 0 1 0 0,0 0-1 0 0,0 0 1 0 0,0 0-1 0 0,0 0 1 0 0,1 0-1 0 0,-1 0 1 0 0,1-1-1 0 0,0 1 1 0 0,2 2-1 0 0,-3-4-8 0 0,1 0 0 0 0,-1 0-1 0 0,1 0 1 0 0,-1-1 0 0 0,1 1-1 0 0,-1 0 1 0 0,1-1-1 0 0,0 1 1 0 0,-1-1 0 0 0,1 0-1 0 0,-1 1 1 0 0,1-1 0 0 0,0 0-1 0 0,0 0 1 0 0,-1 0 0 0 0,1 0-1 0 0,0 0 1 0 0,-1-1-1 0 0,1 1 1 0 0,0 0 0 0 0,-1-1-1 0 0,1 1 1 0 0,-1-1 0 0 0,1 0-1 0 0,-1 1 1 0 0,1-1 0 0 0,-1 0-1 0 0,1 0 1 0 0,-1 0-1 0 0,0 0 1 0 0,3-2 0 0 0,5-5-4 0 0,0 1 0 0 0,0-2 0 0 0,0 1 0 0 0,-1-1 0 0 0,-1 0 0 0 0,0-1 0 0 0,0 0 0 0 0,0 0 0 0 0,6-15 0 0 0,3-12-54 0 0,17-57 0 0 0,-3 4-97 0 0,-25 83 59 0 0,-2 9 25 0 0,2 19-1 0 0,-1 46 45 0 0,-4-56 9 0 0,1 34 3 0 0,-1-17 19 0 0,5 40 1 0 0,-4-58-12 0 0,5 20 58 0 0,-6-29-61 0 0,1-1 0 0 0,-1 0 0 0 0,0 0 0 0 0,0 0 0 0 0,0 1 0 0 0,0-1 0 0 0,0 0 0 0 0,0 0 0 0 0,1 0 1 0 0,-1 0-1 0 0,0 1 0 0 0,0-1 0 0 0,0 0 0 0 0,0 0 0 0 0,1 0 0 0 0,-1 0 0 0 0,0 0 0 0 0,0 0 1 0 0,0 1-1 0 0,1-1 0 0 0,-1 0 0 0 0,0 0 0 0 0,0 0 0 0 0,0 0 0 0 0,1 0 0 0 0,-1 0 0 0 0,0 0 0 0 0,0 0 1 0 0,1 0-1 0 0,-1 0 0 0 0,0 0 0 0 0,0 0 0 0 0,0 0 0 0 0,1 0 0 0 0,-1 0 0 0 0,0 0 0 0 0,1-1 1 0 0,10-13 34 0 0,5-18-14 0 0,-2-1 0 0 0,17-57 0 0 0,-20 55-19 0 0,1 1-1 0 0,23-46 1 0 0,-35 78-3 0 0,1 1 0 0 0,0-1 0 0 0,0 0 0 0 0,0 0 0 0 0,0 1 0 0 0,1-1 0 0 0,-1 0 0 0 0,0 1 0 0 0,1 0 0 0 0,-1-1 0 0 0,1 1 0 0 0,-1 0 1 0 0,1-1-1 0 0,0 1 0 0 0,-1 0 0 0 0,1 0 0 0 0,2 0 0 0 0,-3 0 0 0 0,1 1 0 0 0,-1 0 1 0 0,0 0-1 0 0,0 0 0 0 0,0 1 1 0 0,0-1-1 0 0,0 0 0 0 0,1 0 1 0 0,-1 1-1 0 0,0-1 0 0 0,0 1 1 0 0,0-1-1 0 0,0 1 0 0 0,0-1 1 0 0,0 1-1 0 0,0-1 0 0 0,0 1 1 0 0,0 0-1 0 0,-1 0 0 0 0,1-1 1 0 0,1 3-1 0 0,4 4 10 0 0,0 1-1 0 0,-1 1 1 0 0,0-1-1 0 0,-1 1 1 0 0,5 11-1 0 0,-7-15 1 0 0,10 26 66 0 0,-2 0-1 0 0,7 40 1 0 0,-11-44 53 0 0,1 0 1 0 0,1-1-1 0 0,22 49 1 0 0,-28-71-114 0 0,0-1-1 0 0,0 0 1 0 0,0 0 0 0 0,1 0 0 0 0,-1 0 0 0 0,1-1 0 0 0,0 1-1 0 0,0-1 1 0 0,0 1 0 0 0,0-1 0 0 0,0 0 0 0 0,1 0 0 0 0,-1-1-1 0 0,0 1 1 0 0,1-1 0 0 0,0 1 0 0 0,-1-1 0 0 0,1 0 0 0 0,0 0-1 0 0,-1-1 1 0 0,1 1 0 0 0,0-1 0 0 0,0 0 0 0 0,0 0 0 0 0,-1 0-1 0 0,1-1 1 0 0,7 0 0 0 0,-6 0 6 0 0,1-1 0 0 0,0 1 0 0 0,-1-1 0 0 0,1 0 0 0 0,-1 0 0 0 0,1-1 0 0 0,-1 1 0 0 0,0-1 0 0 0,0 0 0 0 0,0-1 0 0 0,-1 1 0 0 0,1-1 0 0 0,-1 0 0 0 0,0 0 0 0 0,0 0 0 0 0,0-1 0 0 0,5-8 0 0 0,16-40-71 0 0,-2 0 0 0 0,-2-2-1 0 0,17-76 1 0 0,22-59-63 0 0,-39 139 59 0 0,15-43-14 0 0,-32 82 60 0 0,0-1 1 0 0,-1 0-1 0 0,0 0 1 0 0,-1 0-1 0 0,0-14 0 0 0,-2 26 7 0 0,0 0 0 0 0,0 0 0 0 0,0 0 0 0 0,0 0 0 0 0,0 1 0 0 0,0-1 0 0 0,0 0-1 0 0,-1 0 1 0 0,1 0 0 0 0,0 0 0 0 0,0 0 0 0 0,-1 1 0 0 0,1-1 0 0 0,-1 0-1 0 0,1 0 1 0 0,0 0 0 0 0,-1 1 0 0 0,0-1 0 0 0,1 0 0 0 0,-1 1 0 0 0,1-1 0 0 0,-1 0-1 0 0,0 1 1 0 0,1-1 0 0 0,-1 1 0 0 0,0-1 0 0 0,0 1 0 0 0,1-1 0 0 0,-1 1 0 0 0,0 0-1 0 0,0-1 1 0 0,0 1 0 0 0,0 0 0 0 0,1 0 0 0 0,-1 0 0 0 0,0 0 0 0 0,0-1-1 0 0,0 1 1 0 0,0 0 0 0 0,0 0 0 0 0,-1 1 0 0 0,-1-1 1 0 0,0 1 0 0 0,0-1 0 0 0,0 1 1 0 0,0 0-1 0 0,0 0 0 0 0,0 0 0 0 0,1 1 0 0 0,-1-1 1 0 0,0 0-1 0 0,1 1 0 0 0,-5 3 0 0 0,-1 4 1 0 0,-1 1-1 0 0,1 0 1 0 0,0 0 0 0 0,1 1-1 0 0,1 0 1 0 0,-1 0-1 0 0,2 1 1 0 0,0 0 0 0 0,0 0-1 0 0,-5 21 1 0 0,-1 14 5 0 0,-7 70 0 0 0,12-77 3 0 0,2 0 0 0 0,2 1-1 0 0,2-1 1 0 0,6 54 0 0 0,-6-91-6 0 0,1 0 0 0 0,0-1 1 0 0,0 1-1 0 0,0 0 0 0 0,0 0 0 0 0,0-1 1 0 0,1 1-1 0 0,-1-1 0 0 0,1 1 1 0 0,-1-1-1 0 0,1 1 0 0 0,0-1 0 0 0,0 0 1 0 0,0 0-1 0 0,4 3 0 0 0,-1-1 4 0 0,0-1 1 0 0,0-1-1 0 0,0 1 0 0 0,0 0 1 0 0,1-1-1 0 0,-1 0 0 0 0,10 2 1 0 0,8 0 20 0 0,0-2-1 0 0,0 0 1 0 0,28-1 0 0 0,-18 0 4 0 0,-25-1-27 0 0,0 0 10 0 0,0 0 0 0 0,1 1-1 0 0,-1 0 1 0 0,0 1 0 0 0,0-1 0 0 0,10 5 0 0 0,-17-6-14 0 0,0 1 1 0 0,1 0-1 0 0,-1 0 0 0 0,0 0 1 0 0,1 0-1 0 0,-1 0 0 0 0,0 0 1 0 0,0 0-1 0 0,0 0 1 0 0,0 1-1 0 0,0-1 0 0 0,0 0 1 0 0,0 0-1 0 0,-1 1 1 0 0,1-1-1 0 0,0 1 0 0 0,-1-1 1 0 0,1 1-1 0 0,-1-1 1 0 0,0 1-1 0 0,1-1 0 0 0,-1 1 1 0 0,0-1-1 0 0,0 1 0 0 0,0 0 1 0 0,0-1-1 0 0,0 1 1 0 0,0-1-1 0 0,0 1 0 0 0,-1-1 1 0 0,1 1-1 0 0,0-1 1 0 0,-1 1-1 0 0,0-1 0 0 0,1 1 1 0 0,-1-1-1 0 0,-1 3 1 0 0,-7 12-2 0 0,-1 0 0 0 0,0-1 0 0 0,-1 0 1 0 0,0-1-1 0 0,-1 0 0 0 0,-1-1 0 0 0,-18 15 1 0 0,-25 16 150 0 0,23-26-1272 0 0,30-17 529 0 0,0 0 0 0 0,0 0 0 0 0,0 0 0 0 0,0 0 0 0 0,0-1 0 0 0,0 0 0 0 0,0 1 1 0 0,-4-1-1 0 0,6 0 188 0 0,0 0 0 0 0,0-1 0 0 0,1 1 0 0 0,-1 0 0 0 0,0 0 0 0 0,0-1 0 0 0,1 1 0 0 0,-1 0 0 0 0,0-1 0 0 0,0 1 0 0 0,1-1 0 0 0,-1 1 0 0 0,0-1 0 0 0,1 1 0 0 0,-1-1 0 0 0,1 0 1 0 0,-1 1-1 0 0,1-1 0 0 0,-1 1 0 0 0,1-1 0 0 0,-1-1 0 0 0,-5-9-4030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1:29.7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56 4520 0 0,'2'-3'355'0'0,"0"-1"-1"0"0,0 1 0 0 0,1 0 0 0 0,-1 0 1 0 0,1 1-1 0 0,0-1 0 0 0,0 0 0 0 0,0 1 1 0 0,0 0-1 0 0,0 0 0 0 0,6-4 0 0 0,-2 3 50 0 0,0 0 0 0 0,1 0 0 0 0,-1 1-1 0 0,1 0 1 0 0,0 0 0 0 0,-1 0 0 0 0,1 1-1 0 0,0 0 1 0 0,0 1 0 0 0,13 0 0 0 0,-18 1-265 0 0,0-1 1 0 0,0 1-1 0 0,0 0 1 0 0,0-1-1 0 0,0 1 1 0 0,0 1-1 0 0,0-1 1 0 0,0 0-1 0 0,-1 1 1 0 0,1-1-1 0 0,0 1 1 0 0,-1 0-1 0 0,1 0 1 0 0,-1 0-1 0 0,0 0 1 0 0,0 0-1 0 0,0 0 1 0 0,0 1-1 0 0,0-1 1 0 0,0 1-1 0 0,-1-1 1 0 0,1 1-1 0 0,-1 0 1 0 0,1 0-1 0 0,-1-1 0 0 0,0 1 1 0 0,0 0-1 0 0,-1 0 1 0 0,1 0-1 0 0,0 4 1 0 0,0 7 162 0 0,0 1-1 0 0,-1-1 1 0 0,-1 0 0 0 0,0 0-1 0 0,-1 0 1 0 0,-1 0-1 0 0,0 0 1 0 0,0 0 0 0 0,-2-1-1 0 0,-11 27 1 0 0,5-17-2207 0 0,-24 37 0 0 0,-19 12-6639 0 0,23-39 4295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1:42.7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292 72 3972 0 0,'-1'-7'3791'0'0,"-3"-20"-474"0"0,4 23-3021 0 0,-3-25 4086 0 0,3 29-4326 0 0,0-1 0 0 0,0 1-1 0 0,0 0 1 0 0,0 0 0 0 0,-1 0 0 0 0,1-1 0 0 0,0 1 0 0 0,0 0-1 0 0,0 0 1 0 0,0 0 0 0 0,0-1 0 0 0,-1 1 0 0 0,1 0 0 0 0,0 0 0 0 0,0 0-1 0 0,0 0 1 0 0,0-1 0 0 0,-1 1 0 0 0,1 0 0 0 0,0 0 0 0 0,0 0-1 0 0,0 0 1 0 0,-1 0 0 0 0,1 0 0 0 0,0 0 0 0 0,0 0 0 0 0,-1 0 0 0 0,1 0-1 0 0,0 0 1 0 0,0 0 0 0 0,-1 0 0 0 0,1 0 0 0 0,0 0 0 0 0,-1 0 0 0 0,-12 11 326 0 0,0 5-140 0 0,-2-1 0 0 0,-23 19 0 0 0,20-18-69 0 0,-28 29-1 0 0,32-25-126 0 0,0 0-1 0 0,1 0 0 0 0,1 2 1 0 0,1-1-1 0 0,1 1 0 0 0,0 1 1 0 0,2 0-1 0 0,1 0 0 0 0,1 1 1 0 0,-4 30-1 0 0,0 23 13 0 0,1 147 0 0 0,9-198-49 0 0,5 149 92 0 0,-2-148-70 0 0,1-1 0 0 0,1 1 0 0 0,1-1 0 0 0,14 39 0 0 0,65 126 132 0 0,-66-155-136 0 0,60 103 30 0 0,-62-114-37 0 0,1-1 0 0 0,1 0 0 0 0,33 32 0 0 0,101 72 75 0 0,18 15 114 0 0,-148-119-149 0 0,24 33 0 0 0,-27-32 13 0 0,33 33 1 0 0,-45-51-42 0 0,0 0 1 0 0,0 0-1 0 0,1-1 0 0 0,0 0 1 0 0,1-1-1 0 0,-1 0 1 0 0,1 0-1 0 0,14 4 0 0 0,10 6 1229 0 0,-22-2-3275 0 0,-9-5-2522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1:43.2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40 548 3528 0 0,'-3'0'504'0'0,"1"1"0"0"0,-1-1-1 0 0,1 1 1 0 0,-1 0 0 0 0,1-1 0 0 0,0 1-1 0 0,-1 0 1 0 0,1 0 0 0 0,0 1-1 0 0,0-1 1 0 0,0 0 0 0 0,0 1 0 0 0,0-1-1 0 0,0 1 1 0 0,-3 3 0 0 0,6-4-287 0 0,0 0 0 0 0,0-1 0 0 0,0 1 0 0 0,0-1 0 0 0,1 1 0 0 0,-1-1 0 0 0,0 0 0 0 0,1 1 0 0 0,-1-1 0 0 0,0 0 0 0 0,1 0-1 0 0,-1 0 1 0 0,0 0 0 0 0,3 0 0 0 0,-4 0-72 0 0,128 2 3630 0 0,165 30-1910 0 0,-266-28-1791 0 0,0 0 0 0 0,0-2 1 0 0,0-1-1 0 0,0-1 1 0 0,0-1-1 0 0,0-2 0 0 0,0 0 1 0 0,-1-2-1 0 0,32-10 1 0 0,-56 15-73 0 0,0-1 0 0 0,-1 0 1 0 0,1 1-1 0 0,0-1 0 0 0,-1 0 1 0 0,1 0-1 0 0,-1 0 1 0 0,1-1-1 0 0,-1 1 0 0 0,0 0 1 0 0,1 0-1 0 0,-1-1 0 0 0,0 1 1 0 0,0-1-1 0 0,0 1 0 0 0,0-1 1 0 0,0 1-1 0 0,0-1 1 0 0,-1 0-1 0 0,1 1 0 0 0,0-1 1 0 0,-1 0-1 0 0,1 0 0 0 0,-1-1 1 0 0,1-6-2 0 0,0 1 0 0 0,-1 0 0 0 0,0-1 0 0 0,-2-10 0 0 0,0-10 6 0 0,-1-11 11 0 0,-2-1 0 0 0,-2 1 1 0 0,-1 0-1 0 0,-27-75 0 0 0,15 49 28 0 0,0 9 145 0 0,7 19-1503 0 0,6 13-2757 0 0,-1 12-4123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1:44.0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301 270 3624 0 0,'0'0'1382'0'0,"0"-21"1732"0"0,1-24-814 0 0,0 17-669 0 0,-1-1-1 0 0,-1 0 1 0 0,-10-54-1 0 0,10 81-1535 0 0,1 1 0 0 0,0-1 0 0 0,-1 0 0 0 0,0 0 0 0 0,1 1 0 0 0,-1-1 0 0 0,0 1-1 0 0,0-1 1 0 0,0 1 0 0 0,0-1 0 0 0,0 1 0 0 0,0-1 0 0 0,0 1 0 0 0,0 0 0 0 0,0-1 0 0 0,-1 1 0 0 0,1 0 0 0 0,-1 0 0 0 0,1 0-1 0 0,-1 0 1 0 0,1 0 0 0 0,-4-1 0 0 0,2 2-40 0 0,0-1 0 0 0,0 1-1 0 0,1 0 1 0 0,-1 0 0 0 0,0 0-1 0 0,0 0 1 0 0,0 0 0 0 0,0 1 0 0 0,0-1-1 0 0,0 1 1 0 0,1 0 0 0 0,-6 2-1 0 0,-2 2-4 0 0,0 0-1 0 0,0 0 0 0 0,1 1 0 0 0,0 0 1 0 0,0 1-1 0 0,-11 10 0 0 0,8-3 6 0 0,0 0-1 0 0,1 1 1 0 0,0 1-1 0 0,1-1 1 0 0,1 2-1 0 0,0-1 1 0 0,2 1-1 0 0,0 1 1 0 0,-9 32-1 0 0,4 2 49 0 0,2 0 0 0 0,-4 64 0 0 0,10 11 56 0 0,4-113-130 0 0,1 1-1 0 0,1-1 1 0 0,0 1-1 0 0,1-1 1 0 0,1 0-1 0 0,8 23 1 0 0,-10-33-16 0 0,0 0 0 0 0,1 0 0 0 0,-1 0-1 0 0,1 0 1 0 0,0-1 0 0 0,0 1 0 0 0,0-1 0 0 0,0 0 0 0 0,0 0-1 0 0,1 0 1 0 0,0 0 0 0 0,-1-1 0 0 0,1 1 0 0 0,7 2 0 0 0,-3-2 5 0 0,0 0 0 0 0,1 0-1 0 0,-1-1 1 0 0,1 0 0 0 0,-1-1 0 0 0,1 0 0 0 0,9 0 0 0 0,12-2-7 0 0,-1-1 0 0 0,1-1 0 0 0,39-11-1 0 0,138-35-1499 0 0,-73 4-6458 0 0,-80 21 3835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1:45.2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414 73 4536 0 0,'-49'-1'3610'0'0,"25"0"-1866"0"0,-43 4 0 0 0,58-2-1488 0 0,0 1 0 0 0,0 0 1 0 0,0 0-1 0 0,0 1 0 0 0,0 0 1 0 0,0 1-1 0 0,1 0 0 0 0,-9 6 1 0 0,4-2 92 0 0,1 0 1 0 0,1 2 0 0 0,-1-1-1 0 0,1 1 1 0 0,1 1-1 0 0,0 0 1 0 0,1 1 0 0 0,0-1-1 0 0,0 2 1 0 0,2-1 0 0 0,-1 1-1 0 0,-6 18 1 0 0,3-2 184 0 0,1 1 0 0 0,2 0 0 0 0,1 1-1 0 0,-6 55 1 0 0,12-76-472 0 0,1 0 1 0 0,0 0-1 0 0,0 0 0 0 0,1 0 0 0 0,0 0 0 0 0,0 0 1 0 0,2 0-1 0 0,-1 0 0 0 0,6 13 0 0 0,-7-20-49 0 0,0 0 0 0 0,0 0 0 0 0,1-1 1 0 0,-1 1-1 0 0,1 0 0 0 0,0-1 0 0 0,0 1 0 0 0,0-1 0 0 0,0 0 0 0 0,0 0 0 0 0,0 0 0 0 0,1 0 0 0 0,-1 0 0 0 0,1 0 1 0 0,0 0-1 0 0,-1-1 0 0 0,1 1 0 0 0,0-1 0 0 0,0 0 0 0 0,0 0 0 0 0,0 0 0 0 0,0 0 0 0 0,0-1 0 0 0,0 1 0 0 0,0-1 1 0 0,0 0-1 0 0,0 1 0 0 0,0-1 0 0 0,0-1 0 0 0,0 1 0 0 0,0 0 0 0 0,0-1 0 0 0,0 0 0 0 0,4-1 0 0 0,3-1-15 0 0,0-1 0 0 0,-1-1-1 0 0,1 1 1 0 0,-1-2 0 0 0,0 1 0 0 0,0-1-1 0 0,0-1 1 0 0,-1 1 0 0 0,0-2-1 0 0,-1 1 1 0 0,1-1 0 0 0,-1 0-1 0 0,10-15 1 0 0,0-4-57 0 0,-1 0 0 0 0,-1-1-1 0 0,15-40 1 0 0,-27 62 44 0 0,0-1-8 0 0,0 1 1 0 0,-1-1 0 0 0,1 0 0 0 0,-1 0-1 0 0,0 0 1 0 0,-1 0 0 0 0,0 0-1 0 0,0 0 1 0 0,-1 0 0 0 0,0-10-1 0 0,-3 36 115 0 0,1 1 0 0 0,1 0 0 0 0,0 0 0 0 0,3 27 0 0 0,0 17 70 0 0,-3-51-131 0 0,0 27 115 0 0,4 42 0 0 0,-2-71-103 0 0,1 0-1 0 0,0 0 1 0 0,0 0-1 0 0,1-1 1 0 0,0 1 0 0 0,1-1-1 0 0,0 1 1 0 0,11 17-1 0 0,-13-25-36 0 0,0-1 0 0 0,0 0-1 0 0,0 1 1 0 0,0-1 0 0 0,0 0-1 0 0,1 0 1 0 0,-1 0 0 0 0,1-1-1 0 0,0 1 1 0 0,-1 0 0 0 0,1-1-1 0 0,0 0 1 0 0,0 0 0 0 0,0 0-1 0 0,0 0 1 0 0,0 0 0 0 0,0 0-1 0 0,0-1 1 0 0,0 1 0 0 0,0-1-1 0 0,0 0 1 0 0,1 0 0 0 0,-1 0-1 0 0,0-1 1 0 0,0 1 0 0 0,0-1-1 0 0,0 1 1 0 0,0-1 0 0 0,0 0-1 0 0,0 0 1 0 0,4-3 0 0 0,0 1-31 0 0,0 0 0 0 0,0-1 1 0 0,-1 0-1 0 0,0 0 0 0 0,1 0 1 0 0,-2-1-1 0 0,1 0 0 0 0,0 0 1 0 0,-1 0-1 0 0,0-1 0 0 0,0 0 1 0 0,4-7-1 0 0,-1-3-49 0 0,-2 1 0 0 0,0-1 1 0 0,0-1-1 0 0,-2 1 0 0 0,0-1 0 0 0,2-27 0 0 0,-3 21-52 0 0,1 1-1 0 0,13-39 0 0 0,-17 61 126 0 0,0 0-1 0 0,0 1 1 0 0,0-1-1 0 0,0 0 1 0 0,0 0 0 0 0,0 1-1 0 0,0-1 1 0 0,0 0-1 0 0,1 0 1 0 0,-1 0-1 0 0,0 1 1 0 0,0-1-1 0 0,0 0 1 0 0,0 0-1 0 0,1 0 1 0 0,-1 0-1 0 0,0 1 1 0 0,0-1-1 0 0,0 0 1 0 0,1 0 0 0 0,-1 0-1 0 0,0 0 1 0 0,0 0-1 0 0,0 0 1 0 0,1 0-1 0 0,-1 0 1 0 0,0 1-1 0 0,0-1 1 0 0,1 0-1 0 0,-1 0 1 0 0,0 0-1 0 0,0 0 1 0 0,1 0-1 0 0,-1 0 1 0 0,0 0-1 0 0,0 0 1 0 0,0-1 0 0 0,1 1-1 0 0,-1 0 1 0 0,0 0-1 0 0,0 0 1 0 0,1 0-1 0 0,-1 0 1 0 0,0 0-1 0 0,0 0 1 0 0,0 0-1 0 0,1-1 1 0 0,-1 1-1 0 0,0 0 1 0 0,0 0-1 0 0,0 0 1 0 0,0 0 0 0 0,1-1-1 0 0,-1 1 1 0 0,0 0-1 0 0,0 0 1 0 0,0 0-1 0 0,0-1 1 0 0,8 32 18 0 0,-6-21-7 0 0,2 7 7 0 0,0 0 0 0 0,0 19-1 0 0,-3-23 0 0 0,0-1-1 0 0,1 0 0 0 0,1 1 0 0 0,0-1 0 0 0,0 0 0 0 0,7 12 0 0 0,-10-23-14 0 0,0 0 0 0 0,1-1 1 0 0,-1 1-1 0 0,1-1 0 0 0,-1 1 0 0 0,1 0 0 0 0,-1-1 1 0 0,1 1-1 0 0,-1-1 0 0 0,1 0 0 0 0,-1 1 0 0 0,1-1 1 0 0,0 1-1 0 0,-1-1 0 0 0,1 0 0 0 0,0 0 0 0 0,-1 1 1 0 0,1-1-1 0 0,0 0 0 0 0,-1 0 0 0 0,1 0 0 0 0,0 0 1 0 0,0 0-1 0 0,-1 0 0 0 0,1 0 0 0 0,0 0 0 0 0,0 0 1 0 0,-1 0-1 0 0,1 0 0 0 0,0 0 0 0 0,-1 0 0 0 0,1-1 1 0 0,0 1-1 0 0,-1 0 0 0 0,1 0 0 0 0,0-1 0 0 0,-1 1 1 0 0,1-1-1 0 0,0 1 0 0 0,-1 0 0 0 0,1-1 0 0 0,-1 1 1 0 0,1-1-1 0 0,-1 1 0 0 0,1-1 0 0 0,-1 0 0 0 0,0 1 1 0 0,1-2-1 0 0,26-31 55 0 0,-26 31-55 0 0,13-21-5 0 0,-1 0 0 0 0,11-28 0 0 0,18-32-9 0 0,-41 82 14 0 0,-1 0 0 0 0,1 0 0 0 0,-1 0 0 0 0,1 0 0 0 0,0 0 0 0 0,-1 0 0 0 0,1 0 0 0 0,0 0 0 0 0,0 1 0 0 0,0-1 0 0 0,-1 0 0 0 0,1 0 0 0 0,0 1 0 0 0,0-1 0 0 0,0 0 0 0 0,0 1 0 0 0,2-1 0 0 0,-3 1 1 0 0,1 0 0 0 0,-1 0 0 0 0,1 0 0 0 0,-1 1 0 0 0,0-1 0 0 0,1 0 0 0 0,-1 0-1 0 0,1 1 1 0 0,-1-1 0 0 0,0 0 0 0 0,1 0 0 0 0,-1 1 0 0 0,1-1 0 0 0,-1 1 0 0 0,0-1 0 0 0,0 0 0 0 0,1 1-1 0 0,-1-1 1 0 0,0 1 0 0 0,0-1 0 0 0,1 0 0 0 0,-1 1 0 0 0,0-1 0 0 0,0 1 0 0 0,0-1 0 0 0,0 1 0 0 0,0 0 0 0 0,6 49 131 0 0,-6-37-97 0 0,3 11 39 0 0,0-1 0 0 0,2 0 0 0 0,0 0 0 0 0,2 0-1 0 0,0 0 1 0 0,20 39 0 0 0,-26-59-57 0 0,1 1-1 0 0,0-1 1 0 0,0 0-1 0 0,0 0 1 0 0,1 0-1 0 0,-1 0 1 0 0,1-1-1 0 0,0 1 1 0 0,-1-1-1 0 0,1 1 1 0 0,0-1-1 0 0,0 0 1 0 0,1 0-1 0 0,-1 0 1 0 0,0-1-1 0 0,1 1 1 0 0,-1-1-1 0 0,1 1 1 0 0,-1-1-1 0 0,1-1 1 0 0,0 1-1 0 0,-1 0 1 0 0,1-1-1 0 0,0 0 1 0 0,0 1-1 0 0,-1-2 1 0 0,1 1-1 0 0,0 0 1 0 0,4-2-1 0 0,-1 0-7 0 0,-1 0 0 0 0,0 0-1 0 0,0-1 1 0 0,0 1 0 0 0,0-2 0 0 0,0 1-1 0 0,-1-1 1 0 0,1 1 0 0 0,-1-2-1 0 0,0 1 1 0 0,0 0 0 0 0,0-1 0 0 0,-1 0-1 0 0,0 0 1 0 0,6-9 0 0 0,9-22-25 0 0,-2 0 0 0 0,-1 0 0 0 0,-2-2 0 0 0,9-39 1 0 0,10-27-29 0 0,33-120-87 0 0,-63 207 140 0 0,0-1-1 0 0,-1 1 1 0 0,-1-29 0 0 0,-1 45-9 0 0,1 0 0 0 0,-1 1 0 0 0,0-1 0 0 0,0 0 0 0 0,0 0 0 0 0,-1 1 0 0 0,1-1 0 0 0,0 0 1 0 0,0 0-1 0 0,0 1 0 0 0,0-1 0 0 0,-1 0 0 0 0,1 1 0 0 0,0-1 0 0 0,-1 0 0 0 0,1 1 0 0 0,0-1 0 0 0,-1 0 0 0 0,1 1 0 0 0,-1-1 1 0 0,0 0-1 0 0,-11 3 12 0 0,9 0-12 0 0,1 0 0 0 0,-1 1 0 0 0,0-1-1 0 0,1 1 1 0 0,0-1 0 0 0,-1 1-1 0 0,-2 4 1 0 0,-5 15 0 0 0,0 0 0 0 0,1 1 0 0 0,1 1 0 0 0,1-1 0 0 0,1 1 0 0 0,-5 47 0 0 0,1 148 1 0 0,9-197 9 0 0,0-16-4 0 0,1 0-1 0 0,0 1 0 0 0,0-1 1 0 0,0 0-1 0 0,1 1 1 0 0,0-1-1 0 0,0 0 0 0 0,0 0 1 0 0,4 8-1 0 0,-5-13-3 0 0,1-1 0 0 0,0 1-1 0 0,-1 0 1 0 0,1-1 0 0 0,0 1 0 0 0,0 0-1 0 0,-1-1 1 0 0,1 1 0 0 0,0-1 0 0 0,0 1-1 0 0,0-1 1 0 0,0 1 0 0 0,0-1 0 0 0,0 0-1 0 0,0 0 1 0 0,0 1 0 0 0,0-1 0 0 0,0 0 0 0 0,0 0-1 0 0,0 0 1 0 0,0 0 0 0 0,1 0 0 0 0,29-3 11 0 0,-13 0 11 0 0,17 2 46 0 0,-25 0-55 0 0,1 0 1 0 0,-1 0 0 0 0,0 2-1 0 0,1-1 1 0 0,-1 1 0 0 0,0 0-1 0 0,0 1 1 0 0,0 1 0 0 0,11 3-1 0 0,-18-4-11 0 0,-1 0-1 0 0,0 0 1 0 0,0 0-1 0 0,1 0 1 0 0,-2 0-1 0 0,1 0 1 0 0,0 1-1 0 0,0-1 1 0 0,-1 1-1 0 0,1-1 1 0 0,-1 1-1 0 0,0 0 1 0 0,0 0-1 0 0,0-1 1 0 0,0 1-1 0 0,-1 0 1 0 0,1 0-1 0 0,-1 0 1 0 0,1 0-1 0 0,-1 0 1 0 0,0 0 0 0 0,0 4-1 0 0,-1 9 15 0 0,0-1-1 0 0,-6 27 1 0 0,-9 28-100 0 0,-35 89-1 0 0,28-91-1094 0 0,14-37-4635 0 0,3-9-1712 0 0,5-13 2838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1:45.4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75 84 5705 0 0,'-6'0'988'0'0,"4"0"20"0"0,-3 0 4 0 0,-1 0 0 0 0,-3 0 20 0 0,0-3 0 0 0,1 2 0 0 0,-1-3-16 0 0,1-1-52 0 0,1 0-68 0 0,5-2-83 0 0,-1-3-193 0 0,3-1-4045 0 0,0 0 1 0 0,5-3 0 0 0,4 2-1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1:46.6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763 81 3136 0 0,'0'-3'227'0'0,"0"0"1"0"0,0 0-1 0 0,0-1 0 0 0,0 1 0 0 0,-1 0 0 0 0,0 0 0 0 0,1-1 1 0 0,-1 1-1 0 0,0 0 0 0 0,-1 0 0 0 0,1 0 0 0 0,0 0 0 0 0,-1 1 1 0 0,0-1-1 0 0,1 0 0 0 0,-1 1 0 0 0,0-1 0 0 0,-1 1 0 0 0,1-1 1 0 0,-3-1-1 0 0,1 1 21 0 0,0 1 1 0 0,0 0-1 0 0,0 0 1 0 0,0 0-1 0 0,-1 1 1 0 0,1-1-1 0 0,0 1 1 0 0,-1 0-1 0 0,1 0 0 0 0,-1 1 1 0 0,0-1-1 0 0,-7 1 1 0 0,-4 1 334 0 0,-1 1-1 0 0,1 1 1 0 0,-1 0 0 0 0,1 1 0 0 0,0 0-1 0 0,-27 13 1 0 0,15-4-133 0 0,1 2 0 0 0,1 0 0 0 0,0 2 1 0 0,1 1-1 0 0,1 1 0 0 0,1 1 0 0 0,0 1 0 0 0,-19 24 0 0 0,15-12-150 0 0,2 1 0 0 0,1 1 1 0 0,2 1-1 0 0,1 1 0 0 0,-19 49 0 0 0,13-12-83 0 0,2 2-1 0 0,5 1 1 0 0,2 1-1 0 0,4 0 1 0 0,-8 140-1 0 0,21-174-129 0 0,1-1-1 0 0,1 1 1 0 0,3-1 0 0 0,16 72-1 0 0,-15-95-56 0 0,0 0 1 0 0,2 0-1 0 0,0-1 0 0 0,1 0 0 0 0,1 0 0 0 0,1 0 1 0 0,1-1-1 0 0,0-1 0 0 0,2 0 0 0 0,0-1 1 0 0,27 28-1 0 0,-28-34-46 0 0,1-1 0 0 0,0 0 0 0 0,0-1 0 0 0,0-1 0 0 0,1 1 0 0 0,1-2 0 0 0,28 9 0 0 0,-29-11-596 0 0,-1-1-1 0 0,0-1 0 0 0,25 1 1 0 0,-29-2-436 0 0,0-2 0 0 0,0 1 0 0 0,0-2 0 0 0,1 1 0 0 0,-2-1 0 0 0,11-3 0 0 0,17-11-3368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1:54.3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35 423 2572 0 0,'-23'-385'14714'0'0,"18"361"-13066"0"0,2 23-541 0 0,1 13-612 0 0,1 21-182 0 0,1-1 0 0 0,1 0-1 0 0,7 42 1 0 0,27 94 127 0 0,-35-167-436 0 0,12 52 170 0 0,2 0 1 0 0,2-2-1 0 0,44 96 1 0 0,-58-142-146 0 0,1-1 0 0 0,0 1 1 0 0,0-1-1 0 0,0 0 0 0 0,0 0 1 0 0,0 0-1 0 0,1-1 0 0 0,0 1 1 0 0,-1-1-1 0 0,1 0 0 0 0,6 4 1 0 0,-8-6-14 0 0,0-1 0 0 0,0 1 1 0 0,0 0-1 0 0,0-1 0 0 0,0 1 1 0 0,0-1-1 0 0,0 0 0 0 0,0 0 1 0 0,0 0-1 0 0,0 0 0 0 0,0 0 0 0 0,0 0 1 0 0,-1-1-1 0 0,1 1 0 0 0,0 0 1 0 0,0-1-1 0 0,0 0 0 0 0,0 1 1 0 0,0-1-1 0 0,-1 0 0 0 0,1 0 1 0 0,0 0-1 0 0,0 0 0 0 0,-1 0 1 0 0,1 0-1 0 0,-1-1 0 0 0,1 1 1 0 0,-1-1-1 0 0,0 1 0 0 0,0-1 1 0 0,2-1-1 0 0,4-7 54 0 0,0-1 0 0 0,0 1 0 0 0,-1-1 1 0 0,0 0-1 0 0,-1-1 0 0 0,0 0 0 0 0,-1 1 1 0 0,4-18-1 0 0,1-14 163 0 0,3-45 1 0 0,-2-65 237 0 0,1-9 22 0 0,-6 127-428 0 0,0 2-398 0 0,0-37 0 0 0,-4 93-2170 0 0,9 33-10970 0 0,-7-36 8836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1:55.1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26 365 4128 0 0,'-1'15'9033'0'0,"4"-14"-8577"0"0,1 1 0 0 0,0-1 0 0 0,0 0 0 0 0,0-1 0 0 0,0 1 0 0 0,0-1-1 0 0,0 0 1 0 0,8 0 0 0 0,5 0 616 0 0,-10 0-791 0 0,1 1-1 0 0,0-1 0 0 0,-1-1 0 0 0,1 1 0 0 0,0-2 1 0 0,-1 1-1 0 0,1-1 0 0 0,-1 0 0 0 0,1 0 1 0 0,-1-1-1 0 0,0 0 0 0 0,0 0 0 0 0,12-8 1 0 0,-15 8-239 0 0,1-1 0 0 0,-1 0 1 0 0,0 1-1 0 0,0-2 0 0 0,-1 1 1 0 0,1 0-1 0 0,-1-1 0 0 0,0 0 0 0 0,0 1 1 0 0,0-1-1 0 0,-1 0 0 0 0,1-1 1 0 0,-1 1-1 0 0,-1 0 0 0 0,1-1 1 0 0,-1 1-1 0 0,0-1 0 0 0,0 1 1 0 0,0-9-1 0 0,-1-1 41 0 0,0-1 0 0 0,0 1 0 0 0,-5-22 0 0 0,4 33-64 0 0,1 0 0 0 0,-1-1 0 0 0,0 1-1 0 0,-1 0 1 0 0,1 0 0 0 0,-1 1 0 0 0,1-1 0 0 0,-1 0 0 0 0,0 0 0 0 0,-1 1-1 0 0,1-1 1 0 0,-1 1 0 0 0,1 0 0 0 0,-1 0 0 0 0,0 0 0 0 0,0 0 0 0 0,-5-3-1 0 0,5 5-7 0 0,1 0 0 0 0,-1 0 0 0 0,0 0 0 0 0,0 1 0 0 0,0-1-1 0 0,0 1 1 0 0,0 0 0 0 0,0 0 0 0 0,1 0 0 0 0,-1 0-1 0 0,0 0 1 0 0,0 1 0 0 0,0-1 0 0 0,0 1 0 0 0,0 0-1 0 0,1 0 1 0 0,-1 0 0 0 0,0 0 0 0 0,0 0 0 0 0,1 1-1 0 0,-1-1 1 0 0,1 1 0 0 0,0 0 0 0 0,-1 0 0 0 0,1 0 0 0 0,-4 4-1 0 0,-6 6 26 0 0,0 0 0 0 0,1 1 0 0 0,-11 16 0 0 0,22-29-35 0 0,-11 17 40 0 0,1 0 1 0 0,1 1 0 0 0,1 1 0 0 0,0-1 0 0 0,2 1 0 0 0,0 0 0 0 0,1 1 0 0 0,0 0 0 0 0,-1 29 0 0 0,5-44-26 0 0,1 0 1 0 0,-1 0-1 0 0,1 0 1 0 0,1 0-1 0 0,-1 0 1 0 0,1 0-1 0 0,0-1 1 0 0,0 1-1 0 0,0 0 1 0 0,0 0-1 0 0,1 0 1 0 0,0-1-1 0 0,0 1 1 0 0,0-1-1 0 0,1 0 1 0 0,0 1-1 0 0,0-1 1 0 0,0 0-1 0 0,0-1 1 0 0,0 1-1 0 0,1 0 1 0 0,-1-1 0 0 0,1 0-1 0 0,0 0 1 0 0,0 0-1 0 0,0 0 1 0 0,1-1-1 0 0,-1 1 1 0 0,1-1-1 0 0,7 2 1 0 0,6 3 5 0 0,0-2 1 0 0,1 0-1 0 0,-1-1 1 0 0,1-1-1 0 0,0-1 1 0 0,32 0-1 0 0,-43-3-82 0 0,0 1-1 0 0,0-1 1 0 0,0-1-1 0 0,-1 1 1 0 0,1-1 0 0 0,0-1-1 0 0,-1 0 1 0 0,1 0-1 0 0,-1 0 1 0 0,0-1-1 0 0,0 0 1 0 0,0 0-1 0 0,-1 0 1 0 0,0-1-1 0 0,1 0 1 0 0,-2-1-1 0 0,1 1 1 0 0,0-1 0 0 0,-1 0-1 0 0,0-1 1 0 0,6-9-1 0 0,5-13-327 0 0,-1 0 1 0 0,-1 0-1 0 0,18-59 0 0 0,-16 45 21 0 0,-11 28 222 0 0,-5 12 115 0 0,1 0 1 0 0,0 0-1 0 0,0 0 0 0 0,0 1 0 0 0,0-1 0 0 0,0 0 1 0 0,0 1-1 0 0,1-1 0 0 0,-1 1 0 0 0,1-1 1 0 0,0 1-1 0 0,-1-1 0 0 0,1 1 0 0 0,4-3 1 0 0,-6 6 21 0 0,1 1 0 0 0,-1-1 0 0 0,1 0 0 0 0,-1 0 1 0 0,1 0-1 0 0,-1 1 0 0 0,1-1 0 0 0,-1 0 0 0 0,0 0 0 0 0,0 1 1 0 0,0-1-1 0 0,0 0 0 0 0,0 0 0 0 0,0 1 0 0 0,0-1 0 0 0,-1 3 1 0 0,1-1-5 0 0,6 337 824 0 0,-9-328-243 0 0,-2-23-190 0 0,-4-22 2 0 0,5 2-278 0 0,1 0 0 0 0,1 0 0 0 0,2 0 0 0 0,1 0 0 0 0,2 0 0 0 0,0 1 0 0 0,3-1 0 0 0,0 1 0 0 0,2 0 0 0 0,17-43 0 0 0,-19 61-56 0 0,0 0 1 0 0,1 1 0 0 0,0 0 0 0 0,1 1 0 0 0,0 0-1 0 0,0 0 1 0 0,1 0 0 0 0,1 1 0 0 0,-1 1 0 0 0,19-13 0 0 0,-23 18-130 0 0,0 0 1 0 0,0 0-1 0 0,0 1 1 0 0,1 0-1 0 0,-1 0 1 0 0,1 0-1 0 0,-1 0 1 0 0,1 1-1 0 0,0 0 1 0 0,-1 0-1 0 0,8 1 1 0 0,-8 0-259 0 0,-1 0 0 0 0,1 1 0 0 0,-1 0 0 0 0,1 0 1 0 0,-1 0-1 0 0,1 1 0 0 0,-1-1 0 0 0,0 1 0 0 0,0 0 0 0 0,0 0 0 0 0,0 1 0 0 0,0-1 0 0 0,0 1 0 0 0,-1 0 1 0 0,7 6-1 0 0,21 26-9005 0 0,-16-15 4672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1:57.4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120 102 3632 0 0,'0'-99'7016'0'0,"-1"97"-5396"0"0,-1 6-395 0 0,-3 16 328 0 0,-5 28 18 0 0,-4 86 225 0 0,6 0 0 0 0,13 175 0 0 0,-3-251-1501 0 0,2-1-1 0 0,3 0 0 0 0,14 59 1 0 0,-18-110-298 0 0,-2 0 1 0 0,1 0-1 0 0,-1 1 0 0 0,0-1 1 0 0,0 1-1 0 0,-1 0 1 0 0,1-1-1 0 0,-2 1 0 0 0,1-1 1 0 0,-2 11-1 0 0,2-17-7 0 0,-1 1 0 0 0,1-1-1 0 0,0 0 1 0 0,0 0 0 0 0,0 1-1 0 0,-1-1 1 0 0,1 0 0 0 0,0 0 0 0 0,0 1-1 0 0,-1-1 1 0 0,1 0 0 0 0,0 0-1 0 0,0 1 1 0 0,-1-1 0 0 0,1 0 0 0 0,0 0-1 0 0,-1 0 1 0 0,1 0 0 0 0,0 0-1 0 0,-1 1 1 0 0,1-1 0 0 0,0 0 0 0 0,-1 0-1 0 0,1 0 1 0 0,0 0 0 0 0,-1 0-1 0 0,1 0 1 0 0,0 0 0 0 0,-1 0 0 0 0,1 0-1 0 0,0 0 1 0 0,-1 0 0 0 0,1-1-1 0 0,0 1 1 0 0,-1 0 0 0 0,1 0 0 0 0,0 0-1 0 0,-1 0 1 0 0,1 0 0 0 0,0-1-1 0 0,0 1 1 0 0,-1 0 0 0 0,1 0 0 0 0,0-1-1 0 0,-1 1 1 0 0,1 0 0 0 0,0 0-1 0 0,0-1 1 0 0,0 1 0 0 0,-1-1 0 0 0,-14-16-414 0 0,12 13 345 0 0,-6-7-53 0 0,1-1 1 0 0,0 0-1 0 0,1 0 0 0 0,0-1 1 0 0,1 0-1 0 0,0 0 1 0 0,1 0-1 0 0,-6-25 1 0 0,3-2-150 0 0,-8-73 0 0 0,15 104 266 0 0,1 0-1 0 0,0 1 0 0 0,0-1 1 0 0,0 0-1 0 0,1 0 0 0 0,1 0 1 0 0,-1 0-1 0 0,2 1 1 0 0,-1-1-1 0 0,5-10 0 0 0,-5 16 29 0 0,0-1-1 0 0,0 1 0 0 0,1 0 0 0 0,-1-1 0 0 0,1 1 1 0 0,-1 0-1 0 0,1 1 0 0 0,0-1 0 0 0,0 1 1 0 0,0-1-1 0 0,1 1 0 0 0,-1 0 0 0 0,1 0 1 0 0,-1 0-1 0 0,1 0 0 0 0,-1 1 0 0 0,1 0 0 0 0,0-1 1 0 0,0 1-1 0 0,0 1 0 0 0,0-1 0 0 0,0 1 1 0 0,0-1-1 0 0,0 1 0 0 0,4 0 0 0 0,5 1 56 0 0,1-1 0 0 0,-1 2 0 0 0,1 0 0 0 0,-1 0-1 0 0,0 1 1 0 0,0 1 0 0 0,0 0 0 0 0,-1 1 0 0 0,0 0 0 0 0,1 1-1 0 0,19 14 1 0 0,-25-16-22 0 0,0 2-1 0 0,0-1 0 0 0,-1 1 0 0 0,0 0 1 0 0,0 1-1 0 0,0-1 0 0 0,-1 1 0 0 0,0 0 1 0 0,-1 1-1 0 0,1-1 0 0 0,-1 1 1 0 0,-1 0-1 0 0,1 0 0 0 0,-1 0 0 0 0,-1 0 1 0 0,1 0-1 0 0,-2 1 0 0 0,1-1 0 0 0,0 12 1 0 0,-1-7-145 0 0,-1-1 0 0 0,0 0 0 0 0,0 1 0 0 0,-1-1 0 0 0,-1 0 1 0 0,0 0-1 0 0,-7 21 0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1:57.5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 4584 0 0,'0'-2'5829'0'0,"0"4"-4965"0"0,3 1-16 0 0,6 3-84 0 0,2 2-228 0 0,3-1-3220 0 0,4 2 0 0 0,1 1-1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1:58.3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213 134 4456 0 0,'-3'-3'637'0'0,"0"1"-1"0"0,0-1 1 0 0,1 0-1 0 0,-1 0 1 0 0,1 0-1 0 0,-1 0 1 0 0,-1-5-1 0 0,-1 1 279 0 0,-1 0-258 0 0,0 1 1 0 0,0 0-1 0 0,0 0 0 0 0,-1 0 0 0 0,0 1 1 0 0,0 0-1 0 0,-11-6 0 0 0,16 10-472 0 0,0 0-1 0 0,0-1 1 0 0,0 1 0 0 0,0 0-1 0 0,-1 0 1 0 0,1 0 0 0 0,0 1-1 0 0,-1-1 1 0 0,1 1 0 0 0,-1-1-1 0 0,1 1 1 0 0,0 0 0 0 0,-1 0-1 0 0,1 0 1 0 0,-1 0 0 0 0,1 0-1 0 0,-1 0 1 0 0,1 1-1 0 0,0-1 1 0 0,-1 1 0 0 0,1 0-1 0 0,0-1 1 0 0,-1 1 0 0 0,1 0-1 0 0,0 1 1 0 0,0-1 0 0 0,0 0-1 0 0,0 1 1 0 0,0-1 0 0 0,-2 3-1 0 0,-2 4-73 0 0,0 1-1 0 0,1 0 1 0 0,0 0-1 0 0,0 1 1 0 0,1-1 0 0 0,1 1-1 0 0,0 0 1 0 0,0 0-1 0 0,1 0 1 0 0,0 0-1 0 0,-1 15 1 0 0,1 14 102 0 0,3 62 1 0 0,-1-92-189 0 0,1 0 0 0 0,0-1 0 0 0,0 1 0 0 0,1-1 0 0 0,0 1 1 0 0,0-1-1 0 0,1 0 0 0 0,0 0 0 0 0,1 0 0 0 0,0 0 0 0 0,6 9 0 0 0,-6-11-14 0 0,1-1-1 0 0,-1-1 1 0 0,1 1 0 0 0,0-1-1 0 0,0 0 1 0 0,1 0-1 0 0,-1 0 1 0 0,1-1-1 0 0,0 1 1 0 0,0-1-1 0 0,0-1 1 0 0,0 1-1 0 0,0-1 1 0 0,0 0-1 0 0,1-1 1 0 0,6 2 0 0 0,21 2-22 0 0,0-1 0 0 0,51-1 1 0 0,-71-3-20 0 0,0 0-1 0 0,0-2 1 0 0,0 1 0 0 0,-1-2 0 0 0,1 0 0 0 0,-1 0 0 0 0,1-2-1 0 0,-1 1 1 0 0,17-10 0 0 0,-24 10 8 0 0,-1 0-1 0 0,1-1 1 0 0,-1 1-1 0 0,0-1 1 0 0,0 0-1 0 0,0-1 1 0 0,-1 1-1 0 0,0-1 1 0 0,0 0 0 0 0,-1 0-1 0 0,1 0 1 0 0,-1 0-1 0 0,0-1 1 0 0,-1 1-1 0 0,3-10 1 0 0,0-7-39 0 0,0 0 0 0 0,-2 0 0 0 0,1-32 0 0 0,-2 37 33 0 0,-2-1 0 0 0,0 1-1 0 0,-1 0 1 0 0,-1-1 0 0 0,-6-26 0 0 0,8 44 28 0 0,0-1 0 0 0,0 1 0 0 0,0 0 0 0 0,-1-1 1 0 0,1 1-1 0 0,0-1 0 0 0,-1 1 0 0 0,1 0 0 0 0,-1 0 0 0 0,0-1 0 0 0,1 1 0 0 0,-1 0 0 0 0,0 0 0 0 0,0-1 1 0 0,0 1-1 0 0,0 0 0 0 0,0 0 0 0 0,0 0 0 0 0,0 0 0 0 0,0 1 0 0 0,0-1 0 0 0,-1 0 0 0 0,1 0 0 0 0,0 1 1 0 0,0-1-1 0 0,-1 0 0 0 0,1 1 0 0 0,0 0 0 0 0,-1-1 0 0 0,1 1 0 0 0,-1 0 0 0 0,1 0 0 0 0,-1-1 0 0 0,1 1 0 0 0,0 0 1 0 0,-1 0-1 0 0,1 1 0 0 0,-1-1 0 0 0,1 0 0 0 0,0 0 0 0 0,-1 1 0 0 0,1-1 0 0 0,-1 1 0 0 0,1-1 0 0 0,0 1 1 0 0,-2 0-1 0 0,-3 3 5 0 0,-1 0 1 0 0,1-1-1 0 0,0 2 0 0 0,1-1 1 0 0,-1 1-1 0 0,1 0 1 0 0,-9 10-1 0 0,8-6 4 0 0,-1 1 0 0 0,1 0 0 0 0,1 1 0 0 0,0-1 1 0 0,0 1-1 0 0,1 0 0 0 0,1 0 0 0 0,0 1 0 0 0,0-1 0 0 0,-1 13 0 0 0,0 17 77 0 0,1 60-1 0 0,3-86-60 0 0,0-7-12 0 0,1 0 1 0 0,-1 1-1 0 0,1-1 1 0 0,1 0-1 0 0,-1 0 0 0 0,2 0 1 0 0,-1 0-1 0 0,1 0 0 0 0,4 9 1 0 0,-5-13-6 0 0,0-1 0 0 0,1 1-1 0 0,-1-1 1 0 0,1 1 0 0 0,0-1 0 0 0,0 0 0 0 0,0 0 0 0 0,0 0 0 0 0,0-1 0 0 0,1 1-1 0 0,-1-1 1 0 0,1 1 0 0 0,0-1 0 0 0,0 0 0 0 0,0-1 0 0 0,0 1 0 0 0,0-1 0 0 0,0 0 0 0 0,6 2-1 0 0,2-2 5 0 0,0 0-1 0 0,-1-1 0 0 0,1 0 0 0 0,-1-1 0 0 0,1 0 0 0 0,-1 0 0 0 0,1-1 0 0 0,-1-1 0 0 0,0 0 0 0 0,0-1 0 0 0,0 0 1 0 0,0 0-1 0 0,-1-1 0 0 0,0-1 0 0 0,0 0 0 0 0,0 0 0 0 0,-1-1 0 0 0,0 0 0 0 0,0-1 0 0 0,15-16 0 0 0,-8 6-4 0 0,0-1-1 0 0,-2 0 0 0 0,0-2 0 0 0,-1 1 0 0 0,-1-2 1 0 0,-1 0-1 0 0,-1 0 0 0 0,14-46 0 0 0,-8 20-1 0 0,8-37 6 0 0,-22 76-6 0 0,0 0-1 0 0,-1 0 1 0 0,0 0-1 0 0,-1 0 1 0 0,0 0-1 0 0,0 0 1 0 0,-3-11-1 0 0,3 19-3 0 0,0 0 0 0 0,0 0 0 0 0,0 1 0 0 0,0-1-1 0 0,0 0 1 0 0,0 1 0 0 0,0-1 0 0 0,0 0 0 0 0,0 1 0 0 0,0-1 0 0 0,-1 0-1 0 0,1 1 1 0 0,0-1 0 0 0,-1 0 0 0 0,1 1 0 0 0,0-1 0 0 0,-1 1 0 0 0,1-1-1 0 0,-1 0 1 0 0,1 1 0 0 0,-1-1 0 0 0,1 1 0 0 0,-1 0 0 0 0,1-1-1 0 0,-1 1 1 0 0,1-1 0 0 0,-1 1 0 0 0,0 0 0 0 0,1-1 0 0 0,-1 1 0 0 0,0 0-1 0 0,1 0 1 0 0,-1-1 0 0 0,0 1 0 0 0,1 0 0 0 0,-1 0 0 0 0,0 0 0 0 0,0 0-1 0 0,1 0 1 0 0,-1 0 0 0 0,0 0 0 0 0,1 0 0 0 0,-1 0 0 0 0,0 1 0 0 0,1-1-1 0 0,-1 0 1 0 0,0 0 0 0 0,1 1 0 0 0,-1-1 0 0 0,0 0 0 0 0,1 1 0 0 0,-1-1-1 0 0,1 0 1 0 0,-1 1 0 0 0,0-1 0 0 0,1 1 0 0 0,-1-1 0 0 0,1 1 0 0 0,0-1-1 0 0,-1 1 1 0 0,0 0 0 0 0,-4 4 9 0 0,0 1 0 0 0,0-1 1 0 0,1 1-1 0 0,-6 8 0 0 0,-1 4-7 0 0,1 1 0 0 0,1 0 0 0 0,1 0 0 0 0,1 1 0 0 0,0 0 0 0 0,-5 32 0 0 0,11-45-2 0 0,0 1-1 0 0,0 0 1 0 0,1 0-1 0 0,0 0 1 0 0,1 0 0 0 0,0 0-1 0 0,0 0 1 0 0,5 14-1 0 0,-4-17 1 0 0,0 0-1 0 0,0 0 0 0 0,1 0 0 0 0,-1-1 0 0 0,1 1 0 0 0,1-1 0 0 0,-1 1 0 0 0,0-1 0 0 0,1 0 1 0 0,0 0-1 0 0,0-1 0 0 0,0 1 0 0 0,1-1 0 0 0,5 4 0 0 0,58 23 60 0 0,-49-22-11 0 0,0 0-1 0 0,27 15 0 0 0,-42-20-41 0 0,0 0 0 0 0,0 0 0 0 0,0 0 0 0 0,0 1 0 0 0,0-1 0 0 0,0 1 0 0 0,-1 0 0 0 0,0 0-1 0 0,0 0 1 0 0,0 0 0 0 0,0 0 0 0 0,-1 1 0 0 0,1-1 0 0 0,2 10 0 0 0,-5-12 5 0 0,0 1 0 0 0,1 0 0 0 0,-1 0 0 0 0,0-1 0 0 0,-1 1 0 0 0,1 0 0 0 0,-1 0 0 0 0,1-1 0 0 0,-1 1 0 0 0,0 0 0 0 0,0-1 0 0 0,0 1 0 0 0,0 0 0 0 0,0-1 0 0 0,0 0 0 0 0,-1 1 0 0 0,0-1 0 0 0,1 0 0 0 0,-1 0 0 0 0,0 1 0 0 0,0-1 0 0 0,0-1 0 0 0,0 1 0 0 0,0 0 0 0 0,-1 0 0 0 0,1-1 0 0 0,-3 2 0 0 0,-5 3-340 0 0,0 0-1 0 0,-1 0 0 0 0,0-1 1 0 0,0 0-1 0 0,-12 3 0 0 0,5-4-4406 0 0,-2-1-3692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1:58.6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4560 0 0,'28'20'3375'0'0,"109"75"927"0"0,-46-34-1284 0 0,130 113 0 0 0,-205-159-2582 0 0,-1 0-1 0 0,0 1 1 0 0,-1 0-1 0 0,-1 1 1 0 0,-1 0 0 0 0,0 1-1 0 0,11 25 1 0 0,-19-34-336 0 0,-1 0 0 0 0,0 0 0 0 0,0 0 0 0 0,-1 1 0 0 0,0-1 0 0 0,0 1 0 0 0,-2 0 0 0 0,1-1 1 0 0,-1 1-1 0 0,0 0 0 0 0,-1 0 0 0 0,0-1 0 0 0,0 1 0 0 0,-1-1 0 0 0,-1 1 0 0 0,0-1 0 0 0,0 0 0 0 0,-5 11 1 0 0,-6 7 34 0 0,-1-1 0 0 0,-1 0 1 0 0,-37 44-1 0 0,-70 62-3302 0 0,63-70-3666 0 0,25-24 2101 0 0,3-5-1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2:00.5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411 1 4816 0 0,'-43'17'2608'0'0,"25"-10"-1861"0"0,0 0 0 0 0,0 1 0 0 0,-21 15 0 0 0,19-9-226 0 0,1 1 1 0 0,1 0-1 0 0,1 2 1 0 0,0 0 0 0 0,1 1-1 0 0,0 1 1 0 0,2 0-1 0 0,0 1 1 0 0,2 1-1 0 0,0 0 1 0 0,-14 35 0 0 0,11-16 69 0 0,2 1 1 0 0,2 1 0 0 0,2 0-1 0 0,1 0 1 0 0,-4 85 0 0 0,6 70-6 0 0,26 195 102 0 0,-18-371-648 0 0,2 0 0 0 0,0 0 0 0 0,2 0 0 0 0,0-1 0 0 0,1 1 0 0 0,1-1 0 0 0,20 34 0 0 0,-23-45-45 0 0,1-1 1 0 0,0-1-1 0 0,0 1 1 0 0,0-1-1 0 0,1 0 1 0 0,0-1 0 0 0,0 1-1 0 0,1-1 1 0 0,0-1-1 0 0,0 0 1 0 0,0 0-1 0 0,1 0 1 0 0,0-1 0 0 0,-1 0-1 0 0,1-1 1 0 0,1 0-1 0 0,-1 0 1 0 0,0-1-1 0 0,20 2 1 0 0,-23-4-280 0 0,33 3-1821 0 0,-10-6-8719 0 0,-24 3 6575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2:02.4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43 486 4528 0 0,'-6'8'1136'0'0,"0"-1"-1"0"0,1 1 1 0 0,0 0-1 0 0,0 0 1 0 0,1 0-1 0 0,0 1 0 0 0,-4 12 1 0 0,8-21-1083 0 0,0 0 0 0 0,0 0 0 0 0,0 0 0 0 0,0 1 0 0 0,0-1 0 0 0,0 0 0 0 0,0 0 0 0 0,0 0 0 0 0,0 0 1 0 0,0 1-1 0 0,0-1 0 0 0,0 0 0 0 0,0 0 0 0 0,0 0 0 0 0,0 0 0 0 0,1 1 0 0 0,-1-1 0 0 0,0 0 0 0 0,0 0 0 0 0,0 0 0 0 0,0 0 0 0 0,0 0 0 0 0,0 1 0 0 0,0-1 0 0 0,0 0 0 0 0,1 0 1 0 0,-1 0-1 0 0,0 0 0 0 0,0 0 0 0 0,0 0 0 0 0,0 0 0 0 0,0 0 0 0 0,1 1 0 0 0,-1-1 0 0 0,0 0 0 0 0,0 0 0 0 0,0 0 0 0 0,0 0 0 0 0,1 0 0 0 0,-1 0 0 0 0,0 0 0 0 0,0 0 0 0 0,0 0 1 0 0,1 0-1 0 0,11-2 1258 0 0,14-8 66 0 0,-26 10-1292 0 0,116-59 3259 0 0,-40 12-2842 0 0,99-80-1 0 0,-159 114-464 0 0,0-1 0 0 0,-1 0-1 0 0,-1 0 1 0 0,-1-2 0 0 0,0 0-1 0 0,19-31 1 0 0,-28 41-30 0 0,-1-1 1 0 0,0 1-1 0 0,-1-1 0 0 0,0 0 1 0 0,0 0-1 0 0,0 1 1 0 0,0-1-1 0 0,-1-1 0 0 0,-1 1 1 0 0,1-8-1 0 0,-1 10-2 0 0,-1 0-1 0 0,0 0 1 0 0,0 0 0 0 0,0 0 0 0 0,-1 0-1 0 0,1 0 1 0 0,-1 0 0 0 0,0 1-1 0 0,-1-1 1 0 0,1 0 0 0 0,-1 1 0 0 0,0 0-1 0 0,0 0 1 0 0,0 0 0 0 0,-6-6-1 0 0,6 8-1 0 0,1-1 0 0 0,-1 1 0 0 0,0 0 0 0 0,0 0 0 0 0,0 0 0 0 0,0 0 0 0 0,0 0 0 0 0,0 1 0 0 0,-1-1 0 0 0,1 1-1 0 0,-1 0 1 0 0,1 0 0 0 0,-1 0 0 0 0,1 1 0 0 0,-1-1 0 0 0,-4 1 0 0 0,2 0 3 0 0,-1 0-1 0 0,1 1 1 0 0,0 0 0 0 0,-1 1-1 0 0,1-1 1 0 0,0 1 0 0 0,0 0 0 0 0,-9 5-1 0 0,0 1 17 0 0,-1 1 0 0 0,2 1-1 0 0,-1 0 1 0 0,1 1 0 0 0,-21 22-1 0 0,21-17 6 0 0,0 0 0 0 0,1 0-1 0 0,1 1 1 0 0,1 1 0 0 0,0 0-1 0 0,1 0 1 0 0,-9 26 0 0 0,15-32-10 0 0,0 0 0 0 0,0 0 1 0 0,1 0-1 0 0,1 0 0 0 0,0 1 0 0 0,1-1 1 0 0,0 1-1 0 0,1-1 0 0 0,0 1 0 0 0,1-1 1 0 0,0 1-1 0 0,1-1 0 0 0,5 19 1 0 0,-4-24-8 0 0,0-1 0 0 0,1 1 0 0 0,-1-1 0 0 0,1 0 0 0 0,1 0 1 0 0,-1 0-1 0 0,1 0 0 0 0,0-1 0 0 0,0 1 0 0 0,0-1 0 0 0,1-1 1 0 0,0 1-1 0 0,0-1 0 0 0,0 0 0 0 0,0 0 0 0 0,1-1 0 0 0,0 0 1 0 0,-1 0-1 0 0,1 0 0 0 0,11 1 0 0 0,5 2-62 0 0,1-1 0 0 0,-1-1 0 0 0,1-1 0 0 0,0-2 0 0 0,25 0 0 0 0,-13-3-353 0 0,0-2 0 0 0,-1-1 0 0 0,1-1-1 0 0,-1-3 1 0 0,36-12 0 0 0,49-29-4294 0 0,-10-10-3623 0 0,-55 23 3993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2:02.6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425 33 4376 0 0,'-29'-21'4559'0'0,"17"18"-4080"0"0,0 0 1 0 0,-1 1 0 0 0,1 0-1 0 0,0 1 1 0 0,-1 0-1 0 0,1 1 1 0 0,0 0-1 0 0,-1 1 1 0 0,1 1 0 0 0,0 0-1 0 0,-1 1 1 0 0,1 0-1 0 0,1 0 1 0 0,-1 1-1 0 0,0 1 1 0 0,1 0-1 0 0,-16 10 1 0 0,15-8-113 0 0,0 0 1 0 0,1 1-1 0 0,0 1 0 0 0,1-1 1 0 0,-1 2-1 0 0,2-1 1 0 0,-1 1-1 0 0,2 1 0 0 0,-1 0 1 0 0,1 0-1 0 0,1 1 0 0 0,0-1 1 0 0,1 2-1 0 0,0-1 0 0 0,-7 21 1 0 0,10-22-270 0 0,0 0 0 0 0,1 0 1 0 0,0 0-1 0 0,1 0 0 0 0,0 15 0 0 0,1-24-91 0 0,0 1-1 0 0,0-1 0 0 0,1 1 0 0 0,-1-1 0 0 0,1 1 0 0 0,-1-1 0 0 0,1 1 0 0 0,0-1 0 0 0,0 0 0 0 0,0 0 0 0 0,1 1 0 0 0,-1-1 1 0 0,0 0-1 0 0,1 0 0 0 0,-1 0 0 0 0,1 0 0 0 0,0-1 0 0 0,-1 1 0 0 0,1 0 0 0 0,0-1 0 0 0,0 1 0 0 0,0-1 0 0 0,1 0 0 0 0,-1 1 0 0 0,0-1 1 0 0,0 0-1 0 0,1 0 0 0 0,-1-1 0 0 0,4 2 0 0 0,0-1-103 0 0,0 1 1 0 0,0-1-1 0 0,0-1 0 0 0,0 1 1 0 0,0-1-1 0 0,0 0 0 0 0,1-1 1 0 0,-1 1-1 0 0,0-1 0 0 0,0 0 1 0 0,0-1-1 0 0,0 1 0 0 0,0-1 1 0 0,0 0-1 0 0,-1-1 1 0 0,1 0-1 0 0,-1 0 0 0 0,0 0 1 0 0,1 0-1 0 0,-1-1 0 0 0,-1 0 1 0 0,8-7-1 0 0,-4 4-871 0 0,0-2 0 0 0,-1 1 0 0 0,-1-1 0 0 0,11-19 0 0 0,-10 15-1197 0 0,-1 0 1 0 0,0-1 0 0 0,4-17 0 0 0,-1-10-2077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2:02.8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98 93 3176 0 0,'0'-7'759'0'0,"-1"0"0"0"0,0 0 0 0 0,-1 0 0 0 0,0 0 0 0 0,-2-7 0 0 0,3 11-467 0 0,0 0 0 0 0,0-1 0 0 0,0 2 0 0 0,-1-1 0 0 0,1 0 0 0 0,-1 0 1 0 0,0 0-1 0 0,0 1 0 0 0,0-1 0 0 0,0 1 0 0 0,0-1 0 0 0,-1 1 1 0 0,-2-3-1 0 0,4 5-199 0 0,0-1 0 0 0,0 1 1 0 0,1 0-1 0 0,-1-1 0 0 0,0 1 0 0 0,0 0 1 0 0,0 0-1 0 0,0-1 0 0 0,0 1 0 0 0,1 0 1 0 0,-1 0-1 0 0,0 0 0 0 0,0 0 0 0 0,0 0 1 0 0,0 0-1 0 0,0 0 0 0 0,0 1 1 0 0,1-1-1 0 0,-1 0 0 0 0,0 0 0 0 0,0 1 1 0 0,0-1-1 0 0,1 0 0 0 0,-1 1 0 0 0,0-1 1 0 0,-1 2-1 0 0,0-1 83 0 0,1 1 1 0 0,-1 0-1 0 0,1 0 1 0 0,-1 0-1 0 0,1 0 1 0 0,0 0-1 0 0,-1 0 1 0 0,1 0-1 0 0,-1 4 1 0 0,-1 5 388 0 0,0 0 1 0 0,0 0 0 0 0,-1 13 0 0 0,-2 53 382 0 0,4 1 0 0 0,3 0 1 0 0,3 0-1 0 0,16 87 0 0 0,-18-151-943 0 0,32 167 773 0 0,-29-162-930 0 0,0 0 0 0 0,2-1 0 0 0,0 1 0 0 0,2-2 0 0 0,0 1 0 0 0,0-1 0 0 0,15 20-1 0 0,-21-33-1178 0 0,1-1 0 0 0,-1 1 0 0 0,0 0-1 0 0,1-1 1 0 0,-1 0 0 0 0,1 0 0 0 0,0 0-1 0 0,0 0 1 0 0,7 3 0 0 0,4 0-3346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2:03.9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340 68 4440 0 0,'-10'-7'746'0'0,"1"1"0"0"0,-2-1 0 0 0,1 1 0 0 0,-1 1 0 0 0,0 0 0 0 0,0 1 0 0 0,-1 0 0 0 0,1 0 0 0 0,-1 1 0 0 0,-21-2 0 0 0,26 4-526 0 0,1 0 1 0 0,-1 1-1 0 0,1 0 0 0 0,-1 1 1 0 0,0 0-1 0 0,1-1 0 0 0,-1 2 1 0 0,1-1-1 0 0,0 1 0 0 0,0 0 0 0 0,-1 0 1 0 0,1 1-1 0 0,0 0 0 0 0,1 0 1 0 0,-1 1-1 0 0,1-1 0 0 0,-1 1 1 0 0,1 0-1 0 0,0 0 0 0 0,0 1 1 0 0,-4 5-1 0 0,1 1 181 0 0,1 1 0 0 0,0 0 1 0 0,0 0-1 0 0,1 1 0 0 0,0 0 0 0 0,2 0 1 0 0,-1 0-1 0 0,1 0 0 0 0,-2 18 0 0 0,5-24-297 0 0,0 0 0 0 0,1 0 0 0 0,0 0 0 0 0,0 0 0 0 0,1 0 0 0 0,-1 1-1 0 0,1-1 1 0 0,5 13 0 0 0,-5-16-82 0 0,0 0 1 0 0,1-1-1 0 0,0 1 0 0 0,0-1 1 0 0,0 1-1 0 0,0-1 0 0 0,1 0 0 0 0,-1 0 1 0 0,1 0-1 0 0,0 0 0 0 0,0-1 0 0 0,0 1 1 0 0,0-1-1 0 0,0 1 0 0 0,1-1 0 0 0,6 3 1 0 0,-2-2-2 0 0,0-1 0 0 0,0 1 0 0 0,0-2 1 0 0,1 1-1 0 0,-1-1 0 0 0,0-1 0 0 0,1 1 0 0 0,-1-1 1 0 0,0-1-1 0 0,1 0 0 0 0,-1 0 0 0 0,0 0 0 0 0,0-1 1 0 0,0 0-1 0 0,0-1 0 0 0,0 0 0 0 0,0 0 0 0 0,11-7 1 0 0,-11 6-32 0 0,-1 0 1 0 0,0-1-1 0 0,0 1 1 0 0,0-1 0 0 0,0-1-1 0 0,-1 0 1 0 0,0 0-1 0 0,0 0 1 0 0,-1 0-1 0 0,1-1 1 0 0,-2 0 0 0 0,1 0-1 0 0,-1 0 1 0 0,0-1-1 0 0,0 1 1 0 0,-1-1 0 0 0,0 0-1 0 0,3-10 1 0 0,-4-5-63 0 0,0 0 0 0 0,-1-1 0 0 0,-4-33 1 0 0,1-4-98 0 0,0 54 227 0 0,-3 20-18 0 0,-2 21 13 0 0,7-32-52 0 0,-4 26 30 0 0,2 36 1 0 0,2-67-343 0 0,0 0 1 0 0,1 0-1 0 0,-1 0 1 0 0,1 1-1 0 0,0-1 1 0 0,0 0-1 0 0,0 0 0 0 0,1 1 1 0 0,-1-1-1 0 0,0 0 1 0 0,3-2-1 0 0,17-20-5630 0 0,-20 24 5882 0 0,0 0 0 0 0,-1 0 0 0 0,0-1 1 0 0,1 1-1 0 0,-1 0 0 0 0,0 0 0 0 0,1-1 0 0 0,-1 1 0 0 0,0 0 1 0 0,0-1-1 0 0,0 1 0 0 0,0 0 0 0 0,0-1 0 0 0,0 1 0 0 0,-1 0 1 0 0,1 0-1 0 0,0-1 0 0 0,-1-1 0 0 0,-16-36 7824 0 0,17 39-7659 0 0,-2 17 1118 0 0,2 22-1155 0 0,57 423 933 0 0,-17-203-653 0 0,17 147 212 0 0,-56-393-528 0 0,-1 0 0 0 0,1 0-1 0 0,-2 0 1 0 0,0 0 0 0 0,-1 0-1 0 0,-4 20 1 0 0,4-28-16 0 0,1 0 0 0 0,-1 0 0 0 0,-1 0 0 0 0,1 0 0 0 0,-1-1 0 0 0,0 1-1 0 0,0-1 1 0 0,0 0 0 0 0,0 1 0 0 0,-1-1 0 0 0,0-1 0 0 0,0 1 0 0 0,0 0 0 0 0,0-1 0 0 0,0 0-1 0 0,-1 0 1 0 0,0 0 0 0 0,-6 2 0 0 0,-4 1 9 0 0,-1-1-1 0 0,0-1 1 0 0,0 0 0 0 0,0-1-1 0 0,0-1 1 0 0,0 0 0 0 0,-1-1-1 0 0,1-1 1 0 0,-1-1-1 0 0,1 0 1 0 0,0-1 0 0 0,0-1-1 0 0,-1 0 1 0 0,2-1 0 0 0,-17-7-1 0 0,28 9-14 0 0,-1 0-1 0 0,1 0 1 0 0,0 0-1 0 0,0-1 1 0 0,0 0-1 0 0,0 0 1 0 0,1 0-1 0 0,-1 0 1 0 0,1 0-1 0 0,0-1 1 0 0,0 0 0 0 0,0 1-1 0 0,0-1 1 0 0,0 0-1 0 0,-1-5 1 0 0,1 2-4 0 0,0 0 1 0 0,1 0 0 0 0,0 0-1 0 0,1 0 1 0 0,0 0 0 0 0,0 0-1 0 0,0-1 1 0 0,1 1 0 0 0,0-8-1 0 0,4-12-94 0 0,0-1 0 0 0,2 1-1 0 0,0 0 1 0 0,12-28 0 0 0,-16 50 53 0 0,23-67-2224 0 0,42-96-9990 0 0,-39 102 7591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2:04.3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7 268 4816 0 0,'-1'3'564'0'0,"0"0"-1"0"0,0 1 0 0 0,0-1 1 0 0,0 1-1 0 0,1-1 0 0 0,-1 1 0 0 0,1-1 1 0 0,0 6-1 0 0,0-8-411 0 0,0 0 0 0 0,0 0 0 0 0,0 1-1 0 0,0-1 1 0 0,0 0 0 0 0,0 0 0 0 0,0 0 0 0 0,0 0 0 0 0,0 0-1 0 0,1 0 1 0 0,-1 0 0 0 0,1 1 0 0 0,-1-1 0 0 0,0 0 0 0 0,1 0 0 0 0,0 0-1 0 0,-1 0 1 0 0,1-1 0 0 0,0 1 0 0 0,-1 0 0 0 0,1 0 0 0 0,0 0-1 0 0,0 0 1 0 0,0-1 0 0 0,0 1 0 0 0,-1 0 0 0 0,1-1 0 0 0,0 1-1 0 0,2 0 1 0 0,0-1 67 0 0,0 0 0 0 0,0-1 0 0 0,0 1 0 0 0,0-1 0 0 0,-1 1 0 0 0,1-1 0 0 0,0 0 0 0 0,0 0 0 0 0,0 0 0 0 0,-1-1-1 0 0,1 1 1 0 0,0 0 0 0 0,3-4 0 0 0,33-27 1593 0 0,-29 22-1208 0 0,1 1-338 0 0,-1-1-1 0 0,0 0 1 0 0,-1 0-1 0 0,0-1 1 0 0,-1-1-1 0 0,0 1 1 0 0,-1-1-1 0 0,0-1 1 0 0,-1 1-1 0 0,0-1 1 0 0,-1 0-1 0 0,0 0 1 0 0,-1-1-1 0 0,-1 1 1 0 0,0-1-1 0 0,1-19 1 0 0,-4 31-245 0 0,0-1 1 0 0,0 1-1 0 0,0 0 0 0 0,0-1 1 0 0,-1 1-1 0 0,1 0 1 0 0,-1-1-1 0 0,1 1 1 0 0,-1 0-1 0 0,0 0 1 0 0,0-1-1 0 0,0 1 1 0 0,0 0-1 0 0,0 0 1 0 0,0 0-1 0 0,-1 0 1 0 0,1 0-1 0 0,-3-2 1 0 0,2 3-6 0 0,1 0 0 0 0,-1 0 1 0 0,0 0-1 0 0,0 0 0 0 0,0 0 0 0 0,0 1 1 0 0,0-1-1 0 0,0 0 0 0 0,0 1 1 0 0,0 0-1 0 0,0-1 0 0 0,0 1 1 0 0,0 0-1 0 0,0 0 0 0 0,0 0 0 0 0,-4 1 1 0 0,-1 0 10 0 0,1 1 0 0 0,-1 0-1 0 0,1 0 1 0 0,0 0 0 0 0,-1 1 0 0 0,1 0 0 0 0,0 1 0 0 0,1-1 0 0 0,-1 1 0 0 0,0 0 0 0 0,-6 7 0 0 0,4-3 8 0 0,1 1 1 0 0,0 1 0 0 0,1-1 0 0 0,0 1-1 0 0,0 0 1 0 0,1 0 0 0 0,1 1 0 0 0,0-1-1 0 0,0 1 1 0 0,1 0 0 0 0,0 0 0 0 0,1 1 0 0 0,0-1-1 0 0,1 0 1 0 0,0 1 0 0 0,1-1 0 0 0,0 1-1 0 0,2 13 1 0 0,-1-18-21 0 0,0 0 1 0 0,1 1-1 0 0,-1-1 0 0 0,1-1 1 0 0,0 1-1 0 0,1 0 0 0 0,0 0 1 0 0,0-1-1 0 0,0 1 0 0 0,1-1 1 0 0,0 0-1 0 0,0 0 0 0 0,0-1 0 0 0,1 1 1 0 0,0-1-1 0 0,0 0 0 0 0,1 0 1 0 0,-1 0-1 0 0,1-1 0 0 0,0 0 1 0 0,0 0-1 0 0,0-1 0 0 0,1 1 1 0 0,-1-1-1 0 0,1-1 0 0 0,0 1 1 0 0,0-1-1 0 0,0-1 0 0 0,0 1 1 0 0,0-1-1 0 0,0 0 0 0 0,0 0 0 0 0,9-1 1 0 0,-1-1-148 0 0,-1 0 1 0 0,1-1-1 0 0,-1 0 1 0 0,0-1 0 0 0,0-1-1 0 0,0 0 1 0 0,0-1-1 0 0,0 0 1 0 0,-1-1-1 0 0,0-1 1 0 0,0 0 0 0 0,12-10-1 0 0,-15 10-2015 0 0,0-1-1 0 0,-1-1 0 0 0,0 1 1 0 0,15-20-1 0 0,-9 5-2584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2:04.6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132 80 4576 0 0,'4'-1'10536'0'0,"16"-3"-7998"0"0,-16 3-2203 0 0,0 0 0 0 0,0-1 1 0 0,0 0-1 0 0,0 1 0 0 0,0-1 0 0 0,-1-1 1 0 0,1 1-1 0 0,0 0 0 0 0,-1-1 1 0 0,0 0-1 0 0,0 0 0 0 0,0 0 0 0 0,0 0 1 0 0,0 0-1 0 0,0-1 0 0 0,-1 1 1 0 0,0-1-1 0 0,1 0 0 0 0,2-7 1 0 0,-5 11-322 0 0,0-1 0 0 0,0 1 1 0 0,0 0-1 0 0,0-1 1 0 0,0 1-1 0 0,1-1 1 0 0,-1 1-1 0 0,0 0 1 0 0,0-1-1 0 0,0 1 0 0 0,0 0 1 0 0,0-1-1 0 0,-1 1 1 0 0,1-1-1 0 0,0 1 1 0 0,0 0-1 0 0,0-1 1 0 0,0 1-1 0 0,0 0 0 0 0,0-1 1 0 0,-1 1-1 0 0,1 0 1 0 0,0-1-1 0 0,0 1 1 0 0,0 0-1 0 0,-1 0 1 0 0,1-1-1 0 0,0 1 0 0 0,0 0 1 0 0,-1 0-1 0 0,1-1 1 0 0,0 1-1 0 0,-1 0 1 0 0,1 0-1 0 0,-18-4 325 0 0,-18 10 1 0 0,26-1-301 0 0,0 0-1 0 0,1 1 0 0 0,-1 0 0 0 0,1 0 0 0 0,0 1 1 0 0,1 1-1 0 0,0-1 0 0 0,0 1 0 0 0,0 0 1 0 0,1 1-1 0 0,0 0 0 0 0,1 0 0 0 0,0 1 0 0 0,1-1 1 0 0,-8 19-1 0 0,10-20-32 0 0,0-1 1 0 0,1 0-1 0 0,0 1 1 0 0,0 0-1 0 0,1-1 0 0 0,0 1 1 0 0,1 0-1 0 0,-1 0 1 0 0,1-1-1 0 0,1 1 0 0 0,0 0 1 0 0,0 0-1 0 0,0-1 1 0 0,1 1-1 0 0,0-1 0 0 0,1 1 1 0 0,-1-1-1 0 0,1 0 1 0 0,1 0-1 0 0,0 0 1 0 0,0 0-1 0 0,0-1 0 0 0,7 9 1 0 0,7 4-8 0 0,0-2 1 0 0,2 0-1 0 0,21 15 1 0 0,-20-17 19 0 0,-1 1 0 0 0,33 34 1 0 0,-52-48-17 0 0,0-1 1 0 0,1 0 0 0 0,-1 1-1 0 0,0-1 1 0 0,0 0 0 0 0,0 1-1 0 0,0-1 1 0 0,-1 1 0 0 0,1 0-1 0 0,0-1 1 0 0,-1 1 0 0 0,1 0-1 0 0,-1-1 1 0 0,1 1 0 0 0,-1 0-1 0 0,0 0 1 0 0,0-1 0 0 0,1 1-1 0 0,-1 0 1 0 0,-1 0 0 0 0,1 0-1 0 0,-1 2 1 0 0,0-1 2 0 0,0-1-1 0 0,0 0 1 0 0,0 0 0 0 0,-1 0 0 0 0,1 0-1 0 0,-1 0 1 0 0,0 0 0 0 0,0 0-1 0 0,1 0 1 0 0,-1-1 0 0 0,0 1-1 0 0,0-1 1 0 0,0 1 0 0 0,-3 0 0 0 0,-8 4-17 0 0,0 0 0 0 0,0-1 0 0 0,-1-1 1 0 0,-21 4-1 0 0,22-5-449 0 0,-49 8 456 0 0,31-11-2908 0 0,6-8-4917 0 0,14-2 2741 0 0,5-6-1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2:05.1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4448 0 0,'0'0'3218'0'0,"12"0"-476"0"0,-3 1-2226 0 0,1 0 1 0 0,-1 0-1 0 0,1 1 1 0 0,-1 1-1 0 0,0 0 1 0 0,0 0-1 0 0,14 7 1 0 0,59 36 1459 0 0,-50-25-1511 0 0,-2 1 1 0 0,0 1-1 0 0,-2 2 0 0 0,-1 1 0 0 0,0 1 0 0 0,-2 1 0 0 0,-2 1 1 0 0,0 1-1 0 0,-2 2 0 0 0,-1 0 0 0 0,-2 1 0 0 0,21 51 1 0 0,-27-53-371 0 0,-1 1 0 0 0,-2 0 1 0 0,-1 0-1 0 0,-1 0 1 0 0,-2 1-1 0 0,-2 0 1 0 0,0 1-1 0 0,-3-1 1 0 0,0 0-1 0 0,-2 0 1 0 0,-2 0-1 0 0,-1 0 1 0 0,-1 0-1 0 0,-15 43 1 0 0,6-37-22 0 0,-1-2 1 0 0,-2 0-1 0 0,-25 37 1 0 0,-74 96 133 0 0,58-88-172 0 0,52-72-87 0 0,0 1 0 0 0,1 0-1 0 0,0 0 1 0 0,0 1 0 0 0,-5 19-1 0 0,2 10-5200 0 0,10-29 507 0 0,4-4 1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2:10.5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966 85 4504 0 0,'0'-2'292'0'0,"0"-1"0"0"0,-1 0 0 0 0,1 0 0 0 0,0 0 1 0 0,-1 0-1 0 0,0 0 0 0 0,0 1 0 0 0,0-1 0 0 0,0 0 0 0 0,0 0 0 0 0,0 1 0 0 0,-1-1 0 0 0,1 1 0 0 0,-1-1 0 0 0,0 1 0 0 0,1 0 0 0 0,-1 0 0 0 0,-3-3 0 0 0,0 2 2 0 0,1-1 0 0 0,-1 2 1 0 0,0-1-1 0 0,1 0 0 0 0,-1 1 1 0 0,0 0-1 0 0,-1 0 0 0 0,1 0 1 0 0,-7 0-1 0 0,-7-1 344 0 0,0 0 0 0 0,0 2-1 0 0,0 0 1 0 0,-29 4 0 0 0,22 0-241 0 0,1 2 1 0 0,-1 1-1 0 0,1 0 0 0 0,1 2 1 0 0,-1 1-1 0 0,1 1 0 0 0,1 2 1 0 0,0 0-1 0 0,1 1 1 0 0,0 1-1 0 0,1 1 0 0 0,-21 19 1 0 0,-5 8-113 0 0,2 2 0 0 0,3 2 1 0 0,-68 94-1 0 0,81-100-148 0 0,3 1 0 0 0,1 2-1 0 0,2 1 1 0 0,-25 67 0 0 0,39-85-75 0 0,1-1 0 0 0,2 1-1 0 0,0 1 1 0 0,2-1 0 0 0,1 1 0 0 0,1 0 0 0 0,1 0 0 0 0,1 0-1 0 0,8 48 1 0 0,-5-59-31 0 0,0-1 0 0 0,1 0-1 0 0,1 0 1 0 0,0 0 0 0 0,1-1 0 0 0,1 0-1 0 0,0 0 1 0 0,1 0 0 0 0,0-1-1 0 0,1 0 1 0 0,1-1 0 0 0,0 0 0 0 0,1 0-1 0 0,0-1 1 0 0,0-1 0 0 0,1 0-1 0 0,1 0 1 0 0,0-1 0 0 0,0-1 0 0 0,1 0-1 0 0,0-1 1 0 0,0 0 0 0 0,0-1 0 0 0,25 6-1 0 0,-14-6-73 0 0,0-1 0 0 0,0-1 0 0 0,1-1 0 0 0,-1-2 0 0 0,1 0 0 0 0,-1-2 0 0 0,1-1 0 0 0,-1-1 1 0 0,1-1-1 0 0,-1-1 0 0 0,0-1 0 0 0,-1-1 0 0 0,0-2 0 0 0,0 0 0 0 0,0-1 0 0 0,-1-2 0 0 0,-1 0 0 0 0,0-2 0 0 0,23-18 0 0 0,-30 21-1126 0 0,23-20 1477 0 0,-29 18-4890 0 0,-2 0-5089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2:10.9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154 215 3248 0 0,'-6'-2'519'0'0,"-1"0"-1"0"0,1-1 0 0 0,-1 0 1 0 0,1 0-1 0 0,0-1 0 0 0,0 1 1 0 0,0-1-1 0 0,1-1 1 0 0,-6-4-1 0 0,3 3 29 0 0,-2-2 290 0 0,0-1 1 0 0,0 0-1 0 0,-16-20 0 0 0,23 26-529 0 0,1 0-1 0 0,-1-1 0 0 0,1 1 1 0 0,0-1-1 0 0,0 1 1 0 0,0-1-1 0 0,1 0 0 0 0,-1 0 1 0 0,1 0-1 0 0,0 0 0 0 0,0 0 1 0 0,0 0-1 0 0,1 0 0 0 0,-1 0 1 0 0,1-1-1 0 0,1-5 1 0 0,-1 8-167 0 0,1 1 0 0 0,0-1 0 0 0,0 1 0 0 0,0-1 0 0 0,0 1 0 0 0,0 0 0 0 0,1-1 1 0 0,-1 1-1 0 0,0 0 0 0 0,1 0 0 0 0,-1 0 0 0 0,0 0 0 0 0,1 0 0 0 0,0 0 0 0 0,-1 1 1 0 0,1-1-1 0 0,-1 0 0 0 0,1 1 0 0 0,0-1 0 0 0,-1 1 0 0 0,1 0 0 0 0,0 0 0 0 0,0-1 0 0 0,-1 1 1 0 0,1 0-1 0 0,0 0 0 0 0,3 1 0 0 0,49 2 645 0 0,-54-3-783 0 0,8 1 48 0 0,118 16-423 0 0,129 0 0 0 0,-260-19 237 0 0,0 0 1 0 0,0-1-1 0 0,1 0 0 0 0,-1 0 0 0 0,1 0 0 0 0,0-1 1 0 0,0 1-1 0 0,0-1 0 0 0,-4-4 0 0 0,-2-2 161 0 0,9 9 16 0 0,0 0 0 0 0,0-1 0 0 0,0 1 0 0 0,0 0 0 0 0,-1 0 0 0 0,1 0 0 0 0,-1 0 0 0 0,1 0 0 0 0,-1 0 0 0 0,1 0 0 0 0,-1 1 0 0 0,1-1 0 0 0,-1 1 0 0 0,0-1 0 0 0,1 1 0 0 0,-1-1 0 0 0,0 1 0 0 0,1 0 0 0 0,-1 0 0 0 0,0 0 0 0 0,-1 0 0 0 0,1 1 19 0 0,0 0-1 0 0,0 0 1 0 0,1 1 0 0 0,-1-1-1 0 0,1 1 1 0 0,-1-1-1 0 0,1 1 1 0 0,-1-1-1 0 0,1 1 1 0 0,0 0-1 0 0,0 0 1 0 0,0-1 0 0 0,0 1-1 0 0,0 0 1 0 0,0 0-1 0 0,1 0 1 0 0,-1 2-1 0 0,-5 15 267 0 0,0-1 0 0 0,2 1-1 0 0,0 0 1 0 0,-2 37 0 0 0,3-26-42 0 0,-3 27 460 0 0,2-1-1 0 0,6 95 1 0 0,-2-147-718 0 0,0 0 0 0 0,1-1 0 0 0,-1 1 0 0 0,1 0 0 0 0,0-1 0 0 0,0 1 0 0 0,1-1 0 0 0,-1 1 0 0 0,1-1 0 0 0,-1 0 0 0 0,1 0 0 0 0,0 1 0 0 0,0-1 0 0 0,0 0 0 0 0,1-1 0 0 0,-1 1 0 0 0,1 0 0 0 0,4 3 0 0 0,-4-4-389 0 0,1 0 1 0 0,-1-1-1 0 0,1 1 0 0 0,-1 0 1 0 0,1-1-1 0 0,7 2 0 0 0,31 1-9216 0 0,-21-4 4634 0 0,-3 0-1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2:12.1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61 117 5080 0 0,'-2'0'215'0'0,"0"0"0"0"0,0 0 0 0 0,0 0 0 0 0,1 0-1 0 0,-1 0 1 0 0,0 0 0 0 0,0 1 0 0 0,0-1-1 0 0,0 1 1 0 0,1-1 0 0 0,-1 1 0 0 0,0 0-1 0 0,0 0 1 0 0,1 0 0 0 0,-1 0 0 0 0,1 0-1 0 0,-1 0 1 0 0,1 0 0 0 0,-1 0 0 0 0,1 1-1 0 0,0-1 1 0 0,-1 0 0 0 0,1 1 0 0 0,0-1-1 0 0,0 1 1 0 0,0 0 0 0 0,0-1 0 0 0,0 1 0 0 0,1 0-1 0 0,-1-1 1 0 0,0 1 0 0 0,1 0 0 0 0,-1 0-1 0 0,1 0 1 0 0,-1 2 0 0 0,-3 17 591 0 0,1 1 1 0 0,1-1 0 0 0,0 0-1 0 0,2 1 1 0 0,2 28 0 0 0,4 2 1122 0 0,13 54-1 0 0,-19-104-1834 0 0,20 67 1861 0 0,-19-65-1897 0 0,0-1-1 0 0,1 0 1 0 0,-1 1 0 0 0,1-1-1 0 0,-1 0 1 0 0,1 0 0 0 0,0 0-1 0 0,0-1 1 0 0,0 1 0 0 0,1 0-1 0 0,-1-1 1 0 0,1 1 0 0 0,-1-1-1 0 0,1 0 1 0 0,0 0 0 0 0,0 0-1 0 0,0 0 1 0 0,3 1 0 0 0,-6-3-51 0 0,1 0 0 0 0,-1 0 0 0 0,1 0 0 0 0,-1-1 0 0 0,0 1 0 0 0,1 0 0 0 0,-1 0 0 0 0,0 0 0 0 0,1-1 0 0 0,-1 1 0 0 0,0 0 0 0 0,0-1 0 0 0,1 1 0 0 0,-1 0 0 0 0,0 0 0 0 0,0-1 0 0 0,0 1 0 0 0,1-1 0 0 0,-1 1 0 0 0,0 0 0 0 0,0-1 0 0 0,0 1 0 0 0,0 0 0 0 0,0-1 0 0 0,0 1 0 0 0,0-1 0 0 0,0 1 0 0 0,1 0 0 0 0,-2-1 0 0 0,1 1 0 0 0,0-1 0 0 0,0 1 0 0 0,0 0 0 0 0,0-1 0 0 0,0-19 39 0 0,0 17-21 0 0,-2-96 163 0 0,2-74 7 0 0,2 147-167 0 0,1 0 0 0 0,1 0 0 0 0,1 1 1 0 0,13-40-1 0 0,-15 58-21 0 0,0 0 1 0 0,0 0-1 0 0,1 0 1 0 0,-1 0-1 0 0,1 1 1 0 0,1 0-1 0 0,-1 0 1 0 0,1 0-1 0 0,0 0 1 0 0,1 1-1 0 0,-1 0 1 0 0,1 0-1 0 0,0 0 0 0 0,0 1 1 0 0,1 0-1 0 0,-1 0 1 0 0,1 0-1 0 0,0 1 1 0 0,0 0-1 0 0,0 1 1 0 0,0-1-1 0 0,12-1 1 0 0,-5 2-110 0 0,1 0 0 0 0,-1 2-1 0 0,0-1 1 0 0,1 2 0 0 0,-1 0 0 0 0,1 1 0 0 0,-1 0 0 0 0,0 1 0 0 0,0 0 0 0 0,0 2-1 0 0,13 5 1 0 0,-9-2-683 0 0,-1 1-1 0 0,0 1 0 0 0,-1 0 1 0 0,17 14-1 0 0,27 17-2199 0 0,-56-38 2755 0 0,1 0 0 0 0,0-1 0 0 0,0 0 0 0 0,0 0 0 0 0,0 0 0 0 0,1-1 0 0 0,-1 0 0 0 0,0 0 0 0 0,7 1 0 0 0,-23-2 619 0 0,0 1-1 0 0,0 0 0 0 0,0 0 0 0 0,0 1 1 0 0,1 1-1 0 0,-1 0 0 0 0,1 0 0 0 0,0 1 1 0 0,0 0-1 0 0,0 1 0 0 0,0 0 0 0 0,1 1 1 0 0,0 0-1 0 0,0 0 0 0 0,1 1 0 0 0,-16 15 1 0 0,16-13-257 0 0,0 1 1 0 0,0 1-1 0 0,1-1 1 0 0,0 1-1 0 0,1 1 1 0 0,0-1 0 0 0,1 1-1 0 0,1 0 1 0 0,-1 0-1 0 0,2 0 1 0 0,0 1-1 0 0,0-1 1 0 0,1 1 0 0 0,0 16-1 0 0,1-26-107 0 0,1-1-1 0 0,0 1 1 0 0,0 0-1 0 0,0-1 1 0 0,1 1-1 0 0,-1-1 1 0 0,0 1-1 0 0,1-1 1 0 0,0 1-1 0 0,-1-1 0 0 0,1 1 1 0 0,0-1-1 0 0,1 1 1 0 0,-1-1-1 0 0,0 0 1 0 0,0 0-1 0 0,1 1 1 0 0,0-1-1 0 0,-1 0 1 0 0,4 2-1 0 0,-2-2-3 0 0,0 0 1 0 0,0-1-1 0 0,0 1 0 0 0,0-1 0 0 0,0 0 0 0 0,0 0 0 0 0,0 0 0 0 0,0 0 0 0 0,1 0 1 0 0,-1-1-1 0 0,0 0 0 0 0,0 0 0 0 0,1 1 0 0 0,3-2 0 0 0,4 0-2 0 0,-1-1-1 0 0,1 0 0 0 0,-1 0 0 0 0,0-1 1 0 0,1-1-1 0 0,-1 0 0 0 0,-1 0 1 0 0,1-1-1 0 0,9-6 0 0 0,-13 7-18 0 0,-1 0 1 0 0,1-1-1 0 0,-1 0 0 0 0,-1 0 0 0 0,1 0 0 0 0,-1 0 0 0 0,0-1 0 0 0,0 0 0 0 0,0 0 0 0 0,-1 0 0 0 0,0 0 1 0 0,0-1-1 0 0,0 1 0 0 0,-1-1 0 0 0,2-9 0 0 0,0-6 21 0 0,-1 0 0 0 0,-1 0 0 0 0,-1-33 0 0 0,-1 53 165 0 0,-1 7-42 0 0,-2 19 58 0 0,-3 35 88 0 0,5-56-276 0 0,0 14 77 0 0,0 0 1 0 0,1 0 0 0 0,1-1-1 0 0,3 20 1 0 0,-4-33-75 0 0,1 1 0 0 0,0 0 0 0 0,0-1 0 0 0,0 1 1 0 0,0-1-1 0 0,0 0 0 0 0,1 1 0 0 0,0-1 0 0 0,-1 0 0 0 0,1 0 0 0 0,0 0 1 0 0,1 0-1 0 0,-1 0 0 0 0,0 0 0 0 0,1-1 0 0 0,0 1 0 0 0,0-1 1 0 0,-1 0-1 0 0,1 0 0 0 0,1 0 0 0 0,-1 0 0 0 0,0 0 0 0 0,0-1 0 0 0,1 1 1 0 0,4 0-1 0 0,1 0-19 0 0,0 0 0 0 0,0-1 0 0 0,0 0-1 0 0,0-1 1 0 0,0 0 0 0 0,0 0 0 0 0,1-1 0 0 0,-1 0 0 0 0,0-1 0 0 0,-1 0 0 0 0,1 0 0 0 0,14-6 0 0 0,-18 6-18 0 0,0-1 0 0 0,1 0-1 0 0,-1 1 1 0 0,0-2 0 0 0,-1 1 0 0 0,1 0 0 0 0,0-1 0 0 0,-1 0 0 0 0,0 0 0 0 0,0-1 0 0 0,0 1 0 0 0,-1-1 0 0 0,1 1 0 0 0,-1-1 0 0 0,0 0-1 0 0,-1-1 1 0 0,1 1 0 0 0,-1 0 0 0 0,0-1 0 0 0,2-6 0 0 0,-1-13-69 0 0,-1 1 0 0 0,-1-31 0 0 0,-2 12 69 0 0,0 33 80 0 0,1 11 62 0 0,0 758 623 0 0,-3-791-1063 0 0,0-1-1 0 0,-10-37 1 0 0,-3-27-68 0 0,9 39 113 0 0,2 1 1 0 0,3-1 0 0 0,9-98-1 0 0,-5 144 235 0 0,1-1-1 0 0,0 1 1 0 0,1 0 0 0 0,0 0-1 0 0,1 0 1 0 0,0 1-1 0 0,1 0 1 0 0,1 0-1 0 0,-1 0 1 0 0,2 0-1 0 0,-1 1 1 0 0,14-13 0 0 0,-15 17 55 0 0,1-1 0 0 0,1 1 0 0 0,-1 1 0 0 0,1-1 0 0 0,0 1 1 0 0,0 0-1 0 0,0 1 0 0 0,1 0 0 0 0,0 0 0 0 0,0 1 0 0 0,0 0 1 0 0,0 1-1 0 0,0 0 0 0 0,0 0 0 0 0,1 1 0 0 0,-1 0 0 0 0,12 1 1 0 0,-19 0 2 0 0,-1 0 1 0 0,1 0 0 0 0,0 0-1 0 0,-1 0 1 0 0,1 0 0 0 0,0 0-1 0 0,-1 1 1 0 0,1-1 0 0 0,-1 1-1 0 0,1-1 1 0 0,-1 1-1 0 0,1 0 1 0 0,-1 0 0 0 0,1-1-1 0 0,-1 1 1 0 0,0 0 0 0 0,1 0-1 0 0,-1 0 1 0 0,0 1 0 0 0,0-1-1 0 0,0 0 1 0 0,0 0 0 0 0,0 1-1 0 0,0-1 1 0 0,0 0 0 0 0,0 1-1 0 0,0-1 1 0 0,-1 1 0 0 0,1-1-1 0 0,-1 1 1 0 0,1-1 0 0 0,-1 1-1 0 0,1 0 1 0 0,-1-1 0 0 0,0 1-1 0 0,0 0 1 0 0,0 2 0 0 0,0 0 39 0 0,-1 1 0 0 0,1 0-1 0 0,-1 0 1 0 0,0 0 0 0 0,0-1 0 0 0,-1 1 0 0 0,0-1 0 0 0,0 1 0 0 0,0-1 0 0 0,0 1 0 0 0,-5 5 0 0 0,-3 4 47 0 0,-1-1 1 0 0,-1 0 0 0 0,0-1-1 0 0,-1-1 1 0 0,0 0 0 0 0,-1-1-1 0 0,0 0 1 0 0,-18 9 0 0 0,-1-3-3813 0 0,-2-3-4020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2:12.8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47 861 5024 0 0,'-4'7'1099'0'0,"-9"12"2808"0"0,-15 33-1 0 0,28-52-3843 0 0,0 0 0 0 0,0 0 0 0 0,0 0 0 0 0,0 1 0 0 0,-1-1 0 0 0,1 0 0 0 0,0 0 0 0 0,0 1 0 0 0,0-1 0 0 0,0 0 0 0 0,0 0 0 0 0,0 1 0 0 0,0-1 0 0 0,0 0 0 0 0,0 1 0 0 0,0-1 0 0 0,0 0 0 0 0,0 0 0 0 0,0 1 0 0 0,0-1 0 0 0,0 0 0 0 0,0 0 0 0 0,0 1 0 0 0,0-1 0 0 0,0 0 0 0 0,0 0 0 0 0,1 1 0 0 0,-1-1 0 0 0,0 0 0 0 0,0 0 0 0 0,0 1 0 0 0,0-1 0 0 0,0 0 0 0 0,1 0 0 0 0,-1 0 0 0 0,0 1 0 0 0,0-1 0 0 0,1 0 0 0 0,-1 0 0 0 0,0 0 0 0 0,1 0 0 0 0,13 0 1431 0 0,15-9 144 0 0,-13 2-1181 0 0,1-1-1 0 0,-1-1 1 0 0,-1 0-1 0 0,0-1 0 0 0,0 0 1 0 0,-1-1-1 0 0,0-1 1 0 0,-1-1-1 0 0,-1 1 0 0 0,0-2 1 0 0,0 0-1 0 0,10-17 1 0 0,-11 11-419 0 0,0 0 1 0 0,-2 0 0 0 0,0-1-1 0 0,-1 0 1 0 0,-1-1 0 0 0,-1 0-1 0 0,-1 0 1 0 0,-1 0 0 0 0,1-30-1 0 0,2-98-179 0 0,-14-180-1 0 0,7 326 129 0 0,0 0-1 0 0,-1 1 1 0 0,0-1-1 0 0,0 1 1 0 0,0-1 0 0 0,0 0-1 0 0,0 1 1 0 0,-1 0-1 0 0,1-1 1 0 0,-1 1 0 0 0,-4-6-1 0 0,5 8 11 0 0,0 0 0 0 0,1 1-1 0 0,-1-1 1 0 0,0 0 0 0 0,0 1-1 0 0,0-1 1 0 0,0 0 0 0 0,0 1-1 0 0,0-1 1 0 0,0 1 0 0 0,0 0-1 0 0,0-1 1 0 0,-1 1 0 0 0,1 0-1 0 0,0 0 1 0 0,0-1 0 0 0,0 1-1 0 0,0 0 1 0 0,0 0 0 0 0,-1 0-1 0 0,1 1 1 0 0,0-1 0 0 0,0 0-1 0 0,0 0 1 0 0,0 0 0 0 0,0 1-1 0 0,0-1 1 0 0,0 1 0 0 0,0-1-1 0 0,0 1 1 0 0,0-1 0 0 0,0 1-1 0 0,0 0 1 0 0,0-1 0 0 0,0 1-1 0 0,0 0 1 0 0,0 0 0 0 0,1 0-1 0 0,-1-1 1 0 0,0 1 0 0 0,-1 2-1 0 0,-5 6 6 0 0,1-1 1 0 0,0 1-1 0 0,0 1 0 0 0,0-1 0 0 0,1 1 0 0 0,1 0 0 0 0,0 1 0 0 0,0-1 1 0 0,1 0-1 0 0,0 1 0 0 0,-2 13 0 0 0,-1 21 53 0 0,-1 63 0 0 0,6-73-37 0 0,-4 423 291 0 0,6-276-191 0 0,-4 105 130 0 0,5-279-198 0 0,4-16-26 0 0,9-25-11 0 0,-12 25-8 0 0,22-52 22 0 0,2 1 0 0 0,64-100 0 0 0,-84 149-26 0 0,0 1 1 0 0,1 0-1 0 0,14-13 1 0 0,-19 20 1 0 0,0-1 0 0 0,0 1 0 0 0,0-1 1 0 0,0 1-1 0 0,1 0 0 0 0,-1 1 0 0 0,1-1 1 0 0,-1 0-1 0 0,1 1 0 0 0,0 0 0 0 0,0 0 1 0 0,-1 0-1 0 0,1 0 0 0 0,4 1 0 0 0,-6 0 0 0 0,-1 1-1 0 0,1-1 1 0 0,-1 1-1 0 0,1-1 1 0 0,-1 1-1 0 0,1 0 1 0 0,-1 0-1 0 0,0 0 0 0 0,1 0 1 0 0,-1 0-1 0 0,0 0 1 0 0,0 0-1 0 0,0 0 1 0 0,0 0-1 0 0,0 1 1 0 0,0-1-1 0 0,0 0 1 0 0,0 1-1 0 0,0-1 0 0 0,-1 1 1 0 0,1-1-1 0 0,-1 1 1 0 0,1-1-1 0 0,-1 1 1 0 0,1-1-1 0 0,-1 1 1 0 0,0 0-1 0 0,0 2 0 0 0,6 56 73 0 0,-5-50-61 0 0,-2 63 73 0 0,-1-57-53 0 0,2 0-1 0 0,-1 1 1 0 0,2-1 0 0 0,0 1-1 0 0,2-1 1 0 0,-1 0 0 0 0,9 25-1 0 0,-11-40-26 0 0,0 0-1 0 0,1 1 0 0 0,-1-1 0 0 0,1 0 0 0 0,-1 0 0 0 0,1 0 0 0 0,0 0 1 0 0,-1 0-1 0 0,1 0 0 0 0,0 0 0 0 0,0 0 0 0 0,0-1 0 0 0,-1 1 0 0 0,1 0 1 0 0,0 0-1 0 0,0-1 0 0 0,0 1 0 0 0,0 0 0 0 0,1-1 0 0 0,-1 1 1 0 0,0-1-1 0 0,0 0 0 0 0,0 1 0 0 0,0-1 0 0 0,0 0 0 0 0,2 1 0 0 0,0-2 2 0 0,-1 1 0 0 0,0 0 0 0 0,1-1 0 0 0,-1 0 0 0 0,0 0 0 0 0,1 1 0 0 0,-1-1 0 0 0,0 0 0 0 0,0-1 0 0 0,0 1 0 0 0,0 0 0 0 0,3-3 0 0 0,4-3-80 0 0,-1-1 1 0 0,0 0 0 0 0,0 0-1 0 0,8-14 1 0 0,6-9-426 0 0,-3 3-3514 0 0,1 0-8427 0 0,-12 17 7445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2:14.6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 23 3528 0 0,'0'0'604'0'0,"-2"-2"-32"0"0,2-1-68 0 0,0 2-151 0 0,0 0-325 0 0,0-4-1145 0 0,0 0 1 0 0,5-1 0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2:14.9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638 0 4296 0 0,'-14'1'612'0'0,"0"1"0"0"0,1 0-1 0 0,-1 0 1 0 0,1 2-1 0 0,0 0 1 0 0,0 0-1 0 0,0 1 1 0 0,1 0-1 0 0,-15 9 1 0 0,-1 3 212 0 0,0 1-1 0 0,-42 36 1 0 0,39-26-232 0 0,3 1 0 0 0,0 2-1 0 0,2 0 1 0 0,1 2 0 0 0,2 1-1 0 0,1 1 1 0 0,2 0 0 0 0,-17 42-1 0 0,13-19 113 0 0,2 2 0 0 0,3 0-1 0 0,3 1 1 0 0,-14 99 0 0 0,16 18 45 0 0,14-153-594 0 0,1 1 1 0 0,1 0-1 0 0,1-1 0 0 0,13 47 1 0 0,-14-64-157 0 0,1 1 1 0 0,1-1-1 0 0,0 0 1 0 0,0 0 0 0 0,0 0-1 0 0,1-1 1 0 0,0 1-1 0 0,1-1 1 0 0,-1 0-1 0 0,1 0 1 0 0,1-1-1 0 0,11 10 1 0 0,-7-9 131 0 0,-1 0 1 0 0,1-1-1 0 0,1 0 1 0 0,-1-1-1 0 0,1 0 1 0 0,0-1-1 0 0,0 0 1 0 0,14 2-1 0 0,0-2-581 0 0,1 0 0 0 0,0-2 0 0 0,28-1 0 0 0,74-11-8507 0 0,-84 4 4401 0 0,-1-2-1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2:15.6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408 679 4776 0 0,'0'-2'298'0'0,"0"0"-1"0"0,0 0 0 0 0,0 0 0 0 0,-1 0 0 0 0,1 0 0 0 0,-1 1 0 0 0,1-1 0 0 0,-1 0 0 0 0,0 0 0 0 0,1 0 0 0 0,-1 1 0 0 0,0-1 0 0 0,0 0 1 0 0,0 1-1 0 0,0-1 0 0 0,-1 0 0 0 0,1 1 0 0 0,0 0 0 0 0,-1-1 0 0 0,1 1 0 0 0,-3-2 0 0 0,0 1 11 0 0,0 0 0 0 0,-1 0 0 0 0,1 0 0 0 0,0 0 0 0 0,-1 1 0 0 0,1 0 0 0 0,0 0 0 0 0,-1 0 0 0 0,-4 0 0 0 0,-6 0 319 0 0,0 1 0 0 0,-1 1 0 0 0,1 0 0 0 0,-27 6 1 0 0,25-3-61 0 0,1 0 1 0 0,-1 2 0 0 0,2 0-1 0 0,-1 1 1 0 0,1 0 0 0 0,0 1-1 0 0,-22 16 1 0 0,29-18-424 0 0,1-1 0 0 0,0 2 0 0 0,0-1 0 0 0,1 1 0 0 0,0 0 0 0 0,0 0-1 0 0,1 1 1 0 0,-1 0 0 0 0,2 0 0 0 0,-1 0 0 0 0,1 0 0 0 0,0 1 0 0 0,1-1 0 0 0,0 1 0 0 0,-2 13 0 0 0,4-20-120 0 0,1 0 1 0 0,-1 0-1 0 0,1 1 0 0 0,0-1 1 0 0,0 0-1 0 0,0 1 1 0 0,0-1-1 0 0,0 0 1 0 0,1 0-1 0 0,-1 1 1 0 0,1-1-1 0 0,-1 0 1 0 0,1 0-1 0 0,0 0 1 0 0,0 1-1 0 0,0-1 1 0 0,0 0-1 0 0,0 0 1 0 0,0 0-1 0 0,1-1 1 0 0,-1 1-1 0 0,4 3 1 0 0,-2-2-1 0 0,1-1 1 0 0,0 0-1 0 0,0 0 1 0 0,0 0-1 0 0,0 0 1 0 0,0 0-1 0 0,0-1 1 0 0,0 0 0 0 0,0 0-1 0 0,1 0 1 0 0,5 0-1 0 0,7 0-38 0 0,-1 0-1 0 0,1-2 0 0 0,0 0 1 0 0,-1-1-1 0 0,26-6 1 0 0,-25 3-113 0 0,1 0 1 0 0,-1-1-1 0 0,0 0 1 0 0,-1-2-1 0 0,1 0 1 0 0,25-18 0 0 0,-34 20 21 0 0,0-1 0 0 0,0 1 0 0 0,-1-1 0 0 0,0-1 0 0 0,0 0 0 0 0,-1 0 0 0 0,0 0 0 0 0,0 0 0 0 0,-1-1 0 0 0,0 0 0 0 0,0 0 0 0 0,-1-1 0 0 0,4-14 0 0 0,1-12-275 0 0,-2-1 0 0 0,-1 1 1 0 0,0-45-1 0 0,-6-113-510 0 0,-1 86 676 0 0,1 70 180 0 0,1 12 101 0 0,-1-1-1 0 0,-1 1 1 0 0,-9-46 0 0 0,10 70-50 0 0,0 1 0 0 0,0 0 0 0 0,-1 0-1 0 0,1-1 1 0 0,0 1 0 0 0,-1 0 0 0 0,1 0 0 0 0,-1 0 0 0 0,1 0 0 0 0,-1-1 0 0 0,0 1 0 0 0,1 0 0 0 0,-1 0 0 0 0,0 0 0 0 0,0 0 0 0 0,0 1 0 0 0,-1-2 0 0 0,1 2-3 0 0,1 0 0 0 0,-1 0 0 0 0,1 0-1 0 0,-1 0 1 0 0,1 0 0 0 0,-1 0 0 0 0,1 0 0 0 0,-1 0-1 0 0,1 0 1 0 0,0 0 0 0 0,-1 0 0 0 0,1 1 0 0 0,-1-1-1 0 0,1 0 1 0 0,-1 0 0 0 0,1 1 0 0 0,-1-1-1 0 0,1 0 1 0 0,0 1 0 0 0,-1-1 0 0 0,1 0 0 0 0,0 1-1 0 0,-1-1 1 0 0,1 1 0 0 0,0-1 0 0 0,0 0-1 0 0,-1 2 1 0 0,-2 3 76 0 0,0 0 0 0 0,1 0-1 0 0,0 1 1 0 0,0-1-1 0 0,-3 11 1 0 0,-4 47 507 0 0,3 1 0 0 0,3 116 0 0 0,4-109-296 0 0,-1-17-87 0 0,4 142 479 0 0,-2-167-545 0 0,2 0 1 0 0,1 0-1 0 0,1-1 1 0 0,16 46-1 0 0,-18-66-118 0 0,-1 0 0 0 0,1-1 0 0 0,0 1 0 0 0,1-1-1 0 0,0 0 1 0 0,0 0 0 0 0,1 0 0 0 0,-1-1 0 0 0,1 0 0 0 0,1 0 0 0 0,-1-1-1 0 0,10 7 1 0 0,-12-9-36 0 0,0-1-1 0 0,0 0 0 0 0,0 0 1 0 0,0-1-1 0 0,0 1 0 0 0,0-1 0 0 0,0 0 1 0 0,0 0-1 0 0,1 0 0 0 0,-1-1 1 0 0,0 1-1 0 0,1-1 0 0 0,-1 0 0 0 0,0 0 1 0 0,1-1-1 0 0,-1 1 0 0 0,0-1 1 0 0,1 0-1 0 0,-1 0 0 0 0,0 0 1 0 0,0-1-1 0 0,0 0 0 0 0,0 1 0 0 0,0-1 1 0 0,0-1-1 0 0,3-2 0 0 0,0 0-24 0 0,0-1-1 0 0,-1 1 1 0 0,1-2-1 0 0,-1 1 0 0 0,-1-1 1 0 0,1 0-1 0 0,-1 0 0 0 0,-1 0 1 0 0,1-1-1 0 0,-1 1 1 0 0,6-16-1 0 0,-1-4-89 0 0,-2 0 1 0 0,7-35-1 0 0,-6 18-86 0 0,-8 110-41 0 0,0-53 245 0 0,0 0-1 0 0,0 0 1 0 0,1-1-1 0 0,1 1 1 0 0,0 0-1 0 0,7 22 1 0 0,-8-30 5 0 0,1-1 0 0 0,-1 0 1 0 0,1 0-1 0 0,0 1 0 0 0,0-1 1 0 0,1 0-1 0 0,-1-1 0 0 0,1 1 0 0 0,0 0 1 0 0,0-1-1 0 0,0 0 0 0 0,1 1 1 0 0,-1-1-1 0 0,1-1 0 0 0,-1 1 1 0 0,1 0-1 0 0,0-1 0 0 0,0 0 1 0 0,0 0-1 0 0,1 0 0 0 0,-1 0 1 0 0,6 1-1 0 0,2-1 62 0 0,1-1-1 0 0,0 0 1 0 0,-1-1-1 0 0,1 0 1 0 0,0-1 0 0 0,0 0-1 0 0,-1-1 1 0 0,1-1 0 0 0,-1 0-1 0 0,0 0 1 0 0,1-2 0 0 0,-2 1-1 0 0,1-1 1 0 0,0-1-1 0 0,-1 0 1 0 0,0-1 0 0 0,12-10-1 0 0,-19 15 1 0 0,-1-1 0 0 0,0 0-1 0 0,0 0 1 0 0,0 0 0 0 0,0 0-1 0 0,0-1 1 0 0,-1 1 0 0 0,1-1-1 0 0,-1 1 1 0 0,0-1 0 0 0,0 0-1 0 0,-1 0 1 0 0,1 0 0 0 0,-1 0-1 0 0,0 0 1 0 0,0 0 0 0 0,0-1-1 0 0,0 1 1 0 0,-1 0 0 0 0,1 0-1 0 0,-1-1 1 0 0,-1 1 0 0 0,1 0-1 0 0,0-1 1 0 0,-3-6 0 0 0,1 5 42 0 0,0 0 1 0 0,-1 0 0 0 0,1 1 0 0 0,-1 0-1 0 0,-1-1 1 0 0,1 1 0 0 0,-1 0-1 0 0,0 0 1 0 0,0 1 0 0 0,0-1 0 0 0,-1 1-1 0 0,1 0 1 0 0,-1 0 0 0 0,0 1 0 0 0,0-1-1 0 0,-1 1 1 0 0,-5-3 0 0 0,1 2-126 0 0,1 0 0 0 0,-1 0 0 0 0,0 1 0 0 0,0 0 0 0 0,0 1 0 0 0,0 0 0 0 0,-1 1 0 0 0,1 0 0 0 0,0 0 0 0 0,-1 1 0 0 0,1 1 0 0 0,-18 2 0 0 0,21 0-2209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2:15.9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0 201 5481 0 0,'2'-6'398'0'0,"-1"0"1"0"0,1 0-1 0 0,1 0 1 0 0,-1 0-1 0 0,1 0 1 0 0,0 1 0 0 0,0 0-1 0 0,1-1 1 0 0,0 1-1 0 0,0 0 1 0 0,5-5 0 0 0,-3 2 107 0 0,5-5 198 0 0,0 0 0 0 0,0 1 0 0 0,1 0 0 0 0,1 1 0 0 0,0 1 0 0 0,1 0-1 0 0,24-14 1 0 0,-34 21-497 0 0,0 1 0 0 0,0 0 0 0 0,0 1 0 0 0,0-1 0 0 0,1 1 0 0 0,-1 0 0 0 0,0 0 0 0 0,1 0 0 0 0,-1 0 0 0 0,1 1 0 0 0,-1 0 0 0 0,0 0 0 0 0,1 0 0 0 0,-1 0 0 0 0,1 1 0 0 0,-1 0 0 0 0,1 0 0 0 0,-1 0 0 0 0,0 0 0 0 0,0 1 0 0 0,0-1 0 0 0,1 1 0 0 0,-2 0 0 0 0,1 1 0 0 0,0-1 0 0 0,0 1 0 0 0,-1-1 0 0 0,1 1 0 0 0,-1 0 0 0 0,0 0 0 0 0,0 1 0 0 0,0-1 0 0 0,4 6 0 0 0,-3-2 143 0 0,1 1-1 0 0,-1-1 1 0 0,0 1 0 0 0,-1-1 0 0 0,0 1-1 0 0,0 0 1 0 0,3 15 0 0 0,-2 4-4587 0 0,-3 0-7298 0 0,-1-21 6310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2:16.0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16 5016 0 0,'3'0'869'0'0,"6"-2"39"0"0,2 1 16 0 0,4-3 16 0 0,7 2 20 0 0,1 2 16 0 0,8-1 0 0 0,10-1-4 0 0,-2 2 4 0 0,4-3-20 0 0,-2 6-52 0 0,-4-3-88 0 0,-6 2-135 0 0,-8-2-677 0 0,-9 1-3377 0 0,-2 3 1 0 0,-18-1 0 0 0,-11 5-1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2:16.2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12 5561 0 0,'0'0'960'0'0,"-4"-2"20"0"0,4 0 0 0 0,0 0 0 0 0,4 0 20 0 0,5 0-4 0 0,4 2 0 0 0,13-2 4 0 0,11 2-4 0 0,12 4 4 0 0,17 2-67 0 0,16-1-173 0 0,13 5-4189 0 0,14-6 1 0 0,9-3 0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2:16.6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1 185 4856 0 0,'0'-142'7235'0'0,"0"99"-1729"0"0,0 168-534 0 0,0 52-1954 0 0,0-166-2930 0 0,8 276 1704 0 0,-3-246-1686 0 0,0 0 1 0 0,3 0-1 0 0,1-1 0 0 0,25 64 0 0 0,-31-94-398 0 0,2-1 0 0 0,-1 0 0 0 0,10 14 0 0 0,2-6-6104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2:17.3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12 744 5056 0 0,'-2'-4'537'0'0,"0"0"0"0"0,1 0-1 0 0,-1-1 1 0 0,1 1 0 0 0,0 0-1 0 0,0-1 1 0 0,1 1-1 0 0,-1-1 1 0 0,1-8 0 0 0,0 6 253 0 0,0 5-583 0 0,0 0 0 0 0,0 0 1 0 0,0 0-1 0 0,0 0 0 0 0,0 0 0 0 0,0 0 0 0 0,0-1 1 0 0,1 1-1 0 0,-1 0 0 0 0,1 0 0 0 0,0 1 0 0 0,-1-1 1 0 0,1 0-1 0 0,0 0 0 0 0,0 0 0 0 0,0 0 0 0 0,2-2 1 0 0,0 3-4 0 0,-1-1 0 0 0,0 0 0 0 0,0 1 1 0 0,1-1-1 0 0,-1 1 0 0 0,1 0 0 0 0,-1 0 1 0 0,1 0-1 0 0,0 0 0 0 0,-1 1 1 0 0,1-1-1 0 0,0 1 0 0 0,5-1 0 0 0,113-7 3790 0 0,19-2-1206 0 0,-125 8-2689 0 0,23-2 40 0 0,0-2 0 0 0,0-2 0 0 0,61-21 0 0 0,-90 26-157 0 0,0 0 0 0 0,0-1 0 0 0,-1-1 0 0 0,1 1 0 0 0,-1-1-1 0 0,0-1 1 0 0,-1 1 0 0 0,1-2 0 0 0,-1 1 0 0 0,0-1 0 0 0,-1 0 0 0 0,1 0-1 0 0,-2 0 1 0 0,1-1 0 0 0,-1 0 0 0 0,0 0 0 0 0,0-1 0 0 0,-1 1 0 0 0,0-1-1 0 0,3-13 1 0 0,0-9-78 0 0,-2 0 1 0 0,0-1-1 0 0,-3 0 0 0 0,0 1 0 0 0,-3-1 0 0 0,0 0 1 0 0,-2 0-1 0 0,-1 1 0 0 0,-13-49 0 0 0,16 76 93 0 0,0 1-1 0 0,0-1 1 0 0,-1 1 0 0 0,1 0-1 0 0,-1-1 1 0 0,0 1 0 0 0,0 0-1 0 0,0 0 1 0 0,0 0-1 0 0,0 0 1 0 0,-1 1 0 0 0,-4-5-1 0 0,5 6 5 0 0,1 0 0 0 0,-1 0 0 0 0,0 0 0 0 0,1 1 0 0 0,-1-1 0 0 0,1 1 0 0 0,-1-1-1 0 0,0 1 1 0 0,1-1 0 0 0,-1 1 0 0 0,0 0 0 0 0,0 0 0 0 0,1 0 0 0 0,-1 0 0 0 0,0 0-1 0 0,1 0 1 0 0,-1 1 0 0 0,0-1 0 0 0,0 1 0 0 0,1-1 0 0 0,-1 1 0 0 0,1-1 0 0 0,-1 1 0 0 0,0 0-1 0 0,1 0 1 0 0,0 0 0 0 0,-1 0 0 0 0,1 0 0 0 0,-2 1 0 0 0,-6 6 10 0 0,1 0-1 0 0,0 0 1 0 0,0 1 0 0 0,1 0-1 0 0,0 1 1 0 0,0 0 0 0 0,1 0 0 0 0,1 0-1 0 0,0 0 1 0 0,-8 22 0 0 0,0 8 65 0 0,-13 69 0 0 0,12-22 163 0 0,4 1 0 0 0,3 0 0 0 0,9 154 1 0 0,0-218-139 0 0,0-1-1 0 0,1 1 1 0 0,2-1 0 0 0,0 0 0 0 0,10 23 0 0 0,-15-43-85 0 0,1-1 0 0 0,1 1 0 0 0,-1-1 1 0 0,0 1-1 0 0,1-1 0 0 0,-1 1 0 0 0,1-1 0 0 0,0 0 0 0 0,0 0 0 0 0,0 0 0 0 0,0 0 1 0 0,0 0-1 0 0,0 0 0 0 0,0 0 0 0 0,1-1 0 0 0,-1 1 0 0 0,0-1 0 0 0,1 0 0 0 0,0 0 1 0 0,-1 0-1 0 0,1 0 0 0 0,0 0 0 0 0,-1 0 0 0 0,1-1 0 0 0,0 1 0 0 0,0-1 0 0 0,0 0 1 0 0,-1 0-1 0 0,1 0 0 0 0,0 0 0 0 0,0 0 0 0 0,0-1 0 0 0,-1 1 0 0 0,1-1 1 0 0,0 0-1 0 0,-1 0 0 0 0,1 0 0 0 0,4-2 0 0 0,4-2-6 0 0,-1 0 1 0 0,0-1-1 0 0,0 0 1 0 0,0-1-1 0 0,-1 0 1 0 0,0 0-1 0 0,0-1 0 0 0,7-9 1 0 0,0-3-34 0 0,-2-2 1 0 0,0 1 0 0 0,-2-2-1 0 0,0 1 1 0 0,-2-2 0 0 0,0 0-1 0 0,9-36 1 0 0,9-21-35 0 0,-27 135 402 0 0,-2-46-305 0 0,-2 88 389 0 0,3-84-354 0 0,0-1-1 0 0,2 1 1 0 0,-1-1 0 0 0,2 1-1 0 0,-1-1 1 0 0,6 13 0 0 0,-7-21-60 0 0,0 0 0 0 0,0 0 0 0 0,0-1 0 0 0,1 1 0 0 0,-1-1 1 0 0,1 1-1 0 0,-1-1 0 0 0,1 0 0 0 0,0 1 0 0 0,0-1 0 0 0,0 0 1 0 0,0 0-1 0 0,1 0 0 0 0,-1-1 0 0 0,0 1 0 0 0,1 0 0 0 0,-1-1 1 0 0,1 0-1 0 0,0 1 0 0 0,-1-1 0 0 0,1 0 0 0 0,0-1 0 0 0,0 1 1 0 0,0 0-1 0 0,0-1 0 0 0,-1 1 0 0 0,1-1 0 0 0,0 0 0 0 0,0 0 1 0 0,0 0-1 0 0,0-1 0 0 0,4 0 0 0 0,-1 0-27 0 0,0-1 0 0 0,0-1 0 0 0,0 1 0 0 0,-1-1 0 0 0,1 0 0 0 0,-1 0 0 0 0,1 0 0 0 0,-1-1 0 0 0,0 0 0 0 0,0 0 0 0 0,-1 0 0 0 0,1 0 0 0 0,-1-1 0 0 0,5-6 0 0 0,11-19-104 0 0,-1 0 1 0 0,21-49 0 0 0,-39 80 116 0 0,-1-1 0 0 0,0 0-1 0 0,0 0 1 0 0,0 0 0 0 0,0 0-1 0 0,0 0 1 0 0,0 0 0 0 0,0 0-1 0 0,0 0 1 0 0,0 1 0 0 0,1-1-1 0 0,-1 0 1 0 0,0 0 0 0 0,0 0 0 0 0,0 0-1 0 0,0 0 1 0 0,0 0 0 0 0,0 0-1 0 0,1 0 1 0 0,-1 0 0 0 0,0 0-1 0 0,0 0 1 0 0,0 0 0 0 0,0 0-1 0 0,0 0 1 0 0,1 0 0 0 0,-1 0 0 0 0,0 0-1 0 0,0 0 1 0 0,0 0 0 0 0,0 0-1 0 0,0 0 1 0 0,1 0 0 0 0,-1 0-1 0 0,0 0 1 0 0,0 0 0 0 0,0-1-1 0 0,0 1 1 0 0,0 0 0 0 0,0 0 0 0 0,0 0-1 0 0,1 0 1 0 0,-1 0 0 0 0,0 0-1 0 0,0 0 1 0 0,0 0 0 0 0,0-1-1 0 0,0 1 1 0 0,0 0 0 0 0,0 0-1 0 0,0 0 1 0 0,0 0 0 0 0,0 0 0 0 0,0 0-1 0 0,0-1 1 0 0,0 1 0 0 0,0 0-1 0 0,2 22 104 0 0,-3 29 138 0 0,-1-24-31 0 0,1-1 1 0 0,1 1 0 0 0,6 48 0 0 0,-5-73-226 0 0,-1 0 1 0 0,1 0-1 0 0,0 1 0 0 0,0-1 1 0 0,0 0-1 0 0,0 0 0 0 0,0 0 1 0 0,1 0-1 0 0,-1-1 1 0 0,0 1-1 0 0,1 0 0 0 0,0 0 1 0 0,-1-1-1 0 0,1 1 0 0 0,0-1 1 0 0,0 0-1 0 0,0 1 0 0 0,0-1 1 0 0,0 0-1 0 0,0 0 0 0 0,0 0 1 0 0,0 0-1 0 0,0-1 0 0 0,0 1 1 0 0,1-1-1 0 0,-1 1 1 0 0,0-1-1 0 0,0 0 0 0 0,1 0 1 0 0,-1 0-1 0 0,0 0 0 0 0,4 0 1 0 0,9-6-4105 0 0,-2-7-3835 0 0,-10 4 2545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2:17.4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103 1 4888 0 0,'-2'0'829'0'0,"-4"0"867"0"0,3 0-828 0 0,1 0 0 0 0,-5 3 16 0 0,1 3 0 0 0,-2 6-20 0 0,-3 3-84 0 0,2 8-296 0 0,0 7-3092 0 0,-4 3 0 0 0,1 11-1 0 0,-2 9 1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2:17.6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 5545 0 0,'0'1'940'0'0,"0"2"20"0"0,0 2 20 0 0,0-1 0 0 0,0 2 16 0 0,0-1 4 0 0,0-3-4 0 0,2 2-28 0 0,4-3-72 0 0,0-1-212 0 0,2-3-3672 0 0,3-5 0 0 0,1-1 0 0 0,2-4-1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2:17.9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5008 0 0,'0'0'1744'0'0,"30"0"3062"0"0,1 1-3384 0 0,0 0 0 0 0,-1 2-1 0 0,1 1 1 0 0,-1 2-1 0 0,55 17 1 0 0,-63-15-940 0 0,0 2 0 0 0,-1 0 0 0 0,0 1 1 0 0,0 1-1 0 0,-2 1 0 0 0,1 1 0 0 0,-2 1 0 0 0,22 21 1 0 0,-19-13-299 0 0,-1 0 0 0 0,-2 2 0 0 0,0 0 0 0 0,-2 1 0 0 0,0 1 0 0 0,-2 0 0 0 0,-1 1 0 0 0,-1 0 0 0 0,-2 1 0 0 0,12 51 0 0 0,-15-47-58 0 0,-1 0 1 0 0,-2 0-1 0 0,-1 0 0 0 0,-2 0 0 0 0,-1 0 0 0 0,-2 1 0 0 0,-1-1 1 0 0,-1 0-1 0 0,-17 57 0 0 0,14-68-100 0 0,-1-1 0 0 0,-2 0 0 0 0,0-1 0 0 0,-1 0 0 0 0,-1-1 1 0 0,0 0-1 0 0,-2-1 0 0 0,0 0 0 0 0,-1-1 0 0 0,-1-1 0 0 0,-1-1 0 0 0,-32 25 0 0 0,-38 22-1116 0 0,44-31-3705 0 0,0 0-6532 0 0,29-23 5910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2:19.2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1026 126 3728 0 0,'11'-68'5307'0'0,"-11"66"-5121"0"0,0 0 0 0 0,0-1 0 0 0,0 1 0 0 0,0 0 0 0 0,0-1-1 0 0,-1 1 1 0 0,1 0 0 0 0,-1 0 0 0 0,0-1 0 0 0,1 1 0 0 0,-1 0-1 0 0,0 0 1 0 0,0 0 0 0 0,-1 0 0 0 0,1 0 0 0 0,0 0-1 0 0,-3-3 1 0 0,1 3 31 0 0,0 1-1 0 0,0-1 0 0 0,0 0 0 0 0,0 1 1 0 0,0-1-1 0 0,0 1 0 0 0,0 0 0 0 0,0 0 1 0 0,-1 0-1 0 0,1 1 0 0 0,-7-1 0 0 0,-1 0 163 0 0,-1 1 0 0 0,1 1 0 0 0,-1 0 0 0 0,1 0 0 0 0,-1 1-1 0 0,1 0 1 0 0,0 1 0 0 0,0 1 0 0 0,-15 6 0 0 0,-9 6 298 0 0,-48 30-1 0 0,-3 10-246 0 0,2 4 0 0 0,3 4-1 0 0,3 3 1 0 0,-78 88 0 0 0,124-122-297 0 0,2 1 0 0 0,2 1 0 0 0,1 2 0 0 0,2 1 0 0 0,-39 79 0 0 0,56-100-69 0 0,1 1 1 0 0,1-1 0 0 0,1 1-1 0 0,0 0 1 0 0,1 1-1 0 0,1-1 1 0 0,1 1-1 0 0,1-1 1 0 0,0 1 0 0 0,1-1-1 0 0,1 1 1 0 0,1 0-1 0 0,1-1 1 0 0,1 0-1 0 0,0 1 1 0 0,1-1 0 0 0,9 21-1 0 0,-7-23 5 0 0,2 0-1 0 0,-1-1 1 0 0,2 0-1 0 0,0 0 1 0 0,1-1 0 0 0,0 0-1 0 0,1-1 1 0 0,1 0-1 0 0,21 16 1 0 0,-14-14 12 0 0,0-1 0 0 0,2-1 0 0 0,0-1 0 0 0,0-2 0 0 0,1 0 0 0 0,28 9 0 0 0,-3-7-35 0 0,0-1 0 0 0,0-3 1 0 0,1-2-1 0 0,-1-2 0 0 0,1-2 1 0 0,70-6-1 0 0,67-18-525 0 0,-155 16 95 0 0,-1-1 0 0 0,0-2 1 0 0,56-23-1 0 0,-80 29-297 0 0,1 0 1 0 0,-1-1-1 0 0,-1 0 1 0 0,1 0-1 0 0,10-8 1 0 0,-14 9-536 0 0,0 1 1 0 0,0-1 0 0 0,0 0 0 0 0,0 1 0 0 0,0-1-1 0 0,-1 0 1 0 0,1 0 0 0 0,1-6 0 0 0,0-4-3166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2:19.7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62 5048 0 0,'0'0'2635'0'0,"18"0"228"0"0,90-5 2108 0 0,133-23 0 0 0,-31 2-2242 0 0,-157 25-2880 0 0,-45 1-617 0 0,-35 0-200 0 0,4-1 527 0 0,16 1 388 0 0,-1-1 0 0 0,0 1 0 0 0,1 1-1 0 0,-1 0 1 0 0,-8 1 0 0 0,13-1 89 0 0,1 0 0 0 0,0 0 0 0 0,-1 0 0 0 0,1 0 0 0 0,0 0 0 0 0,0 0 0 0 0,0 1 0 0 0,0-1 0 0 0,0 1 0 0 0,0-1 0 0 0,0 1 0 0 0,1 0 0 0 0,-1 0 0 0 0,1-1 0 0 0,-1 1 0 0 0,1 0 0 0 0,0 1 1 0 0,-1-1-1 0 0,1 0 0 0 0,-1 4 0 0 0,-6 24 375 0 0,0 0 1 0 0,3 1 0 0 0,0 0 0 0 0,2 0-1 0 0,1 46 1 0 0,1-41-50 0 0,0 178 2093 0 0,2-169-7570 0 0,-1-1-6223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2:25.6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14 350 4364 0 0,'-1'0'170'0'0,"1"0"-1"0"0,-1 0 1 0 0,1 0-1 0 0,-1 0 0 0 0,0 1 1 0 0,1-1-1 0 0,-1 0 1 0 0,1 0-1 0 0,-1 0 0 0 0,1 0 1 0 0,-1 1-1 0 0,1-1 0 0 0,-1 0 1 0 0,1 0-1 0 0,-1 1 1 0 0,1-1-1 0 0,-1 0 0 0 0,1 1 1 0 0,0-1-1 0 0,-1 0 1 0 0,1 1-1 0 0,0-1 0 0 0,-1 1 1 0 0,1-1-1 0 0,0 1 1 0 0,-1-1-1 0 0,1 1 0 0 0,14 4 2113 0 0,25-2-662 0 0,39-3-578 0 0,1004-30 3257 0 0,-785 6-3807 0 0,902-56 386 0 0,-949 72-800 0 0,1208-65 911 0 0,-1194 50-662 0 0,476-54 584 0 0,-593 49-786 0 0,-99 17-76 0 0,-1 0-1831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2:20.4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901 6 4608 0 0,'-21'-3'4139'0'0,"1"1"-3403"0"0,-1 2-1 0 0,1 0 0 0 0,-1 1 1 0 0,1 1-1 0 0,-1 1 0 0 0,1 1 1 0 0,0 1-1 0 0,0 1 0 0 0,1 0 1 0 0,0 2-1 0 0,-27 13 0 0 0,14-3-79 0 0,1 2-1 0 0,1 1 0 0 0,2 1 1 0 0,0 2-1 0 0,-40 42 0 0 0,28-23-371 0 0,2 1 0 0 0,2 3 0 0 0,2 0 0 0 0,3 2-1 0 0,-41 83 1 0 0,65-118-233 0 0,-19 42 290 0 0,-25 74 1 0 0,35-70-133 0 0,1 1 1 0 0,4 1 0 0 0,2 0-1 0 0,3 0 1 0 0,2 0 0 0 0,9 118 0 0 0,-2-145-148 0 0,2-1 1 0 0,1 0-1 0 0,1 0 1 0 0,2-1 0 0 0,1 0-1 0 0,2-1 1 0 0,17 34-1 0 0,-19-48-47 0 0,0 0-1 0 0,1-1 1 0 0,1 0-1 0 0,0-1 1 0 0,2-1-1 0 0,0 0 1 0 0,0 0-1 0 0,1-2 1 0 0,1 0-1 0 0,0-1 1 0 0,1 0-1 0 0,0-1 1 0 0,25 11-1 0 0,-16-11-138 0 0,1-1 0 0 0,1-1 0 0 0,0-2 0 0 0,0 0 0 0 0,40 3 0 0 0,-23-7-3699 0 0,0-1-3704 0 0,-33-4 2855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2:22.1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0 405 968 0 0,'0'-21'2151'0'0,"1"-18"186"0"0,0 0 1 0 0,12-62-1 0 0,-9 82-1440 0 0,1 0 0 0 0,1 0 0 0 0,1 0 0 0 0,0 1 0 0 0,1 0-1 0 0,1 0 1 0 0,12-17 0 0 0,3-4 4066 0 0,-36 351-2928 0 0,12-278-1933 0 0,-1 8 49 0 0,2-1 1 0 0,11 74-1 0 0,-10-105-119 0 0,0 0 0 0 0,0-1-1 0 0,1 1 1 0 0,0-1 0 0 0,1 1-1 0 0,0-1 1 0 0,0 0 0 0 0,1 0-1 0 0,0-1 1 0 0,1 0 0 0 0,0 0-1 0 0,0 0 1 0 0,1 0 0 0 0,0-1-1 0 0,0 0 1 0 0,1-1 0 0 0,8 7-1 0 0,-7-8 7 0 0,0-1 1 0 0,0 0-1 0 0,1 0 0 0 0,-1-1 0 0 0,1 0 0 0 0,-1 0 0 0 0,1-1 0 0 0,0-1 1 0 0,18 1-1 0 0,6-2 77 0 0,53-7 1 0 0,-17 1-20 0 0,155-14 164 0 0,-223 19-267 0 0,-1 0 1 0 0,1 0-1 0 0,-1 0 0 0 0,1 1 1 0 0,-1-1-1 0 0,0-1 0 0 0,1 1 0 0 0,-1 0 1 0 0,0 0-1 0 0,0 0 0 0 0,0-1 1 0 0,0 1-1 0 0,0 0 0 0 0,0-1 0 0 0,0 1 1 0 0,0-1-1 0 0,-1 1 0 0 0,1-1 1 0 0,-1 0-1 0 0,1 1 0 0 0,-1-1 0 0 0,1 1 1 0 0,-1-1-1 0 0,0 0 0 0 0,0 1 1 0 0,0-1-1 0 0,0 0 0 0 0,0-1 0 0 0,-2-28-2262 0 0,-6 7-7313 0 0,1 15 4798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2:22.4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54 5032 0 0,'1'-1'3398'0'0,"13"-2"-2132"0"0,78 5 3098 0 0,117-6 2045 0 0,-170-4-6586 0 0,-23-2-3911 0 0,-5-6-3407 0 0,-7 3 3142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2:22.5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0 106 4528 0 0,'0'-6'739'0'0,"0"1"0"0"0,0 0-1 0 0,0 0 1 0 0,1 0 0 0 0,0-1-1 0 0,0 1 1 0 0,0 0-1 0 0,3-7 1 0 0,-2 10-581 0 0,-1-1 0 0 0,1 1 0 0 0,0 0 0 0 0,0 0-1 0 0,0 0 1 0 0,0 0 0 0 0,0 0 0 0 0,0 1 0 0 0,0-1 0 0 0,1 1 0 0 0,-1-1 0 0 0,1 1 0 0 0,-1 0-1 0 0,1 0 1 0 0,0 0 0 0 0,-1 0 0 0 0,6-1 0 0 0,34-6 940 0 0,1 2 1 0 0,0 1-1 0 0,1 2 1 0 0,74 6-1 0 0,-28-1-1111 0 0,130-4-11387 0 0,-149 1 7355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2:22.9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198 1 4520 0 0,'2'7'9029'0'0,"7"23"-5776"0"0,0 2-1893 0 0,-3-11-625 0 0,0 1 0 0 0,-1-1 1 0 0,-2 1-1 0 0,0 0 0 0 0,-1 1 0 0 0,-1 22 0 0 0,-2-36-649 0 0,0 1 0 0 0,0-1 0 0 0,0 0 1 0 0,-1-1-1 0 0,-1 1 0 0 0,0 0 0 0 0,0-1 0 0 0,0 1 1 0 0,-1-1-1 0 0,0 0 0 0 0,-1 0 0 0 0,0 0 1 0 0,0-1-1 0 0,-1 0 0 0 0,0 0 0 0 0,0 0 0 0 0,-11 9 1 0 0,3-5-69 0 0,-1-2 1 0 0,0 1-1 0 0,0-2 1 0 0,-1 0 0 0 0,0-1-1 0 0,0 0 1 0 0,-1-2-1 0 0,-27 7 1 0 0,82-12-15301 0 0,-13-3 10413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2:23.7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3 160 4240 0 0,'0'-13'3326'0'0,"-3"-26"7083"0"0,5 50-7641 0 0,0 0-2464 0 0,74 398 1535 0 0,-73-396-1817 0 0,48 189 222 0 0,-43-177-219 0 0,1 0 0 0 0,1-1 1 0 0,1 0-1 0 0,2-1 0 0 0,28 41 0 0 0,-37-58-35 0 0,0-1-1 0 0,1 1 1 0 0,0-1-1 0 0,0 1 1 0 0,1-1-1 0 0,-1-1 1 0 0,1 1-1 0 0,0-1 1 0 0,11 7-1 0 0,-16-12 14 0 0,0 1-1 0 0,0 0 0 0 0,-1 0 1 0 0,1-1-1 0 0,0 1 1 0 0,-1 0-1 0 0,1-1 0 0 0,-1 1 1 0 0,1-1-1 0 0,-1 1 1 0 0,1 0-1 0 0,0-1 0 0 0,-1 1 1 0 0,0-1-1 0 0,1 0 1 0 0,-1 1-1 0 0,1-1 1 0 0,-1 1-1 0 0,0-1 0 0 0,1 0 1 0 0,-1 1-1 0 0,0-1 1 0 0,1 0-1 0 0,-1 1 0 0 0,0-1 1 0 0,0 0-1 0 0,0 0 1 0 0,0 1-1 0 0,0-1 0 0 0,0-1 1 0 0,6-32 114 0 0,-5 27-93 0 0,106-415 973 0 0,-103 407-960 0 0,71-225 562 0 0,-39 142-308 0 0,-20 61-57 0 0,-3 0 0 0 0,11-45 0 0 0,-21 76-220 0 0,-2 20 201 0 0,-2 41-4995 0 0,0-25-6704 0 0,1-18 6487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2:24.2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 2 4576 0 0,'-10'-2'9100'0'0,"17"9"-7564"0"0,-3-4-1824 0 0,111 99 5739 0 0,106 106-2572 0 0,-194-179-2811 0 0,-2 1 0 0 0,-1 1 1 0 0,-2 1-1 0 0,-1 2 0 0 0,29 61 1 0 0,-35-59-16 0 0,-2 1 0 0 0,-2 0 0 0 0,-1 1 0 0 0,-2 0 1 0 0,-2 1-1 0 0,-1-1 0 0 0,-2 1 0 0 0,-2 0 1 0 0,-4 43-1 0 0,-1-36 26 0 0,-3 0 0 0 0,-2 0 1 0 0,-1-1-1 0 0,-3 0 0 0 0,-2-1 1 0 0,-1-1-1 0 0,-30 56 0 0 0,-118 190 424 0 0,156-271-595 0 0,8-15-88 0 0,-1 0 0 0 0,0-1 0 0 0,0 1 0 0 0,0 0-1 0 0,0-1 1 0 0,-1 1 0 0 0,1-1 0 0 0,-1 0 0 0 0,0 0-1 0 0,1 1 1 0 0,-1-1 0 0 0,-2 2 0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2:38.2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1764 0 0,'0'0'704'0'0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2:38.4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0 101 576 0 0,'0'0'137'0'0,"8"-25"2914"0"0,12-39 5128 0 0,-16 53-1815 0 0,-2 27-4139 0 0,-2 44-2533 0 0,0-44 1009 0 0,-1 95 303 0 0,0-55-1731 0 0,1 0-4094 0 0,-3-30-3363 0 0,2-16 4091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2:59.1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933 218 4440 0 0,'-13'-6'639'0'0,"-1"0"0"0"0,0 1 0 0 0,0 0 0 0 0,0 1 0 0 0,0 1-1 0 0,-1 0 1 0 0,1 1 0 0 0,-1 1 0 0 0,0 0 0 0 0,1 1 0 0 0,-1 1-1 0 0,-19 3 1 0 0,15-1-169 0 0,1 2-1 0 0,0 0 0 0 0,1 1 1 0 0,-1 1-1 0 0,1 1 1 0 0,1 0-1 0 0,0 1 0 0 0,-20 14 1 0 0,-8 10 352 0 0,-60 58 1 0 0,54-39-528 0 0,2 2 0 0 0,3 2-1 0 0,2 2 1 0 0,2 2 0 0 0,3 2 0 0 0,-32 73 0 0 0,58-110-230 0 0,1 1 1 0 0,1 0 0 0 0,1 1 0 0 0,1 0 0 0 0,2 1 0 0 0,1-1 0 0 0,-3 41 0 0 0,8-49-38 0 0,0 0 0 0 0,1 0 0 0 0,1 0 0 0 0,1 0 0 0 0,0 0 0 0 0,2-1 1 0 0,0 0-1 0 0,1 0 0 0 0,1 0 0 0 0,0-1 0 0 0,19 31 0 0 0,-12-27-2 0 0,1-1-1 0 0,1-1 0 0 0,1-1 1 0 0,0 0-1 0 0,1-1 1 0 0,1-1-1 0 0,1 0 0 0 0,0-2 1 0 0,1-1-1 0 0,23 12 1 0 0,15 5 109 0 0,2-2 1 0 0,119 37-1 0 0,136 14 174 0 0,-231-63-248 0 0,1-3 0 0 0,0-4-1 0 0,1-4 1 0 0,0-4 0 0 0,129-15 0 0 0,-181 9-66 0 0,0-3 0 0 0,0 0 0 0 0,-1-3 0 0 0,0 0 0 0 0,0-3 0 0 0,-2 0 1 0 0,0-2-1 0 0,36-24 0 0 0,0-7-53 0 0,-3-3 1 0 0,85-82-1 0 0,-132 115 46 0 0,0-1 0 0 0,-1 0 0 0 0,0-1 0 0 0,-2-1 0 0 0,0-1 0 0 0,-2 0 0 0 0,0-1 0 0 0,-1 0 0 0 0,-2-1 0 0 0,0-1 1 0 0,-1 1-1 0 0,-2-1 0 0 0,0-1 0 0 0,-2 1 0 0 0,4-29 0 0 0,0-70-48 0 0,-8-151 0 0 0,-1 263 61 0 0,-2 0 1 0 0,1 0-1 0 0,-1 0 1 0 0,-1 0-1 0 0,0 0 1 0 0,-1 1-1 0 0,0-1 1 0 0,0 1-1 0 0,-1 0 1 0 0,-11-17-1 0 0,-2 3 15 0 0,-1 1 0 0 0,-35-33 0 0 0,27 29 25 0 0,-27-35 1 0 0,34 37-2 0 0,0 0 0 0 0,-1 2 0 0 0,-2 0 1 0 0,-46-35-1 0 0,47 44 6 0 0,0 2 0 0 0,-1 0-1 0 0,-38-13 1 0 0,-77-18 68 0 0,135 42-113 0 0,-119-26 163 0 0,-193-20 0 0 0,273 43-89 0 0,-1 1 0 0 0,-50 3 0 0 0,78 1-47 0 0,1 1-1 0 0,0 0 0 0 0,0 1 0 0 0,0 0 0 0 0,0 1 0 0 0,1 1 0 0 0,-1 0 0 0 0,1 1 0 0 0,-22 12 0 0 0,21-6-479 0 0,-1 0 0 0 0,1 0 0 0 0,1 2 0 0 0,-14 17 0 0 0,-5 5-7172 0 0,12-17 2972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3:25.5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 3108 3664 0 0,'-5'-3'9268'0'0,"8"-3"-8855"0"0,0 0-1 0 0,1 0 1 0 0,0 0 0 0 0,0 0 0 0 0,0 0 0 0 0,0 1-1 0 0,1 0 1 0 0,7-6 0 0 0,46-34 229 0 0,466-257 753 0 0,8 26-1033 0 0,-336 186-260 0 0,225-69 0 0 0,60-47 21 0 0,-3 0-62 0 0,-16 17 159 0 0,163-66 298 0 0,-453 190-369 0 0,315-161 180 0 0,-354 156-311 0 0,183-70 0 0 0,129-57-7 0 0,-269 113-27 0 0,182-104-40 0 0,9-4 40 0 0,-357 187 16 0 0,263-128 57 0 0,-238 114-49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3:26.8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1266 3720 0 0,'0'6'1330'0'0,"0"-3"-687"0"0,0 1 0 0 0,0-1 1 0 0,0 0-1 0 0,0 1 0 0 0,1-1 0 0 0,-1 0 0 0 0,1 1 0 0 0,0-1 1 0 0,1 4-1 0 0,-1-6-531 0 0,0 0 0 0 0,0 0 0 0 0,0-1 0 0 0,0 1 0 0 0,0 0 1 0 0,0 0-1 0 0,0-1 0 0 0,0 1 0 0 0,0 0 0 0 0,1-1 0 0 0,-1 1 0 0 0,0-1 0 0 0,0 0 1 0 0,0 1-1 0 0,1-1 0 0 0,-1 0 0 0 0,0 0 0 0 0,1 0 0 0 0,-1 1 0 0 0,0-2 0 0 0,0 1 1 0 0,1 0-1 0 0,-1 0 0 0 0,0 0 0 0 0,1 0 0 0 0,-1-1 0 0 0,0 1 0 0 0,2-2 0 0 0,10-1 343 0 0,0-1-1 0 0,-1 0 0 0 0,0-1 1 0 0,0-1-1 0 0,0 0 0 0 0,-1 0 1 0 0,1-2-1 0 0,17-13 0 0 0,2-7 129 0 0,40-46 0 0 0,-53 53-497 0 0,1 0-1 0 0,2 1 1 0 0,0 1 0 0 0,1 1-1 0 0,30-19 1 0 0,-23 21-28 0 0,0 1 0 0 0,34-11 0 0 0,-28 12-20 0 0,4-2-4 0 0,415-147 348 0 0,-319 124-254 0 0,-32 12 4 0 0,-3-4 1 0 0,152-70-1 0 0,41-40 242 0 0,-201 102-165 0 0,123-34 0 0 0,-180 61-140 0 0,0-2 0 0 0,-1-2 0 0 0,-1-1 1 0 0,50-33-1 0 0,18-11 108 0 0,-54 36-99 0 0,124-60 380 0 0,-149 70-359 0 0,-20 12-133 0 0,1 1 0 0 0,-1 0 0 0 0,1 1 0 0 0,-1-1 0 0 0,1 0-1 0 0,0 1 1 0 0,-1-1 0 0 0,1 1 0 0 0,6-2 0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3:17.4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2127 185 5128 0 0,'-8'-6'475'0'0,"-1"0"0"0"0,0 0 0 0 0,0 0 0 0 0,0 1-1 0 0,-1 1 1 0 0,-18-7 0 0 0,1 0 229 0 0,-35-14 208 0 0,-1 2 0 0 0,-1 2 0 0 0,-1 4 0 0 0,-1 2 0 0 0,0 4 0 0 0,-1 2 0 0 0,0 3 0 0 0,0 3 0 0 0,0 3 0 0 0,0 3 0 0 0,0 3 0 0 0,-127 27 0 0 0,104-9-690 0 0,2 3 0 0 0,0 4 0 0 0,2 4 0 0 0,1 3 0 0 0,3 5 0 0 0,1 2 0 0 0,-98 75 0 0 0,154-102-134 0 0,2 2-1 0 0,0 1 0 0 0,2 1 1 0 0,0 1-1 0 0,-28 40 1 0 0,37-44-24 0 0,0 1 0 0 0,2 0 1 0 0,0 0-1 0 0,1 1 0 0 0,1 1 0 0 0,1-1 0 0 0,1 1 1 0 0,-4 29-1 0 0,4 2-9 0 0,3 1-1 0 0,1 0 1 0 0,3-1 0 0 0,2 1 0 0 0,3-1 0 0 0,2 0-1 0 0,2 0 1 0 0,2-1 0 0 0,3 0 0 0 0,2-1 0 0 0,2-1-1 0 0,3-1 1 0 0,1-1 0 0 0,3-1 0 0 0,1-1-1 0 0,58 72 1 0 0,94 88-160 0 0,-149-177 66 0 0,2 0 0 0 0,0-2 0 0 0,2-2 0 0 0,53 30 0 0 0,-61-42 13 0 0,1-1 0 0 0,1-2 0 0 0,0-1 0 0 0,1-1 0 0 0,-1-1 0 0 0,1-2 0 0 0,1-1 0 0 0,-1-1 0 0 0,47-1 0 0 0,23-7-72 0 0,143-26 0 0 0,-229 29 90 0 0,73-13-56 0 0,-1-3-1 0 0,-1-4 0 0 0,146-59 0 0 0,-181 59 32 0 0,-1-1-1 0 0,-1-3 0 0 0,-1-2 0 0 0,-1-2 0 0 0,-2-2 0 0 0,-1-2 1 0 0,51-53-1 0 0,-68 58 40 0 0,-1-1 0 0 0,-2-1 0 0 0,-1-1 0 0 0,25-51 0 0 0,-14 14 119 0 0,29-90 1 0 0,-49 122-43 0 0,-3 0 1 0 0,-1-1-1 0 0,-2 0 0 0 0,2-47 0 0 0,-10-155 299 0 0,1 219-358 0 0,0-1 1 0 0,-2 0-1 0 0,-1 1 1 0 0,-7-24 0 0 0,7 33-13 0 0,0 0 0 0 0,-1 0 0 0 0,-1 1 1 0 0,0 0-1 0 0,-1 0 0 0 0,0 0 0 0 0,0 1 1 0 0,-1 0-1 0 0,-9-9 0 0 0,-1 2 10 0 0,-1 1 0 0 0,0 2 1 0 0,-1-1-1 0 0,-1 2 0 0 0,-40-19 0 0 0,-187-75 162 0 0,186 85-218 0 0,-2 2 1 0 0,-68-13-1 0 0,99 27-194 0 0,-1 2 1 0 0,-39-1-1 0 0,0 11-3744 0 0,63-4 1748 0 0,0 1 0 0 0,0-1-1 0 0,1 2 1 0 0,-16 6 0 0 0,1 4-2421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3:17.8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69 107 4272 0 0,'0'-9'1654'0'0,"0"-9"516"0"0,0 1 0 0 0,-2 0-1 0 0,-3-20 1 0 0,2 29 630 0 0,0 13-932 0 0,0 21 63 0 0,3-23-1771 0 0,-24 197 2785 0 0,11-110-2222 0 0,4-1 0 0 0,2 103 0 0 0,8-188-709 0 0,-1 0 0 0 0,1 0 0 0 0,-1-1 0 0 0,1 1-1 0 0,0 0 1 0 0,1 0 0 0 0,-1-1 0 0 0,1 1 0 0 0,2 4 0 0 0,-3-7-36 0 0,-1 0 0 0 0,1 0 0 0 0,0 0 0 0 0,-1 0-1 0 0,1 0 1 0 0,0 0 0 0 0,0-1 0 0 0,0 1 0 0 0,0 0-1 0 0,0 0 1 0 0,0-1 0 0 0,0 1 0 0 0,0 0 0 0 0,0-1 0 0 0,0 1-1 0 0,0-1 1 0 0,0 1 0 0 0,1-1 0 0 0,-1 0 0 0 0,0 1 0 0 0,0-1-1 0 0,1 0 1 0 0,-1 0 0 0 0,0 0 0 0 0,0 0 0 0 0,0 0-1 0 0,1 0 1 0 0,-1 0 0 0 0,0-1 0 0 0,0 1 0 0 0,1 0 0 0 0,-1-1-1 0 0,0 1 1 0 0,2-1 0 0 0,27-21-3045 0 0,-25 18 1640 0 0,-1-1 0 0 0,0 0 0 0 0,0 0 1 0 0,-1 0-1 0 0,1 0 0 0 0,-1 0 0 0 0,0-1 1 0 0,2-6-1 0 0,4-12-3538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3:18.0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23 208 4688 0 0,'-1'-1'238'0'0,"-1"0"0"0"0,1 0 0 0 0,-1 0 0 0 0,1 0 0 0 0,-1 0 0 0 0,1-1 0 0 0,0 1 0 0 0,0-1 0 0 0,-1 1 0 0 0,1-1 0 0 0,0 1 0 0 0,0-1 0 0 0,1 0 0 0 0,-1 1 0 0 0,0-1 0 0 0,0 0-1 0 0,1 0 1 0 0,0 0 0 0 0,-1 0 0 0 0,1 1 0 0 0,0-1 0 0 0,-1 0 0 0 0,2-3 0 0 0,-2 1 43 0 0,1 0-1 0 0,0 0 0 0 0,0 0 1 0 0,0 0-1 0 0,1 0 1 0 0,0 0-1 0 0,-1 0 1 0 0,1 0-1 0 0,1 0 0 0 0,2-6 1 0 0,1 4 37 0 0,0-1 0 0 0,1 1 0 0 0,0 1 0 0 0,0-1 0 0 0,0 1 0 0 0,1 0 0 0 0,0 0 0 0 0,0 1 0 0 0,0 0 0 0 0,0 0 0 0 0,1 1 0 0 0,10-4 0 0 0,11-3 1068 0 0,58-11 0 0 0,-43 13-230 0 0,0 3 1 0 0,58-2 0 0 0,-82 7-1085 0 0,1 1 0 0 0,0 1 0 0 0,-1 1 0 0 0,1 0 0 0 0,-1 1 1 0 0,0 2-1 0 0,23 8 0 0 0,-39-12-243 0 0,-1-1-1 0 0,0 1 1 0 0,0 0 0 0 0,0 0-1 0 0,0 0 1 0 0,0 0 0 0 0,-1 1-1 0 0,1-1 1 0 0,-1 0 0 0 0,1 1-1 0 0,1 3 1 0 0,-2-3-700 0 0,-1-1 1 0 0,1 1-1 0 0,-1 0 0 0 0,0-1 1 0 0,0 1-1 0 0,0 0 0 0 0,-1 0 1 0 0,1-1-1 0 0,0 1 0 0 0,-1 0 1 0 0,0 0-1 0 0,0 0 0 0 0,0 0 1 0 0,0 4-1 0 0,-3 8-3782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3:18.2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 84 5080 0 0,'-1'0'163'0'0,"1"0"-1"0"0,-1-1 0 0 0,1 1 0 0 0,0-1 1 0 0,-1 1-1 0 0,1-1 0 0 0,0 0 0 0 0,-1 1 1 0 0,1-1-1 0 0,0 1 0 0 0,0-1 0 0 0,0 1 1 0 0,-1-1-1 0 0,1 0 0 0 0,0 1 0 0 0,0-1 1 0 0,0 0-1 0 0,0 1 0 0 0,0-1 0 0 0,0 1 1 0 0,0-1-1 0 0,0 0 0 0 0,0 1 0 0 0,1-1 1 0 0,-1 1-1 0 0,0-1 0 0 0,0 0 0 0 0,1 1 1 0 0,-1-1-1 0 0,0 1 0 0 0,0-1 0 0 0,1 0 1 0 0,11-22 2594 0 0,-5 18-2323 0 0,0 1 0 0 0,0 0 0 0 0,0 1 0 0 0,1 0 0 0 0,0 0 1 0 0,0 0-1 0 0,-1 1 0 0 0,1 0 0 0 0,10-1 0 0 0,80-3 2101 0 0,-63 5-1602 0 0,-6-1-566 0 0,0 1 0 0 0,0 2 0 0 0,0 1 0 0 0,-1 1 0 0 0,1 1 0 0 0,41 12-1 0 0,-45-4-3422 0 0,5 13-8212 0 0,-21-14 6651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3:18.7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76 79 4256 0 0,'6'-32'4246'0'0,"-5"27"-3719"0"0,0 1 1 0 0,0-1-1 0 0,0 0 0 0 0,0 0 0 0 0,-1 1 0 0 0,0-1 1 0 0,0-5-1 0 0,0 10-474 0 0,0 1-1 0 0,0-1 1 0 0,-1 0 0 0 0,1 0 0 0 0,0 1-1 0 0,0-1 1 0 0,0 0 0 0 0,0 0 0 0 0,-1 0-1 0 0,1 1 1 0 0,0-1 0 0 0,0 0 0 0 0,0 0-1 0 0,-1 0 1 0 0,1 0 0 0 0,0 1 0 0 0,0-1-1 0 0,-1 0 1 0 0,1 0 0 0 0,0 0 0 0 0,0 0-1 0 0,-1 0 1 0 0,1 0 0 0 0,0 0 0 0 0,-1 0-1 0 0,1 0 1 0 0,0 0 0 0 0,0 0 0 0 0,-1 0-1 0 0,1 0 1 0 0,0 0 0 0 0,0 0 0 0 0,-1 0-1 0 0,1 0 1 0 0,0 0 0 0 0,0 0 0 0 0,-1 0-1 0 0,1 0 1 0 0,0-1 0 0 0,0 1 0 0 0,-1 0-1 0 0,1 0 1 0 0,0 0 0 0 0,0 0 0 0 0,-1-1-1 0 0,1 1 1 0 0,0 0 0 0 0,0 0 0 0 0,0 0-1 0 0,0-1 1 0 0,-1 1 0 0 0,1 0-1 0 0,0 0 1 0 0,0-1 0 0 0,0 1 0 0 0,0 0-1 0 0,0 0 1 0 0,0-1 0 0 0,0 1 0 0 0,0 0-1 0 0,0-1 1 0 0,0 1 0 0 0,0 0 0 0 0,0 0-1 0 0,0-1 1 0 0,0 1 0 0 0,0-1 0 0 0,-12 21 1884 0 0,0 9-789 0 0,2 1 0 0 0,2 0 1 0 0,0 0-1 0 0,-6 59 0 0 0,5 126-102 0 0,8-196-934 0 0,0-7-15 0 0,1 0 1 0 0,0 1-1 0 0,4 21 0 0 0,-4-32-84 0 0,1 0 0 0 0,-1 0 0 0 0,1 0 0 0 0,-1 0-1 0 0,1-1 1 0 0,0 1 0 0 0,-1 0 0 0 0,1 0 0 0 0,0 0 0 0 0,0-1 0 0 0,0 1 0 0 0,0-1 0 0 0,1 1 0 0 0,-1-1 0 0 0,0 1 0 0 0,1-1 0 0 0,-1 1 0 0 0,1-1 0 0 0,-1 0 0 0 0,1 0 0 0 0,0 0 0 0 0,-1 0 0 0 0,1 0 0 0 0,0 0 0 0 0,0-1 0 0 0,0 1-1 0 0,0 0 1 0 0,0-1 0 0 0,3 1 0 0 0,5-1-36 0 0,-1 1 1 0 0,1-2-1 0 0,-1 0 0 0 0,1 0 0 0 0,-1 0 0 0 0,0-1 0 0 0,1 0 0 0 0,-1-1 0 0 0,0 0 1 0 0,-1-1-1 0 0,1 0 0 0 0,0 0 0 0 0,-1-1 0 0 0,0 0 0 0 0,0 0 0 0 0,0-1 0 0 0,-1 0 1 0 0,0 0-1 0 0,9-11 0 0 0,-2 0-48 0 0,-1-1 1 0 0,0-1-1 0 0,-2 1 1 0 0,0-2-1 0 0,-1 0 0 0 0,-1 0 1 0 0,8-27-1 0 0,-13 36 49 0 0,81-258-670 0 0,-90 351 1117 0 0,-30 183 400 0 0,22-169-1368 0 0,-3 127 0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3:15.0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0 204 1960 0 0,'1'-9'700'0'0,"1"0"1"0"0,-1 0-1 0 0,1 1 0 0 0,1-1 1 0 0,3-10-1 0 0,6-17 1009 0 0,4-42 2509 0 0,-10 51 3782 0 0,-6 516-4930 0 0,-4-455-2984 0 0,4-33-81 0 0,0 0 0 0 0,0 0 0 0 0,0 0-1 0 0,-1 0 1 0 0,1 0 0 0 0,0 0 0 0 0,-1 0 0 0 0,1 0-1 0 0,-1 0 1 0 0,1 0 0 0 0,-1 0 0 0 0,0 0-1 0 0,1-1 1 0 0,-1 1 0 0 0,0 0 0 0 0,1 0 0 0 0,-1-1-1 0 0,0 1 1 0 0,0 0 0 0 0,0-1 0 0 0,0 1-1 0 0,0-1 1 0 0,1 1 0 0 0,-1-1 0 0 0,0 0 0 0 0,0 1-1 0 0,0-1 1 0 0,0 0 0 0 0,0 0 0 0 0,-2 1-1 0 0,3-2-2 0 0,-1 1 0 0 0,1 0 0 0 0,-1 0 0 0 0,0 0 0 0 0,1-1 0 0 0,-1 1 0 0 0,1 0 0 0 0,-1-1 0 0 0,1 1 0 0 0,-1-1 0 0 0,1 1-1 0 0,-1 0 1 0 0,1-1 0 0 0,-1 1 0 0 0,1-1 0 0 0,-1 1 0 0 0,1-1 0 0 0,0 1 0 0 0,-1-1 0 0 0,1 0 0 0 0,0 1 0 0 0,0-1-1 0 0,-1 1 1 0 0,1-1 0 0 0,0 0 0 0 0,0 1 0 0 0,0-1 0 0 0,0-1 0 0 0,-3-21 3 0 0,3 18-6 0 0,-3-31-23 0 0,2-1 0 0 0,2 1 0 0 0,7-56-1 0 0,-4 67-11 0 0,1 0 0 0 0,1 1 0 0 0,1 0-1 0 0,1 0 1 0 0,1 1 0 0 0,13-22 0 0 0,-22 44 35 0 0,0 0 0 0 0,0 0 1 0 0,1 0-1 0 0,-1 0 0 0 0,1 1 0 0 0,-1-1 1 0 0,0 0-1 0 0,1 0 0 0 0,0 1 0 0 0,-1-1 1 0 0,1 0-1 0 0,-1 1 0 0 0,1-1 0 0 0,0 1 1 0 0,-1-1-1 0 0,1 0 0 0 0,0 1 0 0 0,0 0 1 0 0,-1-1-1 0 0,1 1 0 0 0,0-1 0 0 0,0 1 0 0 0,0 0 1 0 0,0 0-1 0 0,-1-1 0 0 0,1 1 0 0 0,1 0 1 0 0,-1 1-2 0 0,0-1 1 0 0,0 1 0 0 0,0-1-1 0 0,0 1 1 0 0,0 0-1 0 0,0 0 1 0 0,-1 0-1 0 0,1 0 1 0 0,0-1 0 0 0,0 1-1 0 0,-1 0 1 0 0,1 0-1 0 0,-1 0 1 0 0,1 0 0 0 0,-1 1-1 0 0,1-1 1 0 0,0 1-1 0 0,12 57-32 0 0,-13-56 34 0 0,8 52 14 0 0,3 0-1 0 0,1-1 1 0 0,35 91 0 0 0,-46-141 8 0 0,1 0 0 0 0,0 0 0 0 0,1 0 0 0 0,-1 0 0 0 0,1 0 1 0 0,-1 0-1 0 0,1-1 0 0 0,0 1 0 0 0,6 4 0 0 0,-9-8-10 0 0,1 1 0 0 0,-1-1 1 0 0,1 0-1 0 0,-1 1 0 0 0,1-1 0 0 0,0 0 0 0 0,-1 0 0 0 0,1 1 0 0 0,0-1 0 0 0,-1 0 0 0 0,1 0 1 0 0,0 0-1 0 0,-1 0 0 0 0,1 0 0 0 0,0 0 0 0 0,-1 0 0 0 0,1 0 0 0 0,0 0 0 0 0,-1 0 0 0 0,1 0 1 0 0,0 0-1 0 0,-1 0 0 0 0,1-1 0 0 0,1 0 0 0 0,-1 0 9 0 0,1 0 0 0 0,-1 0 0 0 0,1-1-1 0 0,-1 1 1 0 0,0-1 0 0 0,0 1 0 0 0,0-1 0 0 0,0 1 0 0 0,0-1-1 0 0,0 0 1 0 0,0 1 0 0 0,-1-1 0 0 0,2-3 0 0 0,12-40 336 0 0,-2-1 0 0 0,10-77 1 0 0,-4-97 471 0 0,-12 176-545 0 0,10 75-143 0 0,-3-10-263 0 0,0 10-92 0 0,27 51-577 0 0,-36-75 635 0 0,1 1 1 0 0,0-2 0 0 0,0 1 0 0 0,0 0-1 0 0,1-1 1 0 0,0 0 0 0 0,0-1-1 0 0,9 8 1 0 0,-10-11 62 0 0,-1 0 0 0 0,0-1 0 0 0,0 1 0 0 0,0-1 0 0 0,1 0 0 0 0,-1 0 0 0 0,0-1 0 0 0,1 1 0 0 0,-1-1 0 0 0,1 0 0 0 0,-1 0 0 0 0,1 0 0 0 0,-1-1 0 0 0,1 0 0 0 0,-1 0 0 0 0,0 0 0 0 0,0 0 0 0 0,1-1 0 0 0,-1 1-1 0 0,0-1 1 0 0,6-3 0 0 0,-6 3 46 0 0,-1 0-1 0 0,1 0 1 0 0,0-1-1 0 0,-1 1 1 0 0,1-1-1 0 0,-1 0 1 0 0,0 0-1 0 0,0 0 1 0 0,0 0-1 0 0,0 0 1 0 0,0-1-1 0 0,-1 1 1 0 0,1-1-1 0 0,-1 0 1 0 0,0 1-1 0 0,0-1 1 0 0,-1 0-1 0 0,1 0 1 0 0,-1-1-1 0 0,0 1 1 0 0,0 0-1 0 0,1-5 1 0 0,-2 8 51 0 0,0 0 1 0 0,0 1 0 0 0,-1-1-1 0 0,1 0 1 0 0,0 0 0 0 0,0 0-1 0 0,-1 1 1 0 0,1-1 0 0 0,0 0 0 0 0,-1 0-1 0 0,1 1 1 0 0,-1-1 0 0 0,1 0-1 0 0,-1 1 1 0 0,1-1 0 0 0,-1 0-1 0 0,1 1 1 0 0,-1-1 0 0 0,1 1 0 0 0,-1-1-1 0 0,0 1 1 0 0,1-1 0 0 0,-1 1-1 0 0,0 0 1 0 0,0-1 0 0 0,1 1-1 0 0,-1 0 1 0 0,0 0 0 0 0,0-1 0 0 0,0 1-1 0 0,1 0 1 0 0,-1 0 0 0 0,0 0-1 0 0,0 0 1 0 0,0 0 0 0 0,1 0-1 0 0,-1 0 1 0 0,0 0 0 0 0,0 0 0 0 0,0 0-1 0 0,1 1 1 0 0,-1-1 0 0 0,-1 1-1 0 0,-36 11 245 0 0,23-5-155 0 0,0 1 0 0 0,1 1 0 0 0,0 0 1 0 0,1 1-1 0 0,0 1 0 0 0,0 0 0 0 0,1 0 0 0 0,1 1 0 0 0,0 1 1 0 0,1 0-1 0 0,0 0 0 0 0,1 1 0 0 0,0 0 0 0 0,1 1 0 0 0,1 0 1 0 0,-11 31-1 0 0,17-44-78 0 0,1 0 1 0 0,-1 0 0 0 0,1-1-1 0 0,-1 1 1 0 0,1 0 0 0 0,0 0 0 0 0,-1 0-1 0 0,1 0 1 0 0,0 0 0 0 0,1 0-1 0 0,-1 0 1 0 0,0 0 0 0 0,0 0-1 0 0,1 0 1 0 0,-1-1 0 0 0,1 1-1 0 0,0 0 1 0 0,-1 0 0 0 0,1 0 0 0 0,0-1-1 0 0,0 1 1 0 0,0 0 0 0 0,0-1-1 0 0,0 1 1 0 0,1-1 0 0 0,-1 1-1 0 0,0-1 1 0 0,1 0 0 0 0,-1 0-1 0 0,4 3 1 0 0,-2-3-3 0 0,0 0 0 0 0,-1-1 1 0 0,1 1-1 0 0,1 0 0 0 0,-1-1 0 0 0,0 0 0 0 0,0 0 0 0 0,0 0 0 0 0,0 0 1 0 0,0 0-1 0 0,0 0 0 0 0,0-1 0 0 0,0 0 0 0 0,0 1 0 0 0,0-1 0 0 0,0 0 1 0 0,0 0-1 0 0,4-3 0 0 0,8-5 10 0 0,-1 0 0 0 0,0-1 0 0 0,-1 0 0 0 0,0-1 0 0 0,0 0 0 0 0,-2-1 0 0 0,1-1 0 0 0,-1 0 0 0 0,-1 0 0 0 0,0-1 0 0 0,-1 0 0 0 0,-1-1 0 0 0,0 0 0 0 0,11-32 1 0 0,-17 52 23 0 0,-1 19-14 0 0,-1 28 24 0 0,-15 265 152 0 0,-13 152 48 0 0,26-446-227 0 0,-1-1 0 0 0,-2 0 0 0 0,0 0 0 0 0,-1 0 0 0 0,-1-1 0 0 0,-1 0 0 0 0,-1 0 0 0 0,-13 22 0 0 0,16-33-10 0 0,0-1 0 0 0,0 0 1 0 0,-1-1-1 0 0,0 0 0 0 0,-1 0 1 0 0,0 0-1 0 0,0-1 1 0 0,-1 0-1 0 0,1-1 0 0 0,-2 0 1 0 0,1 0-1 0 0,0-1 0 0 0,-1 0 1 0 0,0-1-1 0 0,0 0 0 0 0,-1-1 1 0 0,1 0-1 0 0,-20 3 0 0 0,19-4 15 0 0,0-1 1 0 0,0 0-1 0 0,0-1 0 0 0,0 0 0 0 0,0-1 0 0 0,0 0 0 0 0,0 0 1 0 0,-18-6-1 0 0,25 5-22 0 0,-1 1 0 0 0,1-1 1 0 0,0 0-1 0 0,0 0 1 0 0,1 0-1 0 0,-1-1 0 0 0,0 0 1 0 0,1 1-1 0 0,0-1 0 0 0,-1 0 1 0 0,1-1-1 0 0,0 1 1 0 0,1 0-1 0 0,-1-1 0 0 0,0 0 1 0 0,1 0-1 0 0,0 1 0 0 0,0-1 1 0 0,0-1-1 0 0,1 1 1 0 0,-1 0-1 0 0,1 0 0 0 0,0-1 1 0 0,-1-4-1 0 0,-1-11-25 0 0,1 0 1 0 0,1 0-1 0 0,1 1 1 0 0,1-1-1 0 0,0 0 1 0 0,1 0-1 0 0,2 1 1 0 0,0-1-1 0 0,1 1 0 0 0,0 0 1 0 0,2 0-1 0 0,9-18 1 0 0,-5 15-62 0 0,1 2 0 0 0,0 0 1 0 0,2 0-1 0 0,0 1 1 0 0,2 1-1 0 0,0 0 0 0 0,1 2 1 0 0,0-1-1 0 0,35-23 1 0 0,36-18-267 0 0,-38 26 45 0 0,-1-2 0 0 0,86-77 0 0 0,-124 100 264 0 0,0 0 0 0 0,-1 0 1 0 0,0-1-1 0 0,-1-1 0 0 0,-1 0 0 0 0,0 0 1 0 0,0 0-1 0 0,-1-1 0 0 0,-1 0 1 0 0,-1 0-1 0 0,0-1 0 0 0,0 0 1 0 0,-2 0-1 0 0,0 0 0 0 0,0 0 1 0 0,0-21-1 0 0,-3 35 29 0 0,0-1 0 0 0,0 1 1 0 0,1-1-1 0 0,-1 1 0 0 0,0-1 1 0 0,-1 1-1 0 0,1-1 0 0 0,0 1 0 0 0,0 0 1 0 0,0-1-1 0 0,-1 1 0 0 0,1-1 1 0 0,-1 1-1 0 0,1 0 0 0 0,-1-1 0 0 0,0 1 1 0 0,0 0-1 0 0,1-1 0 0 0,-1 1 1 0 0,0 0-1 0 0,0 0 0 0 0,0 0 0 0 0,0 0 1 0 0,0 0-1 0 0,0 0 0 0 0,-1 0 1 0 0,1 0-1 0 0,0 1 0 0 0,0-1 0 0 0,-1 0 1 0 0,1 1-1 0 0,0-1 0 0 0,-1 1 1 0 0,-2-1-1 0 0,1 1 1 0 0,0 0 1 0 0,0 0-1 0 0,-1 1 1 0 0,1-1 0 0 0,0 1-1 0 0,0 0 1 0 0,0 0-1 0 0,0 0 1 0 0,0 0-1 0 0,1 1 1 0 0,-1-1-1 0 0,0 1 1 0 0,0-1-1 0 0,1 1 1 0 0,-4 4-1 0 0,-11 10 15 0 0,1 1 0 0 0,1 1 0 0 0,1 0 0 0 0,0 1 0 0 0,2 1 0 0 0,0 0 0 0 0,1 0 0 0 0,1 2 0 0 0,1-1 0 0 0,1 1 0 0 0,1 0 0 0 0,0 1-1 0 0,2-1 1 0 0,1 1 0 0 0,1 0 0 0 0,-1 33 0 0 0,4-53-11 0 0,0-1-1 0 0,0 0 1 0 0,0 1 0 0 0,0-1 0 0 0,0 0-1 0 0,1 1 1 0 0,-1-1 0 0 0,1 0-1 0 0,0 0 1 0 0,-1 1 0 0 0,1-1-1 0 0,0 0 1 0 0,0 0 0 0 0,0 0-1 0 0,1 0 1 0 0,-1 0 0 0 0,0 0-1 0 0,1 0 1 0 0,0-1 0 0 0,-1 1-1 0 0,1 0 1 0 0,0-1 0 0 0,0 0-1 0 0,-1 1 1 0 0,4 1 0 0 0,-2-3-1 0 0,-1 1 0 0 0,0-1 0 0 0,1 0 0 0 0,-1 1 0 0 0,1-1 1 0 0,-1 0-1 0 0,1-1 0 0 0,-1 1 0 0 0,0 0 0 0 0,1-1 1 0 0,-1 1-1 0 0,1-1 0 0 0,-1 0 0 0 0,0 1 0 0 0,0-1 0 0 0,1-1 1 0 0,-1 1-1 0 0,0 0 0 0 0,0 0 0 0 0,0-1 0 0 0,0 1 0 0 0,0-1 1 0 0,-1 0-1 0 0,1 1 0 0 0,2-4 0 0 0,6-7 8 0 0,-1 1-1 0 0,-1-2 1 0 0,0 1 0 0 0,0-1-1 0 0,-1 0 1 0 0,-1-1 0 0 0,0 1-1 0 0,-1-1 1 0 0,4-17 0 0 0,23-138 339 0 0,-31 164-334 0 0,-4 173 1237 0 0,3-108-939 0 0,-1-30-152 0 0,0-16-49 0 0,1 0-1 0 0,0-1 0 0 0,1 1 0 0 0,1-1 0 0 0,3 16 0 0 0,-5-28-108 0 0,0 0 0 0 0,0 0 0 0 0,1 0 0 0 0,-1 0-1 0 0,0 0 1 0 0,1 0 0 0 0,-1 0 0 0 0,1-1 0 0 0,-1 1 0 0 0,1 0-1 0 0,-1 0 1 0 0,1 0 0 0 0,0-1 0 0 0,-1 1 0 0 0,1 0-1 0 0,0-1 1 0 0,0 1 0 0 0,-1-1 0 0 0,1 1 0 0 0,0-1-1 0 0,0 1 1 0 0,0-1 0 0 0,0 1 0 0 0,0-1 0 0 0,-1 0 0 0 0,2 1-1 0 0,0-1-24 0 0,0 0-1 0 0,0 0 1 0 0,-1-1-1 0 0,1 1 0 0 0,0 0 1 0 0,-1-1-1 0 0,1 1 1 0 0,0-1-1 0 0,-1 1 1 0 0,1-1-1 0 0,-1 0 0 0 0,1 0 1 0 0,1-1-1 0 0,3-2-120 0 0,-1-1-1 0 0,0 1 0 0 0,0-1 1 0 0,0 0-1 0 0,-1 0 1 0 0,7-9-1 0 0,-5 4-454 0 0,-1-1 1 0 0,0-1-1 0 0,5-15 0 0 0,7-37-6389 0 0,-14 48 4755 0 0,9-25-2390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3:15.4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80 346 3688 0 0,'-2'1'631'0'0,"-37"17"3808"0"0,38-18-4233 0 0,0 1 0 0 0,0-1 0 0 0,-1 1-1 0 0,1-1 1 0 0,0 1 0 0 0,0-1 0 0 0,-1 0 0 0 0,1 1 0 0 0,0-1 0 0 0,-1 0-1 0 0,1 0 1 0 0,0 0 0 0 0,-1 0 0 0 0,1 0 0 0 0,-1 0 0 0 0,1-1-1 0 0,0 1 1 0 0,0 0 0 0 0,-1-1 0 0 0,1 1 0 0 0,0-1 0 0 0,-1 1-1 0 0,1-1 1 0 0,0 1 0 0 0,-2-3 0 0 0,2 1 1 0 0,0 0 0 0 0,1 0 1 0 0,-1 1-1 0 0,1-1 0 0 0,0 0 0 0 0,-1-1 1 0 0,1 1-1 0 0,0 0 0 0 0,0 0 0 0 0,1 0 1 0 0,-1 0-1 0 0,0 0 0 0 0,0 0 0 0 0,1 0 1 0 0,0 0-1 0 0,0-2 0 0 0,15-35 2101 0 0,-13 34-1908 0 0,0-2-187 0 0,0 0 0 0 0,1 0 0 0 0,0 0 0 0 0,0 1 0 0 0,1-1-1 0 0,-1 1 1 0 0,9-8 0 0 0,-9 12-102 0 0,-1-1-1 0 0,0 1 1 0 0,1 0-1 0 0,-1 0 1 0 0,1 0 0 0 0,0 1-1 0 0,0-1 1 0 0,-1 1-1 0 0,1 0 1 0 0,0 0 0 0 0,0 1-1 0 0,0-1 1 0 0,0 1-1 0 0,0-1 1 0 0,0 1 0 0 0,5 1-1 0 0,0-1 48 0 0,0 0-1 0 0,-1 0 0 0 0,1-1 1 0 0,-1 0-1 0 0,1-1 0 0 0,-1 0 1 0 0,1 0-1 0 0,-1-1 0 0 0,0 0 1 0 0,0-1-1 0 0,0 1 0 0 0,-1-1 1 0 0,12-8-1 0 0,-15 9-111 0 0,0-1 0 0 0,0 1-1 0 0,-1 0 1 0 0,1-1 0 0 0,-1 0 0 0 0,0 0-1 0 0,0 0 1 0 0,0 0 0 0 0,0 0-1 0 0,-1-1 1 0 0,0 1 0 0 0,0-1 0 0 0,0 0-1 0 0,0 1 1 0 0,-1-1 0 0 0,0 0-1 0 0,0 0 1 0 0,0 0 0 0 0,0 0 0 0 0,-1 0-1 0 0,0 0 1 0 0,0 0 0 0 0,-2-9 0 0 0,2 10-963 0 0,-9-32 2302 0 0,4 27-6197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3:15.87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238 124 4240 0 0,'-1'0'396'0'0,"-1"0"0"0"0,0 0 0 0 0,0 0 0 0 0,0 0 0 0 0,1-1 0 0 0,-1 1 0 0 0,0 0 0 0 0,0-1 0 0 0,1 0 0 0 0,-1 1 0 0 0,0-1 0 0 0,1 0 0 0 0,-1 0 0 0 0,1 0 0 0 0,-1 0 0 0 0,1 0 0 0 0,-3-2 0 0 0,3 2-257 0 0,1 0 0 0 0,-1 0 1 0 0,1 0-1 0 0,0 0 0 0 0,-1 0 1 0 0,1 0-1 0 0,0 0 0 0 0,0 0 1 0 0,0 0-1 0 0,-1 0 0 0 0,1 0 1 0 0,0 0-1 0 0,0 0 0 0 0,0 0 1 0 0,1 0-1 0 0,-1 0 0 0 0,0 0 1 0 0,0 0-1 0 0,0 1 0 0 0,1-1 1 0 0,-1 0-1 0 0,0 0 0 0 0,1 0 1 0 0,-1 0-1 0 0,1 0 0 0 0,-1 0 0 0 0,1 1 1 0 0,0-1-1 0 0,-1 0 0 0 0,1 0 1 0 0,0 1-1 0 0,-1-1 0 0 0,3-1 1 0 0,5-5 749 0 0,0-1 1 0 0,1 1-1 0 0,0 1 1 0 0,1-1-1 0 0,-1 2 1 0 0,15-7-1 0 0,-11 6-418 0 0,0 1 0 0 0,0 1 0 0 0,0 1-1 0 0,25-5 1 0 0,-37 8-456 0 0,0 0 1 0 0,0-1-1 0 0,-1 1 1 0 0,1 0 0 0 0,0 0-1 0 0,-1 0 1 0 0,1 0-1 0 0,0 0 1 0 0,0 0-1 0 0,-1 0 1 0 0,1 0-1 0 0,0 0 1 0 0,0 0-1 0 0,-1 0 1 0 0,1 0-1 0 0,0 0 1 0 0,-1 1-1 0 0,1-1 1 0 0,0 0-1 0 0,0 1 1 0 0,-1-1-1 0 0,1 0 1 0 0,-1 1-1 0 0,1-1 1 0 0,0 1-1 0 0,-1-1 1 0 0,1 1-1 0 0,-1-1 1 0 0,1 1-1 0 0,-1-1 1 0 0,1 1-1 0 0,-1 0 1 0 0,0-1 0 0 0,1 1-1 0 0,-1-1 1 0 0,0 1-1 0 0,1 0 1 0 0,-1 0-1 0 0,0-1 1 0 0,0 1-1 0 0,0 0 1 0 0,0-1-1 0 0,0 1 1 0 0,1 0-1 0 0,-1 0 1 0 0,0-1-1 0 0,-1 1 1 0 0,1 0-1 0 0,0 0 1 0 0,0-1-1 0 0,0 1 1 0 0,0 0-1 0 0,-1-1 1 0 0,1 1-1 0 0,0 0 1 0 0,0-1-1 0 0,-1 1 1 0 0,0 1-1 0 0,-2 6 74 0 0,-1 0-1 0 0,0 0 0 0 0,-9 12 0 0 0,11-18-65 0 0,-90 116 415 0 0,17-25-266 0 0,71-88-158 0 0,0 1-1 0 0,1 0 0 0 0,-1 0 0 0 0,1 1 1 0 0,-5 12-1 0 0,8-18-11 0 0,-1 1 1 0 0,1-1-1 0 0,-1 0 0 0 0,1 1 1 0 0,0-1-1 0 0,0 0 0 0 0,0 1 1 0 0,0-1-1 0 0,0 0 0 0 0,0 1 1 0 0,0-1-1 0 0,0 0 0 0 0,1 1 1 0 0,-1-1-1 0 0,0 0 0 0 0,1 1 1 0 0,-1-1-1 0 0,1 0 0 0 0,-1 0 1 0 0,1 1-1 0 0,0-1 0 0 0,-1 0 1 0 0,1 0-1 0 0,0 0 0 0 0,0 0 1 0 0,0 0-1 0 0,0 0 0 0 0,0 0 1 0 0,0 0-1 0 0,0-1 0 0 0,0 1 1 0 0,0 0-1 0 0,1 0 0 0 0,-1-1 0 0 0,2 1 1 0 0,18 6 7 0 0,35 8 0 0 0,19 5 5 0 0,-68-17-13 0 0,-1-1 0 0 0,1 1-1 0 0,-1 1 1 0 0,0-1 0 0 0,0 1 0 0 0,0 1 0 0 0,-1-1 0 0 0,10 10 0 0 0,-13-12-2 0 0,0 0-1 0 0,0 0 1 0 0,0 1 0 0 0,-1-1 0 0 0,1 1 0 0 0,-1-1-1 0 0,1 1 1 0 0,-1 0 0 0 0,0 0 0 0 0,0 0 0 0 0,0-1 0 0 0,0 1-1 0 0,-1 0 1 0 0,1 0 0 0 0,-1 0 0 0 0,0 0 0 0 0,0 0-1 0 0,0 4 1 0 0,-1-2 1 0 0,0 0 0 0 0,0-1-1 0 0,-1 1 1 0 0,1-1 0 0 0,-1 1-1 0 0,0-1 1 0 0,-1 0 0 0 0,1 0-1 0 0,-1 0 1 0 0,-4 6 0 0 0,-5 3-21 0 0,0 0 0 0 0,-1-1 1 0 0,0-1-1 0 0,-1 0 0 0 0,-15 8 1 0 0,-134 74-1885 0 0,98-58-2995 0 0,1 1-4801 0 0,38-20 4615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3:35.0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27 2540 0 0,'0'0'2307'0'0,"20"-6"1105"0"0,-2 1-2143 0 0,-1 0-1 0 0,1 2 1 0 0,34-4 0 0 0,-43 7-996 0 0,-1 0 1 0 0,1 0-1 0 0,0 1 1 0 0,0 0-1 0 0,-1 1 1 0 0,1-1-1 0 0,-1 2 1 0 0,1-1-1 0 0,-1 1 1 0 0,10 5-1 0 0,19 10 86 0 0,1-3 0 0 0,1-1 0 0 0,61 14 0 0 0,-47-14-104 0 0,85 33 1 0 0,112 88 234 0 0,-88-45-278 0 0,178 71-1 0 0,183 45 42 0 0,-44-10 85 0 0,-116-48-41 0 0,84 38-21 0 0,-262-106-212 0 0,166 80-11 0 0,-311-136-33 0 0,-1 2 1 0 0,41 34 0 0 0,-48-35 0 0 0,-6-8 16 0 0,1-1-1 0 0,30 13 1 0 0,-39-19-23 0 0,150 69 105 0 0,-77-37-17 0 0,95 59 0 0 0,238 175 84 0 0,-312-200-143 0 0,107 67-21 0 0,-165-112 16 0 0,0-3 0 0 0,74 27 0 0 0,6-6 58 0 0,-102-37-72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3:37.7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10 2120 0 0,'0'0'368'0'0,"0"-2"4"0"0,0 1 16 0 0,0-1 384 0 0,0-1 4 0 0,0 2 213 0 0,3 2-3302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3:40.0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9 1356 0 0,'1'-3'14162'0'0,"4"-3"-11166"0"0,1 7-2934 0 0,0 0 1 0 0,-1 0 0 0 0,1 0-1 0 0,0 0 1 0 0,0 1-1 0 0,-1 0 1 0 0,1 0 0 0 0,-1 1-1 0 0,1 0 1 0 0,-1 0-1 0 0,6 4 1 0 0,10 9 68 0 0,25 23-1 0 0,-17-13 14 0 0,-2-5-27 0 0,0-2 0 0 0,2 0 0 0 0,42 20 1 0 0,101 34 234 0 0,-124-54-300 0 0,-36-14-39 0 0,3 0-1 0 0,1 1-1 0 0,-1 1 1 0 0,0 0-1 0 0,0 1 1 0 0,-1 1-1 0 0,0 0 1 0 0,-1 1-1 0 0,0 0 1 0 0,-1 1-1 0 0,15 16 1 0 0,45 76 19 0 0,-58-80-13 0 0,1-1 1 0 0,1 0-1 0 0,0-2 1 0 0,2 0 0 0 0,1-1-1 0 0,0 0 1 0 0,1-2-1 0 0,1 0 1 0 0,1-2-1 0 0,0 0 1 0 0,1-1-1 0 0,0-1 1 0 0,34 12-1 0 0,116 47 108 0 0,242 88 72 0 0,-210-84-101 0 0,-125-42-88 0 0,-70-30-93 0 0,-14-9-2420 0 0,-9-8-5097 0 0,-5-7 355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3:40.9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 1 3280 0 0,'-17'-1'3248'0'0,"10"2"2442"0"0,20 13-2563 0 0,107 99-124 0 0,-54-54-2537 0 0,3-2 1 0 0,100 62-1 0 0,131 58 110 0 0,327 140-1 0 0,-163-85-219 0 0,-323-150-265 0 0,2 2 2 0 0,194 82 0 0 0,-332-164-91 0 0,317 143 164 0 0,-290-126-115 0 0,30 26 0 0 0,-40-29-14 0 0,0 0 1 0 0,2-1-1 0 0,33 16 0 0 0,45 16 37 0 0,-91-41-66 0 0,-1 0-1 0 0,0 1 0 0 0,-1 0 0 0 0,1 0 0 0 0,-1 1 1 0 0,-1 0-1 0 0,10 11 0 0 0,-15-15-6 0 0,-1 0-1 0 0,0 0 1 0 0,0 0-1 0 0,0 0 1 0 0,0 1 0 0 0,-1-1-1 0 0,0 0 1 0 0,2 9 0 0 0,7 20-56 0 0,-10-33 34 0 0,0 1-1 0 0,0-1 1 0 0,0 1 0 0 0,1-1-1 0 0,-1 0 1 0 0,0 1-1 0 0,0-1 1 0 0,0 0-1 0 0,0 1 1 0 0,0-1-1 0 0,0 0 1 0 0,0 1-1 0 0,0-1 1 0 0,0 1 0 0 0,0-1-1 0 0,0 0 1 0 0,0 1-1 0 0,0-1 1 0 0,-1 0-1 0 0,1 1 1 0 0,0-1-1 0 0,0 0 1 0 0,0 1-1 0 0,0-1 1 0 0,-1 0-1 0 0,1 1 1 0 0,0-1 0 0 0,0 0-1 0 0,-1 1 1 0 0,1-1-1 0 0,0 0 1 0 0,0 0-1 0 0,-1 0 1 0 0,1 1-1 0 0,0-1 1 0 0,-1 0-1 0 0,1 0 1 0 0,0 0 0 0 0,-1 0-1 0 0,1 1 1 0 0,-1-1-1 0 0,-19 4-8776 0 0,15-3 4825 0 0,-4 1-204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3:47.8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205 1237 2440 0 0,'-6'9'405'0'0,"1"0"0"0"0,-1-1-1 0 0,0 1 1 0 0,-1-1 0 0 0,-10 10-1 0 0,-3 4 299 0 0,0 3 1098 0 0,-1-1 1 0 0,-1-1-1 0 0,-45 35 1 0 0,67-58-1762 0 0,0 0 1 0 0,-1 1 0 0 0,1-1 0 0 0,0 0-1 0 0,0 0 1 0 0,0 0 0 0 0,0 0 0 0 0,0 0 0 0 0,0 0-1 0 0,0 0 1 0 0,-1 1 0 0 0,1-1 0 0 0,0 0 0 0 0,0 0-1 0 0,0 0 1 0 0,0 0 0 0 0,0 0 0 0 0,-1 0 0 0 0,1 0-1 0 0,0 0 1 0 0,0 0 0 0 0,0 0 0 0 0,0 0 0 0 0,-1 0-1 0 0,1 0 1 0 0,0 0 0 0 0,0 0 0 0 0,0 0 0 0 0,0 0-1 0 0,-1 0 1 0 0,1 0 0 0 0,0 0 0 0 0,0 0 0 0 0,0 0-1 0 0,0 0 1 0 0,-1 0 0 0 0,1 0 0 0 0,0 0 0 0 0,0 0-1 0 0,0 0 1 0 0,0-1 0 0 0,0 1 0 0 0,0 0 0 0 0,-1 0-1 0 0,1 0 1 0 0,0 0 0 0 0,0 0 0 0 0,0 0-1 0 0,0-1 1 0 0,0 1 0 0 0,0 0 0 0 0,0 0 0 0 0,0 0-1 0 0,0 0 1 0 0,-1-1 0 0 0,1 1 0 0 0,0 0 0 0 0,2-16 978 0 0,8-15-248 0 0,16-20-384 0 0,1 1 0 0 0,3 1 1 0 0,2 1-1 0 0,2 2 0 0 0,2 2 0 0 0,2 1 0 0 0,43-38 1 0 0,322-245 145 0 0,-351 287-377 0 0,-45 34-147 0 0,235-170 357 0 0,-168 126-101 0 0,110-53 0 0 0,-157 88-179 0 0,21-9 147 0 0,-53 23-949 0 0,1 1-1 0 0,0-1 1 0 0,-1 0 0 0 0,1 0 0 0 0,-1 0-1 0 0,1 0 1 0 0,0-1 0 0 0,-1 0-1 0 0,1 0 1 0 0,0 0 0 0 0,-7-3-1 0 0,-52-24 307 0 0,47 21 1246 0 0,-255-131-6181 0 0,267 136 5378 0 0,0 0 1 0 0,1 0-1 0 0,-1-1 1 0 0,1 0-1 0 0,-1 1 0 0 0,1-2 1 0 0,0 1-1 0 0,0 0 1 0 0,0 0-1 0 0,-4-8 1 0 0,7 10 51 0 0,-1 1 1 0 0,1-1-1 0 0,0 0 1 0 0,-1 1-1 0 0,1-1 1 0 0,0 0 0 0 0,0 0-1 0 0,0 1 1 0 0,0-1-1 0 0,-1 0 1 0 0,1 0-1 0 0,0 1 1 0 0,0-1 0 0 0,0 0-1 0 0,1 0 1 0 0,-1 1-1 0 0,0-1 1 0 0,0 0-1 0 0,0 0 1 0 0,0 1 0 0 0,1-1-1 0 0,-1 0 1 0 0,0 0-1 0 0,1 0 1 0 0,0 0 72 0 0,1 0 1 0 0,-1 0-1 0 0,0 0 0 0 0,1 0 0 0 0,-1 0 1 0 0,1 0-1 0 0,-1 1 0 0 0,1-1 1 0 0,-1 1-1 0 0,1-1 0 0 0,-1 1 1 0 0,1-1-1 0 0,0 1 0 0 0,-1 0 1 0 0,1 0-1 0 0,2 0 0 0 0,154-7 4037 0 0,80 5-2108 0 0,-212 2-1844 0 0,-2-1-75 0 0,0 2 0 0 0,0 1 0 0 0,0 1 0 0 0,0 1 0 0 0,33 10 0 0 0,-51-12-137 0 0,0 0 0 0 0,0 0 0 0 0,0 0 0 0 0,0 1 0 0 0,-1 0 1 0 0,1 0-1 0 0,-1 0 0 0 0,0 1 0 0 0,0 0 0 0 0,0 0 0 0 0,-1 0 0 0 0,1 0 0 0 0,-1 1 0 0 0,0 0 1 0 0,-1 0-1 0 0,1 0 0 0 0,-1 0 0 0 0,0 1 0 0 0,0-1 0 0 0,0 1 0 0 0,-1-1 0 0 0,0 1 1 0 0,0 0-1 0 0,0 0 0 0 0,-1 0 0 0 0,1 7 0 0 0,-1-1 4 0 0,-1 1 0 0 0,0-1 0 0 0,-1 0 0 0 0,0 0 0 0 0,-1 1 1 0 0,-1-1-1 0 0,0 0 0 0 0,0-1 0 0 0,-1 1 0 0 0,0 0 0 0 0,-1-1 0 0 0,-11 19 0 0 0,-5 0 33 0 0,-1-1-1 0 0,-48 51 1 0 0,4-7-45 0 0,62-67-163 0 0,0 0 1 0 0,0-1-1 0 0,0 1 0 0 0,1 1 0 0 0,-3 6 1 0 0,0 6-5423 0 0,6-12 1861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3:48.6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436 640 3408 0 0,'15'-50'4496'0'0,"-15"45"-4228"0"0,0 0 145 0 0,1-1 0 0 0,-2 1 0 0 0,1-1 0 0 0,0 1 0 0 0,-1 0 0 0 0,0-1 0 0 0,-4-9 0 0 0,4 14-291 0 0,0-1 0 0 0,0 0-1 0 0,-1 0 1 0 0,1 0 0 0 0,-1 1 0 0 0,0-1-1 0 0,1 1 1 0 0,-1-1 0 0 0,0 1-1 0 0,0 0 1 0 0,0-1 0 0 0,0 1 0 0 0,0 0-1 0 0,0 0 1 0 0,0 1 0 0 0,0-1 0 0 0,0 0-1 0 0,-1 1 1 0 0,1-1 0 0 0,0 1 0 0 0,0 0-1 0 0,-4 0 1 0 0,-5-1 220 0 0,1 1-1 0 0,-1 1 1 0 0,0 0 0 0 0,1 0-1 0 0,-1 1 1 0 0,1 0 0 0 0,-1 1-1 0 0,1 0 1 0 0,0 1 0 0 0,0 0-1 0 0,0 0 1 0 0,-15 11 0 0 0,3-1-59 0 0,1 1 1 0 0,1 0 0 0 0,0 2-1 0 0,-21 22 1 0 0,29-26-211 0 0,0 1 1 0 0,0 0 0 0 0,1 0-1 0 0,1 2 1 0 0,0-1 0 0 0,2 1-1 0 0,-1 0 1 0 0,2 1-1 0 0,0 0 1 0 0,1 0 0 0 0,1 0-1 0 0,0 1 1 0 0,-3 33 0 0 0,8-48-66 0 0,-1 0 1 0 0,1 0 0 0 0,0 0-1 0 0,0 0 1 0 0,0-1 0 0 0,0 1-1 0 0,1 0 1 0 0,-1 0 0 0 0,1 0-1 0 0,-1-1 1 0 0,1 1 0 0 0,0 0-1 0 0,0 0 1 0 0,1-1 0 0 0,-1 1-1 0 0,0-1 1 0 0,1 1 0 0 0,0-1-1 0 0,-1 0 1 0 0,1 0 0 0 0,0 0-1 0 0,0 0 1 0 0,0 0-1 0 0,0 0 1 0 0,1 0 0 0 0,-1 0-1 0 0,1-1 1 0 0,-1 1 0 0 0,1-1-1 0 0,-1 0 1 0 0,1 0 0 0 0,0 0-1 0 0,-1 0 1 0 0,1 0 0 0 0,0-1-1 0 0,0 1 1 0 0,-1-1 0 0 0,1 0-1 0 0,0 1 1 0 0,0-1 0 0 0,4-1-1 0 0,5 0-20 0 0,0 0 0 0 0,0 0-1 0 0,-1-2 1 0 0,1 1 0 0 0,0-1-1 0 0,-1-1 1 0 0,0 0 0 0 0,18-10-1 0 0,-17 8-89 0 0,-1-2 0 0 0,1 0 0 0 0,-2 0 0 0 0,1-1 0 0 0,-1 0 0 0 0,0-1 0 0 0,-1 0 0 0 0,0 0 0 0 0,-1-1-1 0 0,0-1 1 0 0,0 1 0 0 0,-1-1 0 0 0,-1 0 0 0 0,0-1 0 0 0,-1 0 0 0 0,6-21 0 0 0,-1-9-444 0 0,-2-1 1 0 0,-1 0-1 0 0,0-81 1 0 0,0 32 290 0 0,4 0 1 0 0,4 1 0 0 0,29-97 0 0 0,-39 162 860 0 0,-11 40 143 0 0,-15 42 122 0 0,20-54-876 0 0,-49 179 1192 0 0,35-120-909 0 0,1 5 32 0 0,3 1 1 0 0,3-1 0 0 0,2 2 0 0 0,5 87 0 0 0,2-137-229 0 0,0-1 1 0 0,1 1-1 0 0,1-1 0 0 0,0 1 0 0 0,2-1 0 0 0,-1 0 0 0 0,13 26 0 0 0,-14-36-58 0 0,0 0 0 0 0,0-1-1 0 0,1 1 1 0 0,0-1-1 0 0,0 0 1 0 0,0 0 0 0 0,0 0-1 0 0,1 0 1 0 0,0-1 0 0 0,0 1-1 0 0,0-1 1 0 0,1-1-1 0 0,-1 1 1 0 0,1-1 0 0 0,0 0-1 0 0,0 0 1 0 0,0-1 0 0 0,0 1-1 0 0,0-1 1 0 0,0-1-1 0 0,14 3 1 0 0,-11-4-10 0 0,0 1-1 0 0,0-2 1 0 0,0 1-1 0 0,0-1 1 0 0,1 0-1 0 0,-1-1 1 0 0,0 0 0 0 0,-1-1-1 0 0,1 0 1 0 0,0 0-1 0 0,-1-1 1 0 0,0 0-1 0 0,1 0 1 0 0,-2-1-1 0 0,1 0 1 0 0,0 0-1 0 0,-1-1 1 0 0,0 0 0 0 0,-1 0-1 0 0,1-1 1 0 0,-1 0-1 0 0,0 0 1 0 0,-1 0-1 0 0,0-1 1 0 0,0 0-1 0 0,0 0 1 0 0,-1 0 0 0 0,0 0-1 0 0,-1-1 1 0 0,0 0-1 0 0,0 1 1 0 0,-1-1-1 0 0,2-12 1 0 0,-2 3 27 0 0,-3 29-7 0 0,-1 24-14 0 0,0 10-5 0 0,1-21-14 0 0,3 45 0 0 0,-2-63 0 0 0,1 0 1 0 0,0 0-1 0 0,0-1 0 0 0,1 1 1 0 0,0 0-1 0 0,0-1 0 0 0,0 1 1 0 0,1-1-1 0 0,-1 0 0 0 0,1 0 1 0 0,1 0-1 0 0,6 9 0 0 0,-6-11 12 0 0,0 0 0 0 0,0-1-1 0 0,0 1 1 0 0,0-1 0 0 0,1 1 0 0 0,-1-1-1 0 0,1-1 1 0 0,0 1 0 0 0,-1-1 0 0 0,1 1-1 0 0,0-1 1 0 0,0-1 0 0 0,0 1 0 0 0,0-1-1 0 0,0 0 1 0 0,0 0 0 0 0,0 0 0 0 0,9-2-1 0 0,-1 0 57 0 0,0-1 0 0 0,0 0 0 0 0,0-1 0 0 0,0 0 0 0 0,21-10 0 0 0,-29 11-33 0 0,0 0 1 0 0,0 0-1 0 0,-1 0 1 0 0,1-1-1 0 0,-1 0 1 0 0,0 1-1 0 0,0-1 1 0 0,-1-1-1 0 0,1 1 1 0 0,-1 0-1 0 0,0-1 1 0 0,0 0-1 0 0,0 0 1 0 0,-1 0-1 0 0,1 0 1 0 0,-1 0-1 0 0,0 0 1 0 0,-1-1-1 0 0,1 1 1 0 0,-1-1-1 0 0,-1 1 1 0 0,1-1-1 0 0,-1 1 1 0 0,1-1-1 0 0,-1 1 1 0 0,-1-1-1 0 0,1 0 1 0 0,-3-9-1 0 0,0 4 46 0 0,0-1 1 0 0,0 0-1 0 0,-1 1 0 0 0,0 0 0 0 0,-1 0 1 0 0,0 1-1 0 0,-1-1 0 0 0,0 1 1 0 0,-1 0-1 0 0,0 0 0 0 0,-1 1 0 0 0,-13-14 1 0 0,16 20-34 0 0,0-1 0 0 0,0 1 0 0 0,0 0 0 0 0,-1 0 0 0 0,1 0 1 0 0,-1 1-1 0 0,1 0 0 0 0,-1 0 0 0 0,0 0 0 0 0,0 1 0 0 0,0-1 0 0 0,0 2 1 0 0,0-1-1 0 0,0 1 0 0 0,0 0 0 0 0,0 0 0 0 0,0 0 0 0 0,-1 1 0 0 0,-7 2 1 0 0,11-2-134 0 0,-1 0 0 0 0,0 0 1 0 0,1 0-1 0 0,-1 1 1 0 0,1 0-1 0 0,0-1 0 0 0,-1 1 1 0 0,1 0-1 0 0,0 1 0 0 0,0-1 1 0 0,1 1-1 0 0,-1-1 1 0 0,-4 6-1 0 0,5-5-273 0 0,0 1 1 0 0,0-1-1 0 0,1 0 1 0 0,-1 1-1 0 0,1-1 0 0 0,0 1 1 0 0,0-1-1 0 0,0 1 1 0 0,0 0-1 0 0,1-1 0 0 0,-1 1 1 0 0,1 0-1 0 0,0-1 1 0 0,0 1-1 0 0,1 0 0 0 0,0 4 1 0 0,-1-4-756 0 0,1-1 0 0 0,0 0 0 0 0,0 1-1 0 0,1-1 1 0 0,-1 0 0 0 0,1 0 0 0 0,-1 1 0 0 0,4 3 0 0 0,6 7-3893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3:48.9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0 201 5152 0 0,'1'-5'369'0'0,"0"0"-1"0"0,0 1 0 0 0,0-1 0 0 0,0 0 0 0 0,1 1 0 0 0,-1-1 0 0 0,1 1 1 0 0,0-1-1 0 0,1 1 0 0 0,-1 0 0 0 0,7-8 0 0 0,37-40 1711 0 0,-37 43-1580 0 0,-2 1-142 0 0,1 1 0 0 0,0-1 0 0 0,1 2-1 0 0,0-1 1 0 0,0 1 0 0 0,0 1 0 0 0,1 0 0 0 0,0 0 0 0 0,0 1 0 0 0,0 0 0 0 0,0 1 0 0 0,13-3 0 0 0,-16 5-89 0 0,0 0 1 0 0,0 0 0 0 0,0 1-1 0 0,1 0 1 0 0,-1 0-1 0 0,0 1 1 0 0,0 0-1 0 0,0 0 1 0 0,0 0 0 0 0,0 1-1 0 0,0 0 1 0 0,0 1-1 0 0,0 0 1 0 0,-1 0-1 0 0,1 0 1 0 0,-1 1 0 0 0,0 0-1 0 0,0 0 1 0 0,6 6-1 0 0,-2-1 148 0 0,0 0-1 0 0,15 19 0 0 0,-8 0-4223 0 0,-11 3-6380 0 0,-7-22 5491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3:49.0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20 4776 0 0,'3'-2'829'0'0,"3"0"19"0"0,5-2 16 0 0,4 2 16 0 0,4-1 16 0 0,10 1 20 0 0,-1 0 0 0 0,9 0 0 0 0,1 2 0 0 0,2 4-16 0 0,0 1-68 0 0,-9 5-104 0 0,-2 1-412 0 0,-12 2-3420 0 0,-5 4 0 0 0,-9-2 0 0 0,-9 3-1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3:49.2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31 5040 0 0,'0'0'873'0'0,"0"-3"967"0"0,2 0-892 0 0,10-1 16 0 0,11 0 0 0 0,5 0 4 0 0,13 1 12 0 0,13 1 4 0 0,11 0-36 0 0,15 1-88 0 0,13-2-508 0 0,-2 6-3496 0 0,6-3 0 0 0,-2-5 0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3:49.8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87 166 4464 0 0,'0'-55'3310'0'0,"-1"-48"1369"0"0,1 103-4636 0 0,0 0 0 0 0,1 0 0 0 0,-1 0 0 0 0,0-1 0 0 0,0 1 0 0 0,0 0 0 0 0,0 0 0 0 0,0 0 0 0 0,0 0 0 0 0,0-1 0 0 0,0 1 0 0 0,0 0 0 0 0,0 0 0 0 0,0 0 0 0 0,0-1 0 0 0,0 1 0 0 0,0 0 0 0 0,0 0 0 0 0,0 0 0 0 0,0-1 0 0 0,0 1 0 0 0,0 0 0 0 0,0 0 0 0 0,0 0 0 0 0,0 0 0 0 0,0-1 0 0 0,0 1 0 0 0,0 0 0 0 0,0 0 0 0 0,0 0 0 0 0,0 0 0 0 0,-1-1 0 0 0,1 1 0 0 0,0 0 0 0 0,0 0 0 0 0,0 0 0 0 0,0 0 0 0 0,0 0 0 0 0,-1 0 0 0 0,1-1 0 0 0,0 1 0 0 0,0 0 0 0 0,0 0 0 0 0,0 0 0 0 0,-1 0 0 0 0,1 0 0 0 0,0 0 0 0 0,0 0 0 0 0,0 0 0 0 0,0 0 0 0 0,-1 0 0 0 0,1 0 0 0 0,0 0 0 0 0,0 0 0 0 0,0 0 0 0 0,-1 0 0 0 0,1 0 0 0 0,0 0 0 0 0,-8 14 1177 0 0,-5 24 8 0 0,-3 24-7 0 0,2 1 0 0 0,3 0 0 0 0,-2 71 0 0 0,7 195-743 0 0,6-234-219 0 0,7-65-2708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3:50.4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0 595 4744 0 0,'38'0'5664'0'0,"62"0"2423"0"0,6-5-5543 0 0,-72 2-2287 0 0,0-1-1 0 0,0-2 0 0 0,-1-1 0 0 0,39-13 1 0 0,-57 13-222 0 0,0-1 0 0 0,0 0 1 0 0,0-1-1 0 0,-1 0 0 0 0,-1-1 1 0 0,0-1-1 0 0,0 0 0 0 0,-1-1 1 0 0,0 0-1 0 0,-1-1 1 0 0,0 0-1 0 0,-1-1 0 0 0,-1 0 1 0 0,10-20-1 0 0,-2 0-16 0 0,-1 0-1 0 0,-2-1 1 0 0,-1-1-1 0 0,-2 0 1 0 0,8-49 0 0 0,-18 79-17 0 0,6-40 21 0 0,-7 43-23 0 0,0 0 0 0 0,0-1 0 0 0,0 1 0 0 0,0 0 1 0 0,-1 0-1 0 0,1 0 0 0 0,-1 0 0 0 0,1 0 0 0 0,-1 0 1 0 0,0 0-1 0 0,-3-5 0 0 0,3 7 0 0 0,0 0 0 0 0,1 0-1 0 0,-1 1 1 0 0,0-1 0 0 0,0 0-1 0 0,0 0 1 0 0,0 1 0 0 0,0-1-1 0 0,0 0 1 0 0,0 1 0 0 0,0-1-1 0 0,0 1 1 0 0,-1 0 0 0 0,1-1-1 0 0,0 1 1 0 0,0 0 0 0 0,0 0 0 0 0,0 0-1 0 0,-1-1 1 0 0,1 1 0 0 0,0 0-1 0 0,0 1 1 0 0,0-1 0 0 0,-1 0-1 0 0,1 0 1 0 0,0 0 0 0 0,0 1-1 0 0,0-1 1 0 0,0 1 0 0 0,0-1-1 0 0,-1 1 1 0 0,1-1 0 0 0,0 1 0 0 0,0 0-1 0 0,-1 0 1 0 0,-34 28-8 0 0,19-11 12 0 0,2 0-1 0 0,0 1 1 0 0,2 0 0 0 0,0 2 0 0 0,1-1 0 0 0,0 2-1 0 0,-12 33 1 0 0,-43 165 92 0 0,66-219-96 0 0,-54 243 171 0 0,47-200-98 0 0,3 1-1 0 0,2-1 1 0 0,3 72-1 0 0,1-108-48 0 0,0 1 0 0 0,0-1 0 0 0,0 0 0 0 0,1 0 0 0 0,0 0 0 0 0,1 0 0 0 0,6 13 0 0 0,-8-18-15 0 0,0-1 1 0 0,1 0-1 0 0,-1 0 1 0 0,1 0-1 0 0,-1-1 1 0 0,1 1-1 0 0,0 0 1 0 0,0 0-1 0 0,0-1 1 0 0,0 0-1 0 0,0 1 1 0 0,0-1-1 0 0,0 0 1 0 0,1 0-1 0 0,-1 0 0 0 0,0 0 1 0 0,1 0-1 0 0,-1 0 1 0 0,1-1-1 0 0,-1 1 1 0 0,0-1-1 0 0,1 0 1 0 0,-1 0-1 0 0,1 0 1 0 0,-1 0-1 0 0,1 0 1 0 0,-1 0-1 0 0,1-1 1 0 0,4-1-1 0 0,5-1 11 0 0,-1-2 0 0 0,1 1 0 0 0,-1-1 0 0 0,0-1 0 0 0,-1 0 0 0 0,1-1 0 0 0,-1 0 0 0 0,0 0 0 0 0,-1-1 0 0 0,0 0 0 0 0,12-15 0 0 0,11-13 43 0 0,39-60 0 0 0,-65 87-53 0 0,1-2 5 0 0,-4 6-5 0 0,0 1 0 0 0,0 0 0 0 0,0-1 0 0 0,0 1 0 0 0,1 1 0 0 0,-1-1 1 0 0,7-5-1 0 0,-8 17 13 0 0,-1-1 1 0 0,0 1 0 0 0,-1-1 0 0 0,0 10-1 0 0,0 226 283 0 0,0-242-301 0 0,-1 1 0 0 0,1 0 0 0 0,0-1 0 0 0,0 1 0 0 0,0 0 0 0 0,0-1 0 0 0,1 1 0 0 0,-1 0-1 0 0,0-1 1 0 0,1 1 0 0 0,-1-1 0 0 0,1 1 0 0 0,-1-1 0 0 0,1 1 0 0 0,0-1 0 0 0,-1 1 0 0 0,1-1 0 0 0,0 1 0 0 0,0-1-1 0 0,0 0 1 0 0,0 0 0 0 0,1 1 0 0 0,-1-1 0 0 0,0 0 0 0 0,0 0 0 0 0,1 0 0 0 0,-1 0 0 0 0,1 0 0 0 0,-1-1-1 0 0,1 1 1 0 0,-1 0 0 0 0,1-1 0 0 0,-1 1 0 0 0,1-1 0 0 0,-1 1 0 0 0,1-1 0 0 0,0 0 0 0 0,-1 0 0 0 0,1 0 0 0 0,0 0-1 0 0,-1 0 1 0 0,1 0 0 0 0,0 0 0 0 0,-1 0 0 0 0,1-1 0 0 0,0 1 0 0 0,-1 0 0 0 0,2-2 0 0 0,8-1 8 0 0,-1 0 1 0 0,0-1 0 0 0,0-1-1 0 0,0 0 1 0 0,0 0 0 0 0,9-7-1 0 0,0-4-2 0 0,0 0-1 0 0,-1-1 0 0 0,-1-1 0 0 0,26-35 1 0 0,21-20 25 0 0,-63 72-34 0 0,-1 0-1 0 0,1 0 1 0 0,0 0-1 0 0,0 0 0 0 0,0 0 1 0 0,0 0-1 0 0,0 0 1 0 0,0 0-1 0 0,0 1 0 0 0,1-1 1 0 0,-1 0-1 0 0,0 1 1 0 0,0-1-1 0 0,1 1 0 0 0,-1 0 1 0 0,0-1-1 0 0,2 1 1 0 0,-2 0-2 0 0,0 0 1 0 0,-1 1 0 0 0,1-1 0 0 0,-1 0 0 0 0,0 1 0 0 0,1-1 0 0 0,-1 0 0 0 0,1 1-1 0 0,-1-1 1 0 0,0 1 0 0 0,1-1 0 0 0,-1 1 0 0 0,0-1 0 0 0,1 1 0 0 0,-1-1 0 0 0,0 1-1 0 0,0-1 1 0 0,1 1 0 0 0,-1-1 0 0 0,0 1 0 0 0,0-1 0 0 0,0 1 0 0 0,0 0-1 0 0,0-1 1 0 0,0 1 0 0 0,0 0 0 0 0,0 10 8 0 0,0-1-1 0 0,-1 1 1 0 0,-3 12-1 0 0,3-12-3 0 0,-3 47 49 0 0,-1 11-550 0 0,5-60-1219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3:50.5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 6 4888 0 0,'0'-1'1717'0'0,"-2"-2"99"0"0,2 1 16 0 0,-4 4-900 0 0,4 3 4 0 0,0 4-4 0 0,0 3-32 0 0,0 6-108 0 0,4 2-856 0 0,-2 3-2872 0 0,7-2 0 0 0,-3 3 0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3:51.0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45 18 4400 0 0,'-12'-14'3693'0'0,"11"14"-3586"0"0,1 0-1 0 0,-1-1 0 0 0,1 1 1 0 0,-1 0-1 0 0,1-1 0 0 0,0 1 1 0 0,-1 0-1 0 0,1 0 0 0 0,-1-1 1 0 0,1 1-1 0 0,-1 0 1 0 0,1 0-1 0 0,-1 0 0 0 0,1 0 1 0 0,-1 0-1 0 0,1 0 0 0 0,-1 0 1 0 0,0 0-1 0 0,1 0 0 0 0,-1 0 1 0 0,1 0-1 0 0,-1 0 1 0 0,1 0-1 0 0,-1 0 0 0 0,1 0 1 0 0,-1 0-1 0 0,1 1 0 0 0,-1-1 1 0 0,1 0-1 0 0,-1 0 1 0 0,1 1-1 0 0,-1-1 0 0 0,1 0 1 0 0,0 1-1 0 0,-1-1 0 0 0,1 0 1 0 0,-1 1-1 0 0,-2 7 347 0 0,1 1-1 0 0,0 0 1 0 0,0-1 0 0 0,1 1-1 0 0,0 0 1 0 0,0 0-1 0 0,1 0 1 0 0,2 17 0 0 0,-1 0 350 0 0,-4 65 1491 0 0,1 43-369 0 0,3-112-1757 0 0,1 0 0 0 0,1 0-1 0 0,11 41 1 0 0,-14-61-147 0 0,1 1 1 0 0,0 0-1 0 0,0-1 1 0 0,0 1-1 0 0,0-1 0 0 0,0 0 1 0 0,0 1-1 0 0,1-1 1 0 0,-1 0-1 0 0,1 1 0 0 0,-1-1 1 0 0,1 0-1 0 0,0 0 0 0 0,0-1 1 0 0,0 1-1 0 0,0 0 1 0 0,0 0-1 0 0,0-1 0 0 0,1 0 1 0 0,-1 1-1 0 0,0-1 1 0 0,1 0-1 0 0,-1 0 0 0 0,3 1 1 0 0,-2-2-7 0 0,0 0 1 0 0,0-1 0 0 0,0 1-1 0 0,0 0 1 0 0,-1-1 0 0 0,1 0 0 0 0,0 1-1 0 0,-1-1 1 0 0,1 0 0 0 0,0 0-1 0 0,-1-1 1 0 0,1 1 0 0 0,-1-1-1 0 0,0 1 1 0 0,1-1 0 0 0,-1 0-1 0 0,0 0 1 0 0,0 0 0 0 0,0 0-1 0 0,0 0 1 0 0,0 0 0 0 0,2-4-1 0 0,23-34 117 0 0,-2-1 0 0 0,-1-2-1 0 0,24-61 1 0 0,21-40 90 0 0,-67 140-232 0 0,0 1 0 0 0,0 0 0 0 0,0-1 0 0 0,0 1 0 0 0,1 0 0 0 0,-1 0 0 0 0,1 0 0 0 0,0 1 0 0 0,0-1 0 0 0,0 1 0 0 0,5-4-1 0 0,-7 6-143 0 0,0 0 0 0 0,0-1 0 0 0,-1 1 0 0 0,1 0-1 0 0,0 0 1 0 0,0 0 0 0 0,0-1 0 0 0,-1 1-1 0 0,1 0 1 0 0,0 0 0 0 0,0 0 0 0 0,0 0-1 0 0,-1 1 1 0 0,1-1 0 0 0,0 0 0 0 0,0 0-1 0 0,0 0 1 0 0,-1 1 0 0 0,1-1 0 0 0,0 0-1 0 0,0 1 1 0 0,0 0 0 0 0,1 0-691 0 0,-1 1-1 0 0,1-1 1 0 0,-1 1 0 0 0,1-1-1 0 0,-1 1 1 0 0,0 0 0 0 0,0 0-1 0 0,0 0 1 0 0,0 0 0 0 0,0 0-1 0 0,0 0 1 0 0,0 2 0 0 0,4 9-3592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3:51.3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68 0 3632 0 0,'-6'15'2971'0'0,"-5"7"-1930"0"0,2 0 0 0 0,0 0 0 0 0,1 1 0 0 0,1 0 0 0 0,2 0 0 0 0,0 0 0 0 0,-2 36 0 0 0,6-55-854 0 0,1-1 0 0 0,0 1-1 0 0,0-1 1 0 0,1 1-1 0 0,-1 0 1 0 0,1-1 0 0 0,-1 1-1 0 0,1-1 1 0 0,0 0 0 0 0,1 1-1 0 0,-1-1 1 0 0,0 0-1 0 0,1 1 1 0 0,0-1 0 0 0,0 0-1 0 0,0 0 1 0 0,0 0-1 0 0,0-1 1 0 0,4 5 0 0 0,-2-5-15 0 0,0 1-1 0 0,-1-1 1 0 0,1 0 0 0 0,1 0 0 0 0,-1 0 0 0 0,0 0 0 0 0,0-1 0 0 0,1 1 0 0 0,-1-1 0 0 0,0 0 0 0 0,1-1 0 0 0,0 1 0 0 0,6-1-1 0 0,0 0 13 0 0,0-1 0 0 0,0 0 0 0 0,0 0 0 0 0,-1-2-1 0 0,1 1 1 0 0,0-1 0 0 0,-1-1 0 0 0,0 0-1 0 0,0 0 1 0 0,0-1 0 0 0,0 0 0 0 0,9-7-1 0 0,-16 9-111 0 0,1 0 0 0 0,-1 0 0 0 0,0 0 0 0 0,0-1-1 0 0,0 1 1 0 0,0-1 0 0 0,0 0 0 0 0,-1 1-1 0 0,0-1 1 0 0,0 0 0 0 0,0-1 0 0 0,0 1-1 0 0,-1 0 1 0 0,1-1 0 0 0,-1 1 0 0 0,0 0-1 0 0,-1-1 1 0 0,1 0 0 0 0,-1 1 0 0 0,1-1-1 0 0,-2 1 1 0 0,1-1 0 0 0,0 1 0 0 0,-1-1-1 0 0,0 1 1 0 0,0-1 0 0 0,0 1 0 0 0,0-1 0 0 0,-5-7-1 0 0,4 6-24 0 0,-1 0 0 0 0,-1 0 0 0 0,1 0 0 0 0,-1 1 0 0 0,0-1 1 0 0,-1 1-1 0 0,1 0 0 0 0,-1 0 0 0 0,0 0 0 0 0,0 1 0 0 0,-1 0 0 0 0,1 0 0 0 0,-1 0 0 0 0,0 0 0 0 0,0 1 0 0 0,0 0 0 0 0,0 1 0 0 0,0-1 0 0 0,-13-2 0 0 0,14 4-269 0 0,0 0 1 0 0,-1 0-1 0 0,1 1 0 0 0,0 0 0 0 0,0 0 1 0 0,-1 1-1 0 0,1-1 0 0 0,0 1 0 0 0,0 0 1 0 0,-6 2-1 0 0,-8 5-4761 0 0,-2 3-4199 0 0,15-6 4209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3:51.4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0 121 5080 0 0,'4'-5'901'0'0,"5"-5"31"0"0,2-1 36 0 0,2-6 32 0 0,5 2 36 0 0,2 0 16 0 0,35-15 1132 0 0,-24 16-1084 0 0,-3 11 0 0 0,1 3 1 0 0,2 9-1 0 0,-2 4-4 0 0,-3 7-84 0 0,-1 2-88 0 0,-1 7-188 0 0,-7 2-5000 0 0,-3 1-1 0 0,-2 2 1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3:53.2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161 224 3784 0 0,'2'-31'2601'0'0,"9"-51"-1"0"0,-6 52 176 0 0,2-51-1 0 0,-23 112 289 0 0,-80 306 536 0 0,69-197-3096 0 0,6 1 0 0 0,7 1 0 0 0,5 242 0 0 0,6-149-54 0 0,6-235-396 0 0,4-8-41 0 0,9-17-26 0 0,-13 19 18 0 0,38-57-10 0 0,1 3 0 0 0,4 1-1 0 0,2 2 1 0 0,99-91-1 0 0,-135 138 4 0 0,0 1 0 0 0,0 1 0 0 0,16-9 0 0 0,-25 15 1 0 0,0 0 1 0 0,1 1 0 0 0,-1-1-1 0 0,1 1 1 0 0,0 0 0 0 0,0 0 0 0 0,-1 0-1 0 0,1 0 1 0 0,0 0 0 0 0,0 1 0 0 0,0 0-1 0 0,0 0 1 0 0,0 0 0 0 0,-1 0 0 0 0,1 1-1 0 0,0-1 1 0 0,6 3 0 0 0,-7-2 5 0 0,-1 1-1 0 0,1 0 1 0 0,0 0 0 0 0,-1 0-1 0 0,0 0 1 0 0,1 1 0 0 0,-1-1 0 0 0,0 0-1 0 0,0 1 1 0 0,0 0 0 0 0,-1-1 0 0 0,1 1-1 0 0,0 0 1 0 0,-1 0 0 0 0,0 0 0 0 0,0 0-1 0 0,0 0 1 0 0,0 0 0 0 0,0 0-1 0 0,0 5 1 0 0,1 9 33 0 0,0 1-1 0 0,-2 25 0 0 0,0-30-19 0 0,-1 17 39 0 0,-2 1 0 0 0,-10 43 1 0 0,-4 35 153 0 0,16-98-169 0 0,0-8-49 0 0,1-1 1 0 0,0 1-1 0 0,0 0 0 0 0,-1-1 0 0 0,2 1 0 0 0,-1-1 0 0 0,0 1 1 0 0,1 4-1 0 0,8-1-116 0 0,9-11-57 0 0,-9 0 125 0 0,-1 0 0 0 0,0 0 0 0 0,0-1 1 0 0,0 0-1 0 0,-1-1 0 0 0,0 0 0 0 0,0 0 0 0 0,9-12 1 0 0,44-73-229 0 0,-38 56 170 0 0,24-39-96 0 0,32-48-132 0 0,-76 120 343 0 0,0 0 0 0 0,1 0 0 0 0,-1 0 1 0 0,1 0-1 0 0,-1 0 0 0 0,7-4 0 0 0,-9 7 1 0 0,0 0 1 0 0,1 0-1 0 0,-1 0 1 0 0,0 0-1 0 0,0 0 0 0 0,0 0 1 0 0,1 0-1 0 0,-1-1 0 0 0,0 1 1 0 0,0 0-1 0 0,1 0 0 0 0,-1 0 1 0 0,0 0-1 0 0,0 0 1 0 0,1 0-1 0 0,-1 0 0 0 0,0 0 1 0 0,0 0-1 0 0,1 0 0 0 0,-1 0 1 0 0,0 1-1 0 0,0-1 0 0 0,1 0 1 0 0,-1 0-1 0 0,0 0 0 0 0,0 0 1 0 0,0 0-1 0 0,1 0 1 0 0,-1 1-1 0 0,0-1 0 0 0,0 0 1 0 0,0 0-1 0 0,1 0 0 0 0,-1 1 1 0 0,3 16 136 0 0,-10 110 481 0 0,2-61-313 0 0,2-30-118 0 0,1-26-114 0 0,1 0 0 0 0,0 0 0 0 0,0 1 0 0 0,1-1-1 0 0,0 1 1 0 0,1-1 0 0 0,0 0 0 0 0,1 0 0 0 0,0 1 0 0 0,4 9 0 0 0,-5-19-65 0 0,0 1 0 0 0,1-1-1 0 0,-1 1 1 0 0,0-1 0 0 0,1 0 0 0 0,-1 1 0 0 0,1-1-1 0 0,0 0 1 0 0,-1 0 0 0 0,1 0 0 0 0,0 0 0 0 0,0-1-1 0 0,0 1 1 0 0,-1 0 0 0 0,1-1 0 0 0,0 1 0 0 0,0-1 0 0 0,0 0-1 0 0,0 0 1 0 0,0 1 0 0 0,0-1 0 0 0,0 0 0 0 0,0-1-1 0 0,0 1 1 0 0,2-1 0 0 0,4 1-4 0 0,-1-1 0 0 0,1-1 0 0 0,0 0-1 0 0,13-5 1 0 0,-12 3-15 0 0,-1-1 0 0 0,0 0 0 0 0,0 0 0 0 0,0-1 0 0 0,-1 0 0 0 0,0 0 0 0 0,0-1-1 0 0,0 1 1 0 0,8-14 0 0 0,7-9-39 0 0,19-39 0 0 0,-15 25 6 0 0,-6 9 6 0 0,-11 17-1 0 0,1 0 0 0 0,1 2 0 0 0,18-22 0 0 0,-29 37 35 0 0,0-1 0 0 0,0 1 1 0 0,0 0-1 0 0,0 0 0 0 0,0 0 0 0 0,0 0 1 0 0,1 0-1 0 0,-1 0 0 0 0,0 0 0 0 0,0 0 1 0 0,0 0-1 0 0,0-1 0 0 0,0 1 0 0 0,0 0 1 0 0,0 0-1 0 0,0 0 0 0 0,0 0 0 0 0,0 0 1 0 0,0 0-1 0 0,0 0 0 0 0,1 0 0 0 0,-1 0 1 0 0,0 0-1 0 0,0 0 0 0 0,0 0 0 0 0,0 0 1 0 0,0 0-1 0 0,0 0 0 0 0,0 0 0 0 0,0 0 1 0 0,1 0-1 0 0,-1 0 0 0 0,0 0 0 0 0,0 0 1 0 0,0 0-1 0 0,0 0 0 0 0,0 0 0 0 0,0 0 1 0 0,0 0-1 0 0,0 0 0 0 0,1 0 0 0 0,-1 0 1 0 0,0 0-1 0 0,0 0 0 0 0,0 0 0 0 0,0 0 1 0 0,0 0-1 0 0,0 0 0 0 0,0 1 0 0 0,0-1 1 0 0,0 0-1 0 0,0 0 0 0 0,0 0 0 0 0,1 0 1 0 0,-1 0-1 0 0,0 0 0 0 0,0 0 0 0 0,0 0 1 0 0,0 0-1 0 0,0 1 0 0 0,0 9-19 0 0,-5 16 5 0 0,-6 7 13 0 0,-2 6 21 0 0,1 1 0 0 0,1 0 0 0 0,3 0 0 0 0,-5 49 0 0 0,13-85-16 0 0,0-1 0 0 0,0 1 0 0 0,0 0-1 0 0,0-1 1 0 0,1 1 0 0 0,-1 0 0 0 0,1-1 0 0 0,0 1 0 0 0,0 0 0 0 0,0-1-1 0 0,1 1 1 0 0,-1-1 0 0 0,1 0 0 0 0,0 0 0 0 0,0 1 0 0 0,0-1 0 0 0,4 4-1 0 0,-4-5 1 0 0,0-1-1 0 0,0 1 0 0 0,1-1 0 0 0,-1 0 0 0 0,0 0 0 0 0,1 0 0 0 0,-1 0 0 0 0,1 0 1 0 0,-1 0-1 0 0,1-1 0 0 0,0 1 0 0 0,-1-1 0 0 0,1 0 0 0 0,0 0 0 0 0,-1 0 0 0 0,1 0 0 0 0,-1 0 1 0 0,1-1-1 0 0,0 1 0 0 0,-1-1 0 0 0,1 1 0 0 0,-1-1 0 0 0,1 0 0 0 0,-1 0 0 0 0,4-2 1 0 0,8-4 2 0 0,1-1 0 0 0,-1 0 1 0 0,-1-2-1 0 0,0 1 1 0 0,0-1-1 0 0,-1-1 0 0 0,0 0 1 0 0,17-22-1 0 0,-9 8 0 0 0,-1-1 1 0 0,-2-1-1 0 0,22-42 0 0 0,-32 53 0 0 0,-6 11-2 0 0,1 1 0 0 0,0-1 1 0 0,0 1-1 0 0,1 0 0 0 0,-1 0 1 0 0,1 0-1 0 0,6-8 0 0 0,-14 38 25 0 0,1-12-25 0 0,1-1 0 0 0,0 1 0 0 0,2 0 0 0 0,-1 0 1 0 0,2 0-1 0 0,0 0 0 0 0,0 0 0 0 0,1 0 0 0 0,6 26 0 0 0,-5-34 2 0 0,-1 0-1 0 0,2 0 1 0 0,-1 0-1 0 0,0 0 1 0 0,1-1-1 0 0,0 1 1 0 0,0-1-1 0 0,1 0 1 0 0,0 0-1 0 0,-1 0 0 0 0,2 0 1 0 0,-1 0-1 0 0,1-1 1 0 0,-1 0-1 0 0,1 0 1 0 0,0 0-1 0 0,0-1 1 0 0,1 0-1 0 0,-1 0 1 0 0,1 0-1 0 0,0 0 1 0 0,-1-1-1 0 0,1 0 0 0 0,8 2 1 0 0,-6-2 24 0 0,1-1 0 0 0,-1 1 0 0 0,0-1 1 0 0,18-1-1 0 0,-25 0-23 0 0,0 0 0 0 0,0 0 1 0 0,0 0-1 0 0,1 0 0 0 0,-1 0 1 0 0,0-1-1 0 0,0 1 0 0 0,0 0 1 0 0,0-1-1 0 0,0 1 0 0 0,0-1 1 0 0,0 1-1 0 0,0-1 0 0 0,0 0 1 0 0,0 1-1 0 0,0-1 0 0 0,0 0 1 0 0,0 0-1 0 0,0 0 1 0 0,0 1-1 0 0,-1-1 0 0 0,1 0 1 0 0,0 0-1 0 0,-1 0 0 0 0,1 0 1 0 0,-1 0-1 0 0,1 0 0 0 0,-1-1 1 0 0,1 1-1 0 0,-1 0 0 0 0,0 0 1 0 0,0 0-1 0 0,1 0 0 0 0,-1 0 1 0 0,0-1-1 0 0,0 1 0 0 0,0 0 1 0 0,0 0-1 0 0,0 0 0 0 0,-1 0 1 0 0,1-1-1 0 0,0 1 0 0 0,0 0 1 0 0,-1 0-1 0 0,0-1 0 0 0,-1-5 17 0 0,-1 1 1 0 0,1 0-1 0 0,-2 0 0 0 0,1 0 0 0 0,-1 1 0 0 0,1-1 0 0 0,-2 1 0 0 0,1 0 0 0 0,-6-6 0 0 0,-47-40 143 0 0,56 50-163 0 0,-7-5 16 0 0,-1 0 0 0 0,0 1 0 0 0,0 0-1 0 0,0 0 1 0 0,-15-5 0 0 0,-13-6-59 0 0,82 1-127 0 0,-28 12 161 0 0,4-1-18 0 0,-1 1 0 0 0,1 1 1 0 0,0 1-1 0 0,33 3 0 0 0,-50-2 21 0 0,1 1 0 0 0,0 0-1 0 0,-1-1 1 0 0,1 2 0 0 0,-1-1 0 0 0,1 1-1 0 0,-1-1 1 0 0,0 1 0 0 0,0 0-1 0 0,1 1 1 0 0,-2-1 0 0 0,1 1-1 0 0,0 0 1 0 0,0 0 0 0 0,-1 0 0 0 0,1 0-1 0 0,-1 1 1 0 0,0-1 0 0 0,0 1-1 0 0,-1 0 1 0 0,1 0 0 0 0,-1 0 0 0 0,1 0-1 0 0,-1 0 1 0 0,-1 0 0 0 0,3 7-1 0 0,-1-1 5 0 0,-1 0 0 0 0,0 1 0 0 0,-1-1 0 0 0,0 1 0 0 0,-1-1 0 0 0,0 1 0 0 0,-1-1 0 0 0,-2 19 1 0 0,-3-4 1 0 0,0-1 0 0 0,-15 36 1 0 0,17-66-1 0 0,1-7-2 0 0,5 4-1 0 0,1-1 0 0 0,-1 1 0 0 0,2 0 0 0 0,-1-1 0 0 0,1 1 0 0 0,1 1 0 0 0,0-1 0 0 0,0 1-1 0 0,7-9 1 0 0,-3 5 0 0 0,0 1-1 0 0,1 0 1 0 0,1 0-1 0 0,0 1 1 0 0,16-12-1 0 0,-22 19 0 0 0,0-1 0 0 0,0 1 0 0 0,0 0 0 0 0,1 0 0 0 0,0 1 0 0 0,-1 0 0 0 0,1 0-1 0 0,0 0 1 0 0,0 0 0 0 0,0 1 0 0 0,0 0 0 0 0,11 0 0 0 0,-12 2-1 0 0,0-1 0 0 0,0 1 0 0 0,0 0 0 0 0,0 1-1 0 0,0-1 1 0 0,0 1 0 0 0,-1 0 0 0 0,1 0 0 0 0,0 1 0 0 0,-1-1 0 0 0,0 1 0 0 0,1 0 0 0 0,-1 0 0 0 0,0 1-1 0 0,5 6 1 0 0,48 52 4 0 0,-36-37 20 0 0,1-1 1 0 0,1-1-1 0 0,36 27 0 0 0,-52-44-10 0 0,1-1-1 0 0,-1 0 1 0 0,1-1 0 0 0,0 0-1 0 0,1 0 1 0 0,-1-1 0 0 0,1 0-1 0 0,0 0 1 0 0,-1-1 0 0 0,1 0-1 0 0,0-1 1 0 0,0 0-1 0 0,0 0 1 0 0,1-1 0 0 0,-1 0-1 0 0,16-2 1 0 0,-17 0 0 0 0,-1 0 0 0 0,1 0 0 0 0,-1-1 0 0 0,1 0 0 0 0,-1-1 0 0 0,0 1-1 0 0,0-1 1 0 0,0 0 0 0 0,-1-1 0 0 0,1 0 0 0 0,-1 0 0 0 0,0 0 0 0 0,0-1 0 0 0,-1 0 0 0 0,0 0 0 0 0,6-10 0 0 0,2-3 14 0 0,-1-2 1 0 0,-2 1 0 0 0,0-1-1 0 0,9-30 1 0 0,-3-8 11 0 0,-15 55-37 0 0,0 0 1 0 0,-1 0-1 0 0,1 0 0 0 0,-1 1 0 0 0,0-1 0 0 0,0 0 0 0 0,-1 0 1 0 0,1 0-1 0 0,-1 0 0 0 0,1 0 0 0 0,-1 1 0 0 0,-1-1 1 0 0,-1-5-1 0 0,2 8-1 0 0,0 0 0 0 0,0 0 0 0 0,0 0 0 0 0,0 1 0 0 0,0-1 0 0 0,0 0 0 0 0,0 0 0 0 0,0 1 0 0 0,0-1 0 0 0,0 0 0 0 0,-1 1 0 0 0,1-1 0 0 0,0 1-1 0 0,-1 0 1 0 0,1-1 0 0 0,0 1 0 0 0,-1 0 0 0 0,1 0 0 0 0,0 0 0 0 0,-1 0 0 0 0,1 0 0 0 0,0 0 0 0 0,-1 0 0 0 0,1 0 0 0 0,0 1 0 0 0,-1-1 0 0 0,1 0 0 0 0,0 1 0 0 0,0-1 0 0 0,-1 1 0 0 0,1-1 0 0 0,0 1 0 0 0,0 0 0 0 0,0 0 0 0 0,0-1 0 0 0,0 1 0 0 0,-2 2 0 0 0,-5 2-2 0 0,0 2 1 0 0,0-1-1 0 0,-11 14 0 0 0,-1 3 4 0 0,1 1 0 0 0,2 1-1 0 0,1 0 1 0 0,0 1 0 0 0,2 1-1 0 0,1 0 1 0 0,1 1-1 0 0,-11 43 1 0 0,0 22 174 0 0,-16 128 1 0 0,-12 54 902 0 0,49-269-1004 0 0,1 0-1 0 0,-2 1 0 0 0,1-1 1 0 0,0 0-1 0 0,-1-1 0 0 0,0 1 1 0 0,0 0-1 0 0,-1-1 0 0 0,-5 7 1 0 0,7-10-33 0 0,0 0 1 0 0,0 0-1 0 0,-1 0 1 0 0,1-1-1 0 0,-1 1 0 0 0,1-1 1 0 0,-1 0-1 0 0,1 0 1 0 0,-1 0-1 0 0,0 0 1 0 0,1 0-1 0 0,-1 0 1 0 0,0-1-1 0 0,0 1 1 0 0,1-1-1 0 0,-1 0 1 0 0,0 0-1 0 0,0 0 1 0 0,0 0-1 0 0,0 0 1 0 0,1-1-1 0 0,-1 1 1 0 0,-3-2-1 0 0,-17-4 59 0 0,1-2 0 0 0,0 0-1 0 0,1-1 1 0 0,0-1 0 0 0,0-1 0 0 0,1-1 0 0 0,1-1-1 0 0,0 0 1 0 0,1-2 0 0 0,-23-23 0 0 0,36 34-140 0 0,1-1 0 0 0,0 0 1 0 0,0 0-1 0 0,1 0 0 0 0,-1-1 1 0 0,1 1-1 0 0,1-1 0 0 0,-1 0 1 0 0,1 0-1 0 0,0 0 0 0 0,0 0 1 0 0,0 0-1 0 0,1-1 0 0 0,0 1 1 0 0,0-7-1 0 0,2 3-310 0 0,0 1 0 0 0,0 0 0 0 0,1-1 0 0 0,0 1 0 0 0,0 0 1 0 0,1 0-1 0 0,1 0 0 0 0,-1 0 0 0 0,8-12 0 0 0,54-99-15255 0 0,-47 75 10183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3:53.4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227 1 5801 0 0,'0'0'1852'0'0,"0"4"-876"0"0,0 0 40 0 0,0 3 12 0 0,0 3 24 0 0,-4 3 12 0 0,4 1 4 0 0,-2 3 0 0 0,-4 1-4 0 0,-3 1 5 0 0,-2 1-53 0 0,-9-4-88 0 0,-3 1-192 0 0,-6-4-4681 0 0,-5-3 1 0 0,-6-1 0 0 0,-9-3-1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3:53.5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 4920 0 0,'2'0'873'0'0,"9"-1"51"0"0,-2 1 32 0 0,3 0 52 0 0,2 0 36 0 0,3 0 16 0 0,3 4 32 0 0,-5-1 4 0 0,4 1 16 0 0,-4 1 4 0 0,-9 4-4 0 0,3-2-51 0 0,-9 1-117 0 0,-12-1-472 0 0,-8-3-4229 0 0,-6-3 1 0 0,-8-2 0 0 0,-4-5-1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3:53.7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11 5120 0 0,'11'0'889'0'0,"12"-1"39"0"0,12-1 16 0 0,22 0 20 0 0,5 0 0 0 0,16 2 0 0 0,11-1-72 0 0,11 1-392 0 0,3 0-2932 0 0,-3 0 0 0 0,-5 0-1 0 0,-13-3 1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4:04.3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41 43 3040 0 0,'-3'0'488'0'0,"-1"-3"-120"0"0,-1-1-184 0 0,-1 0-256 0 0,-5-11-1528 0 0,5 7 800 0 0,0-1 0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4:04.4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26 11 1760 0 0,'0'0'720'0'0,"0"0"-324"0"0,-5-2 392 0 0,3 2-480 0 0,-2-3-256 0 0,1 3-856 0 0,-3-2 0 0 0,4 2 0 0 0,-1-3 0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4:04.5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1585 20218 0 0,'9'19'24'0'0,"-1"-3"5"0"0,0-1 0 0 0,1 1 1 0 0,0-2-1 0 0,17 20 1 0 0,-7-12 18 0 0,0-2 0 0 0,1 0 0 0 0,0-2 0 0 0,28 20 0 0 0,-19-20 2 0 0,1 0-1 0 0,0-3 1 0 0,2 0 0 0 0,-1-2-1 0 0,2-1 1 0 0,-1-2-1 0 0,67 12 1 0 0,-36-13 5 0 0,1-3 0 0 0,0-3-1 0 0,87-6 1 0 0,-95-2-47 0 0,0-3-1 0 0,0-2 0 0 0,-1-2 0 0 0,0-3 1 0 0,-1-3-1 0 0,-1-1 0 0 0,-1-3 0 0 0,-1-2 1 0 0,53-35-1 0 0,-63 36 9 0 0,-2-2 0 0 0,-1-1 0 0 0,-1-2 0 0 0,-1-2 0 0 0,35-37 0 0 0,-37 28 19 0 0,-2-2-1 0 0,-2-1 1 0 0,-1-1 0 0 0,38-81-1 0 0,-51 85 16 0 0,-3 0 0 0 0,-1-2 0 0 0,-3 0 0 0 0,-1 0 0 0 0,-1 0 0 0 0,-3-1 0 0 0,-1-59 0 0 0,-5 30 65 0 0,-3 1 1 0 0,-4-1-1 0 0,-27-108 1 0 0,25 135 15 0 0,-2 1 1 0 0,-36-80-1 0 0,41 106-81 0 0,-1 1-1 0 0,0 0 1 0 0,-2 1-1 0 0,0 0 1 0 0,0 1-1 0 0,-1 0 1 0 0,-1 1-1 0 0,-1 0 1 0 0,0 1-1 0 0,-22-15 0 0 0,6 9 53 0 0,-2 2-1 0 0,0 1 0 0 0,-1 2 0 0 0,-1 1 0 0 0,0 2 0 0 0,0 1 0 0 0,-52-6 0 0 0,59 12-131 0 0,1 0 118 0 0,-1 1 1 0 0,-36 2-1 0 0,56 0-285 0 0,1 1 1 0 0,-1 0-1 0 0,0 0 1 0 0,0 0-1 0 0,1 1 1 0 0,-1 0-1 0 0,1 1 1 0 0,0-1-1 0 0,-1 1 1 0 0,1 1-1 0 0,1-1 1 0 0,-1 1-1 0 0,0 0 1 0 0,-6 6-1 0 0,-14 16-8025 0 0,12-11 3802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4:05.2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1313 1 2672 0 0,'0'0'460'0'0,"-32"0"3335"0"0,-51 1 2749 0 0,3 5-3344 0 0,44-1-2739 0 0,1 1 1 0 0,0 2-1 0 0,0 1 1 0 0,-59 24-1 0 0,30-4-261 0 0,1 3 0 0 0,1 2 0 0 0,2 3-1 0 0,2 3 1 0 0,2 2 0 0 0,-102 99-1 0 0,119-101-185 0 0,2 3 0 0 0,2 0-1 0 0,2 3 1 0 0,2 0-1 0 0,2 2 1 0 0,2 1 0 0 0,2 1-1 0 0,2 2 1 0 0,-20 69 0 0 0,32-83 23 0 0,2 1 1 0 0,1 0-1 0 0,3 1 1 0 0,1-1-1 0 0,1 1 1 0 0,5 54-1 0 0,0-72 2 0 0,1 1-1 0 0,1-1 0 0 0,1-1 1 0 0,1 1-1 0 0,1-1 0 0 0,0 0 1 0 0,2 0-1 0 0,1-1 0 0 0,0 0 1 0 0,1 0-1 0 0,1-2 1 0 0,26 32-1 0 0,-12-23 26 0 0,0-2 0 0 0,2-1 0 0 0,0-1 0 0 0,2-1 0 0 0,40 22 0 0 0,-21-17-49 0 0,2-2 1 0 0,92 32-1 0 0,-124-52-189 0 0,0 0 0 0 0,0-1-1 0 0,27 3 1 0 0,9-8-3229 0 0,-48 0 1814 0 0,0 0 1 0 0,0 0-1 0 0,0-1 1 0 0,-1 0-1 0 0,9-4 1 0 0,7-5-2441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4:05.6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 1 4616 0 0,'-22'2'7697'0'0,"22"0"-7517"0"0,0 0 0 0 0,0 0 0 0 0,0 0 1 0 0,0-1-1 0 0,1 1 0 0 0,-1 0 0 0 0,1 0 0 0 0,0-1 0 0 0,-1 1 0 0 0,1 0 0 0 0,0-1 0 0 0,0 1 0 0 0,0-1 0 0 0,0 1 1 0 0,2 1-1 0 0,23 26 1284 0 0,-21-23-1081 0 0,20 19 350 0 0,1-1 0 0 0,1-2 0 0 0,1 0-1 0 0,0-2 1 0 0,38 19 0 0 0,3-3-623 0 0,91 34-1 0 0,-112-56-2107 0 0,-17-11-5441 0 0,-24-5 3371 0 0,-1-2-1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4:05.8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529 11 4880 0 0,'0'0'156'0'0,"0"-1"-1"0"0,0 1 0 0 0,0-1 0 0 0,0 1 0 0 0,0 0 1 0 0,0-1-1 0 0,0 1 0 0 0,0 0 0 0 0,0-1 0 0 0,0 1 1 0 0,0 0-1 0 0,0-1 0 0 0,0 1 0 0 0,0 0 0 0 0,0-1 1 0 0,-1 1-1 0 0,1 0 0 0 0,0-1 0 0 0,0 1 0 0 0,0 0 1 0 0,-1-1-1 0 0,1 1 0 0 0,0 0 0 0 0,0 0 0 0 0,-1-1 1 0 0,1 1-1 0 0,0 0 0 0 0,-1 0 0 0 0,1 0 0 0 0,0-1 1 0 0,-1 1-1 0 0,1 0 0 0 0,0 0 0 0 0,-1 0 0 0 0,-14 4 2011 0 0,-12 17-623 0 0,-10 21 625 0 0,2 1 0 0 0,-53 86 0 0 0,-42 106 302 0 0,62-108-2139 0 0,-21 53-35 0 0,72-141-5001 0 0,0 0-4983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4:02.1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1417 48 2828 0 0,'0'-2'148'0'0,"-1"0"0"0"0,1 0 0 0 0,-1 0 0 0 0,1 0 0 0 0,-1 0 0 0 0,0 0 0 0 0,0 1 0 0 0,0-1 0 0 0,0 0 0 0 0,0 0 0 0 0,0 1 0 0 0,-1-1 0 0 0,1 1-1 0 0,0-1 1 0 0,-1 1 0 0 0,1 0 0 0 0,-1 0 0 0 0,0-1 0 0 0,1 1 0 0 0,-1 0 0 0 0,0 0 0 0 0,0 1 0 0 0,1-1 0 0 0,-1 0 0 0 0,0 0 0 0 0,0 1 0 0 0,0 0 0 0 0,0-1 0 0 0,-3 1 0 0 0,-10-3 466 0 0,1 1-1 0 0,-28-1 1 0 0,35 3-346 0 0,-31 0 336 0 0,0 1 1 0 0,0 3-1 0 0,0 1 1 0 0,1 1 0 0 0,-1 3-1 0 0,2 1 1 0 0,0 1 0 0 0,-55 26-1 0 0,33-9-243 0 0,1 3-1 0 0,1 2 1 0 0,2 3-1 0 0,-60 51 1 0 0,64-42-210 0 0,2 1 0 0 0,1 3 0 0 0,3 1 0 0 0,2 3 0 0 0,3 1 0 0 0,2 2 0 0 0,2 2 1 0 0,3 0-1 0 0,2 3 0 0 0,3 0 0 0 0,-28 98 0 0 0,32-80 41 0 0,-22 141-1 0 0,39-172-115 0 0,2 0 0 0 0,2 1-1 0 0,2-1 1 0 0,9 65-1 0 0,-5-85-43 0 0,2 0 0 0 0,1 0-1 0 0,2 0 1 0 0,0-1 0 0 0,2 0-1 0 0,1-1 1 0 0,1-1 0 0 0,1 0-1 0 0,19 26 1 0 0,-13-24-1 0 0,2-2 1 0 0,1 0-1 0 0,0-1 1 0 0,2-1-1 0 0,1-1 1 0 0,1-1-1 0 0,40 23 0 0 0,12 0 43 0 0,1-4 0 0 0,1-4 0 0 0,3-3 0 0 0,0-4 0 0 0,2-3 0 0 0,1-5 0 0 0,141 18 0 0 0,-172-34-53 0 0,1-2 0 0 0,-1-2 0 0 0,1-3-1 0 0,-1-2 1 0 0,0-3 0 0 0,102-26 0 0 0,-121 22-19 0 0,-2-1 0 0 0,1-2 1 0 0,-2-1-1 0 0,0-2 0 0 0,-1-2 0 0 0,-1-1 0 0 0,0-1 0 0 0,-2-2 0 0 0,-1 0 1 0 0,-1-3-1 0 0,30-32 0 0 0,-21 12 6 0 0,-2-1 0 0 0,-2-1 0 0 0,-2-2 0 0 0,-3-2 0 0 0,-1 0 0 0 0,-3-2 0 0 0,-2 0 0 0 0,-3-2 0 0 0,22-106 1 0 0,-29 91 19 0 0,-3-1 0 0 0,-1-80 0 0 0,-16-143 83 0 0,6 251-74 0 0,-2 1-1 0 0,-15-67 1 0 0,12 78-24 0 0,-9-36 65 0 0,-4 2-1 0 0,-2 0 0 0 0,-43-86 1 0 0,56 132-37 0 0,-1 0-1 0 0,-1 1 1 0 0,0 1 0 0 0,-2 0 0 0 0,0 0 0 0 0,-1 2 0 0 0,-21-21 0 0 0,24 27-20 0 0,0 2 1 0 0,-1-1-1 0 0,0 2 1 0 0,0-1 0 0 0,0 2-1 0 0,-1-1 1 0 0,0 2-1 0 0,-1 0 1 0 0,1 0-1 0 0,-1 2 1 0 0,0-1-1 0 0,-17-1 1 0 0,-48 0 4 0 0,-113 5 0 0 0,138 1-142 0 0,39 0-402 0 0,0-1-1 0 0,0 2 1 0 0,-28 6 0 0 0,36-6-1104 0 0,1 1 1 0 0,0-1-1 0 0,0 1 0 0 0,0 0 0 0 0,0 0 1 0 0,-10 8-1 0 0,4-1-2551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4:02.7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36 30 3968 0 0,'-29'-28'7440'0'0,"22"27"-4245"0"0,8 10-1420 0 0,9 11-165 0 0,44 46 47 0 0,73 71 1 0 0,73 49-1265 0 0,-161-151-106 0 0,-18-17-211 0 0,-1 1 1 0 0,0 1-1 0 0,-2 0 0 0 0,0 2 1 0 0,28 43-1 0 0,-42-49-219 0 0,-2-8-3030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4:02.9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939 90 4056 0 0,'1'-18'2915'0'0,"-1"-22"203"0"0,0 39-2930 0 0,0-1 1 0 0,0 0-1 0 0,0 1 1 0 0,0-1-1 0 0,-1 1 0 0 0,1-1 1 0 0,-1 1-1 0 0,1-1 0 0 0,-1 1 1 0 0,1-1-1 0 0,-1 1 0 0 0,0 0 1 0 0,0-1-1 0 0,0 1 0 0 0,0 0 1 0 0,0 0-1 0 0,0-1 1 0 0,-2-1-1 0 0,2 3-73 0 0,-1-1 0 0 0,1 1-1 0 0,-1-1 1 0 0,1 1 0 0 0,-1 0 0 0 0,1 0 0 0 0,-1 0 0 0 0,1 0 0 0 0,-1 0-1 0 0,1 0 1 0 0,-1 0 0 0 0,1 0 0 0 0,-1 1 0 0 0,1-1 0 0 0,0 0-1 0 0,-1 1 1 0 0,1 0 0 0 0,-1-1 0 0 0,1 1 0 0 0,0 0 0 0 0,-1-1-1 0 0,0 2 1 0 0,-30 23 1270 0 0,-50 59-8 0 0,3 3 0 0 0,-79 114 0 0 0,42-50-951 0 0,92-121-375 0 0,-327 443 537 0 0,325-426-346 0 0,14-23-1193 0 0,0-2-3948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4:07.1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18 113 5000 0 0,'-1'0'228'0'0,"0"0"-1"0"0,0 0 1 0 0,1 0-1 0 0,-1 0 1 0 0,0 0-1 0 0,0 0 1 0 0,1 1-1 0 0,-1-2 1 0 0,0 1-1 0 0,0 0 1 0 0,1 0-1 0 0,-1 0 1 0 0,0 0-1 0 0,0 0 1 0 0,1-1-1 0 0,-1 1 1 0 0,0 0-1 0 0,1-1 1 0 0,-1 1-1 0 0,0 0 1 0 0,1-1-1 0 0,-2 0 1 0 0,15-8 1787 0 0,30-6-486 0 0,-14 8-632 0 0,0 1 1 0 0,0 1-1 0 0,46-1 0 0 0,94 8-412 0 0,-26 1-168 0 0,348-28 545 0 0,94-1-248 0 0,600 19 303 0 0,-932 2-731 0 0,49 2 33 0 0,231 5 71 0 0,-245-2-207 0 0,781 3 72 0 0,-3 1-236 0 0,-72 3 845 0 0,-321 18 104 0 0,-605-21-819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4:11.9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0 139 2000 0 0,'1'10'14166'0'0,"16"1"-11063"0"0,23 5-3086 0 0,-15-11 247 0 0,1-1 1 0 0,-1-1 0 0 0,1-1 0 0 0,-1-1-1 0 0,37-4 1 0 0,2 1-32 0 0,237 27 597 0 0,-214-14-588 0 0,1-3-1 0 0,117-5 0 0 0,-80-13-89 0 0,-28 1-45 0 0,150 6 0 0 0,-141 5-35 0 0,182-19 1 0 0,-73 0 13 0 0,-93 16 7 0 0,-66 2 40 0 0,96-11 0 0 0,-98 2-61 0 0,34-6 92 0 0,144-5 1 0 0,-172 16-112 0 0,96-17 1 0 0,-97 11-19 0 0,97-5 0 0 0,-154 14-35 0 0,20 2-10 0 0,0-2 1 0 0,1-1-1 0 0,-1-1 1 0 0,0-1-1 0 0,0 0 0 0 0,0-2 1 0 0,38-13-1 0 0,-30 6 9 0 0,0 1 1 0 0,38-8-1 0 0,-55 16 1 0 0,0 1 0 0 0,0 0 0 0 0,0 1 0 0 0,1 0 0 0 0,-1 1 0 0 0,0 0 0 0 0,0 2 0 0 0,16 2 0 0 0,-2 3 50 0 0,0-1 0 0 0,0-1-1 0 0,52 1 1 0 0,411-4 265 0 0,-487-2-1413 0 0,16-1 3396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4:13.0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44 36 4632 0 0,'-3'-1'511'0'0,"0"0"0"0"0,0-1 0 0 0,0 1 0 0 0,0-1 0 0 0,0 1 0 0 0,0-1 0 0 0,0 0 0 0 0,1 0 0 0 0,-1 0 0 0 0,1-1 0 0 0,-10-14 11269 0 0,38 38-11012 0 0,-9-9-531 0 0,27 22 0 0 0,10 8-14 0 0,35 10 147 0 0,106 46 0 0 0,-109-56-186 0 0,26 19 53 0 0,-78-40-70 0 0,1-1 0 0 0,0-3 1 0 0,2 0-1 0 0,46 13 1 0 0,-68-26-53 0 0,1 1 1 0 0,-1 1 0 0 0,-1 0 0 0 0,1 1-1 0 0,-1 1 1 0 0,21 15 0 0 0,-25-17-72 0 0,-9-6-33 0 0,-1 0-1 0 0,1 0 0 0 0,0 0 0 0 0,-1 1 1 0 0,1-1-1 0 0,-1 0 0 0 0,1 1 0 0 0,-1-1 1 0 0,1 0-1 0 0,-1 1 0 0 0,1-1 1 0 0,-1 1-1 0 0,1-1 0 0 0,-1 1 0 0 0,1-1 1 0 0,-1 1-1 0 0,0-1 0 0 0,1 1 0 0 0,-1-1 1 0 0,0 1-1 0 0,1-1 0 0 0,-1 1 0 0 0,0 0 1 0 0,0-1-1 0 0,0 1 0 0 0,0-1 1 0 0,1 2-1 0 0,-3 0-1 0 0,0-1 0 0 0,0 0 0 0 0,0 1 0 0 0,0-1 0 0 0,-1 0 0 0 0,1 0 0 0 0,0 0 0 0 0,0 0 0 0 0,-1-1 1 0 0,1 1-1 0 0,-1-1 0 0 0,-4 1 0 0 0,-17 6-19 0 0,14-1 6 0 0,1 0 0 0 0,0 1 0 0 0,1 0 0 0 0,0 0 1 0 0,0 0-1 0 0,-11 14 0 0 0,-41 59 4 0 0,40-51 35 0 0,-77 99-146 0 0,-222 224 0 0 0,297-329-120 0 0,-4 5-376 0 0,6-14-4705 0 0,20-14 5086 0 0,0 0-1 0 0,-1 0 1 0 0,1 0 0 0 0,-1 0-1 0 0,1 0 1 0 0,0 0 0 0 0,-1 0-1 0 0,1 0 1 0 0,0 0 0 0 0,-1 0-1 0 0,1 0 1 0 0,-1 0 0 0 0,1 0-1 0 0,0 0 1 0 0,-1-1 0 0 0,1 1-1 0 0,0 0 1 0 0,-1 0 0 0 0,1 0-1 0 0,0-1 1 0 0,0 1 0 0 0,-1 0-1 0 0,1 0 1 0 0,0-1 0 0 0,0 1-1 0 0,-1 0 1 0 0,1-1 0 0 0,0 1-1 0 0,0 0 1 0 0,0-1 0 0 0,-1 1-1 0 0,1 0 1 0 0,0-1 0 0 0,0 1-1 0 0,0 0 1 0 0,0-1 0 0 0,0 1-1 0 0,0 0 1 0 0,0-1 0 0 0,0 1-1 0 0,0-1 1 0 0,0 1 0 0 0,0 0-1 0 0,0-1 1 0 0,2-15-4867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4:16.9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383 18 5404 0 0,'-181'-13'9496'0'0,"153"10"-7443"0"0,25 2-1820 0 0,0 1 1 0 0,0-1-1 0 0,0 1 1 0 0,0 0-1 0 0,0 0 1 0 0,-1 0-1 0 0,1 1 1 0 0,0-1-1 0 0,0 1 1 0 0,0-1-1 0 0,0 1 0 0 0,0 0 1 0 0,-3 2-1 0 0,5-2-148 0 0,0 0 0 0 0,-1 1 1 0 0,1-1-1 0 0,0 0 0 0 0,0 1 0 0 0,0 0 0 0 0,0-1 0 0 0,0 1 0 0 0,0 0 0 0 0,1-1 0 0 0,-1 1 0 0 0,0 0 0 0 0,1 0 0 0 0,0-1 0 0 0,-1 1 0 0 0,1 0 0 0 0,0 0 0 0 0,0 0 0 0 0,0 0 0 0 0,0 0 0 0 0,0 2 0 0 0,1-3-50 0 0,-1-1 0 0 0,1 1 0 0 0,-1-1 0 0 0,1 1 0 0 0,-1 0 0 0 0,1-1 0 0 0,0 1-1 0 0,-1-1 1 0 0,1 0 0 0 0,0 1 0 0 0,-1-1 0 0 0,1 1 0 0 0,0-1 0 0 0,0 0 0 0 0,-1 0 0 0 0,1 1 0 0 0,0-1 0 0 0,0 0 0 0 0,0 0 0 0 0,-1 0 0 0 0,1 0-1 0 0,0 0 1 0 0,1 0 0 0 0,27 1 101 0 0,-26-1-72 0 0,284-11 768 0 0,-78 0-491 0 0,-91 7-178 0 0,133 1 124 0 0,-200 5-198 0 0,1 2 0 0 0,91 20 0 0 0,-136-22-85 0 0,-1 0 0 0 0,0 0 0 0 0,0 1 0 0 0,0 0 0 0 0,0 0 0 0 0,0 0 0 0 0,0 1 1 0 0,-1 0-1 0 0,0 0 0 0 0,0 0 0 0 0,9 10 0 0 0,-12-12-3 0 0,-1 0 0 0 0,1 0 0 0 0,-1 0 0 0 0,1 0 0 0 0,-1 0 0 0 0,0 0 0 0 0,0 0 0 0 0,0 1 1 0 0,0-1-1 0 0,0 0 0 0 0,-1 1 0 0 0,1-1 0 0 0,-1 0 0 0 0,1 1 0 0 0,-1-1 0 0 0,0 1 0 0 0,0-1 0 0 0,0 0 0 0 0,0 1 0 0 0,-1-1 0 0 0,1 1 0 0 0,-1-1 0 0 0,1 0 1 0 0,-1 1-1 0 0,0-1 0 0 0,0 0 0 0 0,0 1 0 0 0,0-1 0 0 0,0 0 0 0 0,0 0 0 0 0,-1 0 0 0 0,1 0 0 0 0,-1 0 0 0 0,-3 3 0 0 0,-8 7 3 0 0,-1 0 0 0 0,0 0 0 0 0,-1-2 0 0 0,0 0 0 0 0,-27 13-1 0 0,-89 33 37 0 0,54-25-27 0 0,-415 152 109 0 0,87-35-12 0 0,364-134-98 0 0,30-11-6 0 0,0 0 0 0 0,0 1-1 0 0,0 1 1 0 0,0 0 0 0 0,1 0 0 0 0,-11 8-1 0 0,21-13-5 0 0,-1 0-1 0 0,1 0 1 0 0,0 0 0 0 0,0 0-1 0 0,-1 1 1 0 0,1-1-1 0 0,0 0 1 0 0,0 0-1 0 0,0 0 1 0 0,-1 1 0 0 0,1-1-1 0 0,0 0 1 0 0,0 0-1 0 0,0 1 1 0 0,-1-1-1 0 0,1 0 1 0 0,0 1 0 0 0,0-1-1 0 0,0 0 1 0 0,0 0-1 0 0,0 1 1 0 0,0-1-1 0 0,0 0 1 0 0,0 1-1 0 0,0-1 1 0 0,0 0 0 0 0,0 1-1 0 0,0-1 1 0 0,0 0-1 0 0,0 1 1 0 0,0-1-1 0 0,0 0 1 0 0,0 1 0 0 0,0-1-1 0 0,0 1 1 0 0,12 6 4 0 0,24 2 21 0 0,-30-8-23 0 0,66 10 52 0 0,0-4-1 0 0,138-3 0 0 0,-140-4-25 0 0,614 0 156 0 0,-699-2-1206 0 0,-23-10-14089 0 0,24 4 10258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4:17.3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220 82 4496 0 0,'-6'-3'764'0'0,"-5"-2"5"0"0,-29-14 767 0 0,8 8-768 0 0,-2-2 4 0 0,-12-3 12 0 0,-5 1 20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4:18.2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1389 971 24998 0 0,'-1'-29'38'0'0,"-2"-1"-1"0"0,-1 1 0 0 0,-1-1 1 0 0,-2 1-1 0 0,-1 1 1 0 0,-1 0-1 0 0,-1 0 0 0 0,-2 0 1 0 0,0 2-1 0 0,-2-1 1 0 0,-20-27-1 0 0,11 22 11 0 0,-1 2 0 0 0,-39-38-1 0 0,29 40-2 0 0,-1 1-1 0 0,-1 1 0 0 0,-2 3 0 0 0,-62-31 1 0 0,-52-14 44 0 0,61 31-39 0 0,-266-128-513 0 0,334 155 321 0 0,0 2-1 0 0,0 0 1 0 0,-30-5 0 0 0,40 10-291 0 0,1 1 0 0 0,-1 1 0 0 0,0 0 0 0 0,0 1-1 0 0,0 0 1 0 0,0 1 0 0 0,-23 4 0 0 0,30-3-1329 0 0,-1 1 0 0 0,1-1 0 0 0,0 1 0 0 0,0 0 0 0 0,-9 7 0 0 0,8-5-327 0 0,-8 4-2300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4:19.4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1705 95 1520 0 0,'0'0'326'0'0,"-9"-6"6403"0"0,-1 3-5280 0 0,-1-1 0 0 0,1 1 0 0 0,0-2-1 0 0,-15-8 1 0 0,-26-10 74 0 0,18 13-1036 0 0,-1 2 1 0 0,0 1 0 0 0,0 1 0 0 0,-52 0 0 0 0,-138 9 331 0 0,191 0-744 0 0,0 1 0 0 0,0 2 0 0 0,1 1 1 0 0,0 2-1 0 0,-31 13 0 0 0,-155 73 129 0 0,158-66-129 0 0,-88 48 117 0 0,109-56-97 0 0,0 1-1 0 0,-56 44 1 0 0,70-45-50 0 0,0 2 0 0 0,1 0 0 0 0,1 1 0 0 0,1 1 0 0 0,2 1 0 0 0,0 1 0 0 0,2 1 0 0 0,1 0 0 0 0,1 2-1 0 0,2 0 1 0 0,1 0 0 0 0,-18 63 0 0 0,19-46 10 0 0,2 1 0 0 0,2-1-1 0 0,3 2 1 0 0,1-1 0 0 0,2 1 0 0 0,3-1-1 0 0,2 1 1 0 0,11 60 0 0 0,-7-75-15 0 0,2 0 0 0 0,1-1 1 0 0,2-1-1 0 0,1 0 0 0 0,2 0 1 0 0,0-1-1 0 0,3-1 0 0 0,0-1 1 0 0,2 0-1 0 0,40 44 0 0 0,-39-54 20 0 0,1 0 0 0 0,1-1-1 0 0,1-2 1 0 0,0 0 0 0 0,46 20 0 0 0,-2-5 51 0 0,1-3 1 0 0,1-3 0 0 0,2-3-1 0 0,0-3 1 0 0,1-4-1 0 0,1-2 1 0 0,130 4 0 0 0,328-15 156 0 0,-495-4-264 0 0,-1-2-1 0 0,1-2 1 0 0,-1-1-1 0 0,-1-2 1 0 0,48-17-1 0 0,-34 6 2 0 0,-1-1 0 0 0,-1-3 0 0 0,50-33-1 0 0,-79 42-17 0 0,0 0 0 0 0,0-1 0 0 0,-2-1 0 0 0,0-1 0 0 0,24-35 0 0 0,2-1-9 0 0,38-37 1 0 0,78-102 70 0 0,-140 167-31 0 0,-1 0-1 0 0,-1-2 1 0 0,-1 0-1 0 0,-1-1 1 0 0,-2 0 0 0 0,-1-1-1 0 0,-1 0 1 0 0,-2-1-1 0 0,-1 0 1 0 0,-1 0-1 0 0,-2-1 1 0 0,1-43-1 0 0,-5 34 19 0 0,1 11 59 0 0,-1 0 0 0 0,-2-1 1 0 0,-7-43-1 0 0,7 65-69 0 0,0 1 0 0 0,-1-1-1 0 0,0 1 1 0 0,0 0 0 0 0,-1 0 0 0 0,0 0 0 0 0,0 0 0 0 0,-1 1 0 0 0,0 0 0 0 0,0 0 0 0 0,-1 0 0 0 0,0 0-1 0 0,0 1 1 0 0,0 0 0 0 0,-1 0 0 0 0,-11-7 0 0 0,2 3-153 0 0,1 0-1 0 0,-1 1 1 0 0,0 1 0 0 0,-1 1-1 0 0,0 0 1 0 0,0 1 0 0 0,0 1-1 0 0,-1 0 1 0 0,0 1 0 0 0,0 1-1 0 0,-22 0 1 0 0,9 2-2170 0 0,-22 2-6523 0 0,0 0 246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4:21.3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45 9 2264 0 0,'-44'-7'18559'0'0,"49"5"-18708"0"0,-3 2 804 0 0,4 1-518 0 0,0 1 1 0 0,1 0-1 0 0,-1 0 0 0 0,-1 0 0 0 0,1 1 0 0 0,0-1 1 0 0,-1 1-1 0 0,1 1 0 0 0,8 6 0 0 0,13 7 15 0 0,57 20 306 0 0,0-3 0 0 0,138 34-1 0 0,74 28 91 0 0,-8 37-255 0 0,41 15 10 0 0,171 26-117 0 0,-283-99-100 0 0,-171-55-25 0 0,0 2 0 0 0,64 42 0 0 0,-61-34-57 0 0,0-2 1 0 0,2-3-1 0 0,86 32 0 0 0,-59-30 6 0 0,-2-1 63 0 0,81 40 0 0 0,-142-60-60 0 0,1 0-1 0 0,22 6 0 0 0,-23-8-5 0 0,-1 0 0 0 0,0 1 0 0 0,24 13-1 0 0,-26-13-2 0 0,0 1-1 0 0,1-1 0 0 0,19 5 0 0 0,-19-7-5 0 0,-1 1 0 0 0,0 0-1 0 0,21 12 1 0 0,-27-12 0 0 0,-1-1 0 0 0,1 1-1 0 0,-1-1 1 0 0,1 0 0 0 0,0-1 0 0 0,0 0 0 0 0,1 0 0 0 0,-1 0 0 0 0,0 0 0 0 0,1-1 0 0 0,-1 0-1 0 0,12 0 1 0 0,-11 0 12 0 0,0 0 0 0 0,0 0 0 0 0,0 1 0 0 0,-1 0 0 0 0,1 0 0 0 0,0 1 0 0 0,-1 0 0 0 0,1 0 0 0 0,-1 0 0 0 0,0 1 0 0 0,7 5 0 0 0,-3-2 1 0 0,1-1 1 0 0,-1-1-1 0 0,16 7 0 0 0,-23-11-11 0 0,0 1 0 0 0,0 0-1 0 0,0 0 1 0 0,0 1 0 0 0,-1-1 0 0 0,1 0-1 0 0,0 1 1 0 0,-1 0 0 0 0,0-1 0 0 0,0 1-1 0 0,0 0 1 0 0,0 0 0 0 0,0 0 0 0 0,2 5-1 0 0,-2-3-3 0 0,0-1-1 0 0,1 0 0 0 0,-1 0 1 0 0,1 0-1 0 0,0 0 1 0 0,1 0-1 0 0,-1-1 0 0 0,7 6 1 0 0,-5-7-77 0 0,0 0-1 0 0,0 0 1 0 0,0-1 0 0 0,0 0 0 0 0,0 0 0 0 0,0 0 0 0 0,1 0 0 0 0,-1-1-1 0 0,0 0 1 0 0,1 0 0 0 0,4-1 0 0 0,6 0-629 0 0,-16 1 572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4:22.5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739 1 25010 0 0,'4'7'3'0'0,"-1"1"1"0"0,0 1-1 0 0,-1-1 0 0 0,0 0 0 0 0,0 0 0 0 0,-1 1 1 0 0,0-1-1 0 0,0 1 0 0 0,-1 0 0 0 0,0-1 0 0 0,-1 11 1 0 0,0 9-23 0 0,1-27 19 0 0,-1 0-1 0 0,1-1 0 0 0,0 1 1 0 0,0 0-1 0 0,-1 0 0 0 0,1-1 1 0 0,-1 1-1 0 0,1-1 1 0 0,-1 1-1 0 0,1 0 0 0 0,-1-1 1 0 0,1 1-1 0 0,-1-1 0 0 0,1 1 1 0 0,-1-1-1 0 0,0 1 0 0 0,1-1 1 0 0,-1 0-1 0 0,0 1 0 0 0,1-1 1 0 0,-1 0-1 0 0,0 1 1 0 0,0-1-1 0 0,1 0 0 0 0,-2 0 1 0 0,-26 7 27 0 0,19-6-21 0 0,-440 118 129 0 0,331-84-249 0 0,88-26-687 0 0,-31 7 1163 0 0,41-13-3674 0 0,0-3-3648 0 0,14-1 2176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4:24.2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23894 0 0,'19'41'278'0'0,"2"-1"0"0"0,1-1 0 0 0,30 38 0 0 0,80 95 640 0 0,-129-168-914 0 0,0 1 0 0 0,0-1 0 0 0,0 0 0 0 0,-1 1 0 0 0,1 0 0 0 0,-1 0-1 0 0,-1-1 1 0 0,1 1 0 0 0,1 8 0 0 0,-5-9-615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4:28.5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 0 3492 0 0,'-3'1'12244'0'0,"14"1"-12100"0"0,0 0 0 0 0,0 1-1 0 0,18 7 1 0 0,10 4-33 0 0,393 63 454 0 0,-136-30-322 0 0,71 34 316 0 0,-260-56-406 0 0,242 32 322 0 0,-286-49-419 0 0,255 51 173 0 0,-145-25-137 0 0,-80-16-89 0 0,230 32 6 0 0,385 44 359 0 0,-419-36-376 0 0,-113-15 8 0 0,233 46 0 0 0,-224-59 4 0 0,936 157 200 0 0,-1046-173-192 0 0,597 89-50 0 0,-354-58 4 0 0,516 59 51 0 0,-320-43 38 0 0,414 47 252 0 0,-658-79-108 0 0,234 35 113 0 0,110 57-366 0 0,-237-66 22 0 0,187-21 192 0 0,70 8-145 0 0,104 29 111 0 0,-29-4 26 0 0,39-12-133 0 0,24 0-54 0 0,-450-22 101 0 0,-37 1-8 0 0,-23-2-7 0 0,109-19 3 0 0,-137-9-16 0 0,375 32 38 0 0,-283-28 208 0 0,-82-6-85 0 0,-233-2-190 0 0,-7 0-30 0 0,1 0 0 0 0,-1 0 0 0 0,1 1 1 0 0,-1-1-1 0 0,1 1 0 0 0,-1 0 1 0 0,1 0-1 0 0,6 3 0 0 0,-11-4-83 0 0,0 0 0 0 0,0 0-1 0 0,0 0 1 0 0,0 0 0 0 0,-1 0 0 0 0,1 0-1 0 0,0 0 1 0 0,0 0 0 0 0,0 0 0 0 0,0 0-1 0 0,0 0 1 0 0,-1 0 0 0 0,1 0 0 0 0,0 0-1 0 0,0 0 1 0 0,0 0 0 0 0,0 0-1 0 0,-1 0 1 0 0,1 0 0 0 0,0 0 0 0 0,0 0-1 0 0,0 0 1 0 0,0 0 0 0 0,0 1 0 0 0,-1-1-1 0 0,1 0 1 0 0,0 0 0 0 0,0 1-522 0 0,0-1 522 0 0,-1 0 0 0 0,1 0-1 0 0,0 0 1 0 0,0 0 0 0 0,0 0 0 0 0,0 1-1 0 0,0-1 1 0 0,0 0 0 0 0,0 0-1 0 0,0 0 1 0 0,0 0 0 0 0,0 1 0 0 0,0-1-1 0 0,0 0 1 0 0,0 0 0 0 0,0 0 0 0 0,0 0-1 0 0,0 0 1 0 0,0 1 0 0 0,0-1 0 0 0,0 0-1 0 0,0 0 1 0 0,0 0 0 0 0,1 0-1 0 0,-1 0 1 0 0,0 1 0 0 0,0-1 0 0 0,0 0-1 0 0,0 0 1 0 0,0 0-104 0 0,-16 2-5741 0 0,0-2 1764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4:29.8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93 2708 0 0,'0'0'4239'0'0,"0"-7"590"0"0,0-22-548 0 0,2-27 749 0 0,-2 82-4713 0 0,2-5-291 0 0,0 0 1 0 0,2 0 0 0 0,0-1-1 0 0,1 0 1 0 0,2 0-1 0 0,0 0 1 0 0,0-1-1 0 0,13 21 1 0 0,-5-14 16 0 0,1-1 0 0 0,1 0 0 0 0,1-2 1 0 0,1 0-1 0 0,1-1 0 0 0,29 25 0 0 0,-12-18 43 0 0,1 0-1 0 0,1-3 0 0 0,50 27 0 0 0,-48-33-8 0 0,-23-12-39 0 0,-1 1 1 0 0,0 0-1 0 0,-1 2 0 0 0,1 0 0 0 0,17 15 1 0 0,-17-4 151 0 0,-9-14-1280 0 0,-6-34-8402 0 0,-2 13 5428 0 0,0-2-1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4:30.3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38 262 2088 0 0,'-6'0'537'0'0,"-23"-3"9952"0"0,29 3-10356 0 0,0 0-1 0 0,-1 0 0 0 0,1 0 1 0 0,0 0-1 0 0,0 0 1 0 0,0 0-1 0 0,0-1 0 0 0,-1 1 1 0 0,1 0-1 0 0,0 0 1 0 0,0 0-1 0 0,0-1 0 0 0,0 1 1 0 0,0 0-1 0 0,0 0 1 0 0,0 0-1 0 0,0-1 0 0 0,-1 1 1 0 0,1 0-1 0 0,0 0 1 0 0,0 0-1 0 0,0-1 0 0 0,0 1 1 0 0,0 0-1 0 0,0 0 1 0 0,0-1-1 0 0,0 1 0 0 0,0 0 1 0 0,0 0-1 0 0,1 0 1 0 0,-1-1-1 0 0,0 1 0 0 0,0 0 1 0 0,0 0-1 0 0,0 0 1 0 0,0-1-1 0 0,0 1 1 0 0,14-15 1022 0 0,10-1-760 0 0,2 0 0 0 0,-1 2 0 0 0,2 1-1 0 0,0 1 1 0 0,30-10 0 0 0,-26 10-205 0 0,55-19 200 0 0,2 3 0 0 0,1 4 0 0 0,159-22 0 0 0,-175 43-349 0 0,-73 4-132 0 0,0-1-1 0 0,1 0 0 0 0,-1 0 1 0 0,0 0-1 0 0,0 1 0 0 0,1-1 1 0 0,-1 0-1 0 0,0 0 0 0 0,0 1 1 0 0,1-1-1 0 0,-1 0 0 0 0,0 0 1 0 0,0 1-1 0 0,0-1 0 0 0,0 0 1 0 0,1 1-1 0 0,-1-1 0 0 0,0 0 1 0 0,0 1-1 0 0,0-1 0 0 0,0 0 1 0 0,0 1-1 0 0,0-1 0 0 0,0 0 1 0 0,0 1-1 0 0,0-1 0 0 0,0 0 0 0 0,0 1 1 0 0,0-1-1 0 0,0 0 0 0 0,0 1 1 0 0,0-1-1 0 0,0 0 0 0 0,0 1 1 0 0,-1-1-1 0 0,1 0 0 0 0,0 1 1 0 0,0-1-1 0 0,0 0 0 0 0,0 0 1 0 0,-1 1-1 0 0,1-1 0 0 0,0 0 1 0 0,0 0-1 0 0,-1 1 0 0 0,-10 15-10415 0 0,1-8 6146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4:50.1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64 1650 1396 0 0,'-9'34'2988'0'0,"-3"1"1695"0"0,12-35-4580 0 0,0 1 0 0 0,0-1-1 0 0,-1 1 1 0 0,1-1 0 0 0,0 1 0 0 0,0-1-1 0 0,0 0 1 0 0,0 1 0 0 0,-1-1 0 0 0,1 1-1 0 0,0-1 1 0 0,0 1 0 0 0,-1-1 0 0 0,1 1-1 0 0,0-1 1 0 0,-1 0 0 0 0,1 1 0 0 0,0-1-1 0 0,-1 0 1 0 0,1 1 0 0 0,-1-1 0 0 0,1 0-1 0 0,0 0 1 0 0,-1 1 0 0 0,1-1 0 0 0,-1 0-1 0 0,1 0 1 0 0,-1 0 0 0 0,1 0 0 0 0,-1 1-1 0 0,1-1 1 0 0,-1 0 0 0 0,1 0 0 0 0,-1 0-1 0 0,1 0 1 0 0,-1 0 0 0 0,1 0 0 0 0,-1 0-1 0 0,1 0 1 0 0,-1-1 0 0 0,1 1 0 0 0,-1 0-1 0 0,1 0 1 0 0,-1 0 0 0 0,1 0 0 0 0,-1-1-1 0 0,1 1 1 0 0,-1 0 0 0 0,1-1 0 0 0,0 1-1 0 0,-1 0 1 0 0,1-1 0 0 0,0 1 0 0 0,-1 0-1 0 0,1-1 1 0 0,0 1 0 0 0,-1 0-1 0 0,1-1 1 0 0,0 1 0 0 0,0-1 0 0 0,-1 1-1 0 0,1-1 1 0 0,0 1 0 0 0,0-1 0 0 0,0 1-1 0 0,0-1 1 0 0,0 1 0 0 0,-1-1 0 0 0,1 0-1 0 0,-3-9 335 0 0,-1 1-1 0 0,1-1 0 0 0,1-1 0 0 0,0 1 0 0 0,0 0 1 0 0,0-15-1 0 0,3-68 267 0 0,1 37-376 0 0,-3-48-58 0 0,5-160 224 0 0,1 218-408 0 0,3 1 0 0 0,1 0 0 0 0,19-52 0 0 0,56-127 152 0 0,-64 177-135 0 0,2 2 0 0 0,1 1-1 0 0,3 1 1 0 0,1 1 0 0 0,2 1 0 0 0,2 2-1 0 0,2 1 1 0 0,48-44 0 0 0,120-131 434 0 0,-189 199-504 0 0,-4 3-71 0 0,-13 14-67 0 0,-16 17-1846 0 0,0-1-10436 0 0,13-13 8055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4:50.5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 0 4240 0 0,'-19'0'7850'0'0,"37"2"-2801"0"0,16 0-2627 0 0,92 10-525 0 0,-47-6-1510 0 0,-1 4-1 0 0,143 35 1 0 0,-219-44-379 0 0,-1 0 0 0 0,0 0 0 0 0,0 0 0 0 0,0 0 0 0 0,0 0 0 0 0,0 0 0 0 0,0 0 0 0 0,-1 0 0 0 0,1 1 0 0 0,0-1 0 0 0,-1 0 0 0 0,1 0 1 0 0,0 1-1 0 0,-1-1 0 0 0,1 0 0 0 0,-1 1 0 0 0,0-1 0 0 0,0 1 0 0 0,1-1 0 0 0,-1 1 0 0 0,0-1 0 0 0,0 0 0 0 0,0 1 0 0 0,0-1 0 0 0,-1 2 0 0 0,-4 48 114 0 0,4-46-109 0 0,-14 70 448 0 0,-36 106 1 0 0,-7 26-2207 0 0,50-169-3142 0 0,-4 66 0 0 0,11-70-3107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4:53.9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396 836 3564 0 0,'1'-4'440'0'0,"-1"1"0"0"0,0 0 0 0 0,0 0 0 0 0,0-1 0 0 0,-1 1 0 0 0,1 0 0 0 0,-1 0 0 0 0,1 0-1 0 0,-1 0 1 0 0,0 0 0 0 0,-1 0 0 0 0,1 0 0 0 0,-3-4 0 0 0,3 5-306 0 0,-1 1 0 0 0,0 0 0 0 0,0 0 0 0 0,0 0 1 0 0,0 0-1 0 0,0 0 0 0 0,0 0 0 0 0,0 1 0 0 0,-1-1 0 0 0,1 1 0 0 0,0-1 0 0 0,0 1 0 0 0,0 0 0 0 0,-1 0 1 0 0,1 0-1 0 0,0 0 0 0 0,0 0 0 0 0,-1 1 0 0 0,1-1 0 0 0,-4 2 0 0 0,-11 1 393 0 0,0 1 0 0 0,0 1 0 0 0,1 0 0 0 0,-1 1-1 0 0,1 1 1 0 0,1 1 0 0 0,-1 0 0 0 0,-15 12 0 0 0,14-9-213 0 0,0 0 0 0 0,1 1 0 0 0,0 1 0 0 0,2 1 1 0 0,-18 19-1 0 0,24-24-225 0 0,1 0 1 0 0,1 0-1 0 0,0 1 1 0 0,0 0 0 0 0,1 0-1 0 0,0 1 1 0 0,0-1-1 0 0,1 1 1 0 0,1 0 0 0 0,-4 19-1 0 0,7-28-70 0 0,-1 0 0 0 0,1 0 0 0 0,0 1 0 0 0,0-1 0 0 0,0 0 0 0 0,0 0 0 0 0,0 0 0 0 0,1 1 0 0 0,-1-1 0 0 0,1 0 0 0 0,-1 0 0 0 0,1 0 0 0 0,0 0-1 0 0,0 0 1 0 0,0 0 0 0 0,0 0 0 0 0,0 0 0 0 0,0 0 0 0 0,1 0 0 0 0,1 1 0 0 0,0 0 11 0 0,0-1 0 0 0,0 1 0 0 0,0-1 0 0 0,0 0 0 0 0,1 0 0 0 0,-1-1 0 0 0,1 1 0 0 0,-1-1 0 0 0,1 0 0 0 0,7 2-1 0 0,3-1 27 0 0,0 0 0 0 0,0-1 0 0 0,0-1-1 0 0,0 0 1 0 0,19-2 0 0 0,-8-1-65 0 0,-1-1 1 0 0,0-1-1 0 0,44-14 1 0 0,-59 15-88 0 0,0 0 1 0 0,0 0 0 0 0,0-1 0 0 0,-1-1 0 0 0,0 1 0 0 0,0-1-1 0 0,0-1 1 0 0,0 0 0 0 0,-1 0 0 0 0,0 0 0 0 0,-1-1-1 0 0,8-11 1 0 0,2-8-362 0 0,-1-1-1 0 0,-1-1 1 0 0,-1 0 0 0 0,-2-1-1 0 0,-1 0 1 0 0,-2-1-1 0 0,7-39 1 0 0,-2-25-443 0 0,1-105-1 0 0,-6-206 1569 0 0,-11 370 648 0 0,3 35-1271 0 0,0 1 0 0 0,0 0 0 0 0,0-1 0 0 0,0 1 0 0 0,0 0 1 0 0,-1-1-1 0 0,1 1 0 0 0,0 0 0 0 0,0-1 0 0 0,0 1 0 0 0,0 0 0 0 0,-1-1 0 0 0,1 1 0 0 0,0 0 0 0 0,0-1 0 0 0,-1 1 1 0 0,1 0-1 0 0,0 0 0 0 0,0-1 0 0 0,-1 1 0 0 0,1 0 0 0 0,0 0 0 0 0,-1 0 0 0 0,1-1 0 0 0,0 1 0 0 0,-1 0 0 0 0,1 0 0 0 0,-1 0 1 0 0,0 0 16 0 0,0 1 0 0 0,1-1-1 0 0,-1 1 1 0 0,0-1 0 0 0,0 1 0 0 0,0-1 0 0 0,1 1 0 0 0,-1 0 0 0 0,0-1 0 0 0,1 1 0 0 0,-1 0 0 0 0,0 0 0 0 0,1 0 0 0 0,-1-1 0 0 0,1 1 0 0 0,-1 2 0 0 0,-7 12 232 0 0,0 1 0 0 0,2 0 0 0 0,0 0 0 0 0,1 1 0 0 0,-6 31 0 0 0,-6 91 278 0 0,15-114-457 0 0,-17 494 986 0 0,27-363-783 0 0,-5-134-260 0 0,1-1 0 0 0,0 0 0 0 0,2 0 0 0 0,0 0 0 0 0,11 21-1 0 0,-15-37-46 0 0,0-1 0 0 0,1 1 0 0 0,0 0 0 0 0,0-1 0 0 0,0 0-1 0 0,0 0 1 0 0,1 0 0 0 0,0 0 0 0 0,0 0 0 0 0,0-1 0 0 0,0 0 0 0 0,0 0-1 0 0,1 0 1 0 0,0 0 0 0 0,-1-1 0 0 0,1 1 0 0 0,0-1 0 0 0,0-1-1 0 0,0 1 1 0 0,0-1 0 0 0,0 1 0 0 0,1-1 0 0 0,-1-1 0 0 0,0 1-1 0 0,1-1 1 0 0,-1 0 0 0 0,0 0 0 0 0,1-1 0 0 0,-1 1 0 0 0,0-1 0 0 0,0 0-1 0 0,8-3 1 0 0,-3 1-5 0 0,-1-1-1 0 0,1 1 0 0 0,-1-1 1 0 0,0-1-1 0 0,0 0 1 0 0,-1 0-1 0 0,0-1 1 0 0,0 0-1 0 0,0 0 0 0 0,0 0 1 0 0,-1-1-1 0 0,0-1 1 0 0,-1 1-1 0 0,0-1 1 0 0,0 0-1 0 0,9-17 0 0 0,-10 14-12 0 0,-1 0-1 0 0,0 0 0 0 0,0 0 1 0 0,-1-1-1 0 0,-1 1 0 0 0,0-1 1 0 0,0 0-1 0 0,-2 0 0 0 0,1 0 1 0 0,-1 0-1 0 0,-2-12 0 0 0,2 23 5 0 0,-2-10-49 0 0,3 14-2 0 0,8 21 7 0 0,-2-14 47 0 0,2 5 5 0 0,2 0 1 0 0,14 16 0 0 0,-21-26 17 0 0,1-1 1 0 0,0 0-1 0 0,-1 0 1 0 0,2 0-1 0 0,-1-1 1 0 0,0 0-1 0 0,0 0 1 0 0,1 0-1 0 0,0 0 1 0 0,8 2-1 0 0,-9-4 45 0 0,0 0-1 0 0,0 0 0 0 0,-1 0 1 0 0,1 0-1 0 0,0-1 1 0 0,6 1-1 0 0,-10-2-42 0 0,0 1 0 0 0,0 0-1 0 0,0 0 1 0 0,0 0 0 0 0,0-1 0 0 0,0 1-1 0 0,0 0 1 0 0,0-1 0 0 0,0 1-1 0 0,0-1 1 0 0,0 1 0 0 0,0-1 0 0 0,0 1-1 0 0,-1-1 1 0 0,1 0 0 0 0,0 1-1 0 0,0-1 1 0 0,-1 0 0 0 0,1 0 0 0 0,0 1-1 0 0,-1-1 1 0 0,1 0 0 0 0,-1 0 0 0 0,1 0-1 0 0,-1 0 1 0 0,0 0 0 0 0,1 0-1 0 0,-1 0 1 0 0,0 0 0 0 0,1 0 0 0 0,-1 0-1 0 0,0 0 1 0 0,0 0 0 0 0,0 0 0 0 0,0 0-1 0 0,0-1 1 0 0,0-19 280 0 0,1 2-126 0 0,-1 0-1 0 0,0 0 1 0 0,-2 0-1 0 0,0 1 1 0 0,-1-1-1 0 0,-1 1 0 0 0,-9-29 1 0 0,12 44-171 0 0,-1 1 0 0 0,1 0-1 0 0,0-1 1 0 0,-1 1 0 0 0,1 0 0 0 0,-1 0 0 0 0,0-1 0 0 0,1 1 0 0 0,-1 0 0 0 0,0 1-1 0 0,0-1 1 0 0,-1 0 0 0 0,1 1 0 0 0,0-1 0 0 0,0 1 0 0 0,-1 0 0 0 0,1-1 0 0 0,-1 1 0 0 0,-4-1-1 0 0,3 1-26 0 0,-1 1 0 0 0,1 0-1 0 0,0 0 1 0 0,0 0-1 0 0,0 0 1 0 0,0 1-1 0 0,0-1 1 0 0,0 1-1 0 0,0 0 1 0 0,0 1-1 0 0,-7 2 1 0 0,0 1-145 0 0,0 1 0 0 0,1 0 0 0 0,0 1 0 0 0,0 0 0 0 0,1 1 0 0 0,0 0 0 0 0,-16 17 0 0 0,19-17-425 0 0,1 0-1 0 0,0 0 0 0 0,0 1 0 0 0,-4 8 1 0 0,-12 38-11154 0 0,20-52 10859 0 0,-4 12-3949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4:54.5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5 371 4152 0 0,'-1'-4'398'0'0,"0"1"0"0"0,0-1-1 0 0,0 0 1 0 0,1-1 0 0 0,0 1-1 0 0,0 0 1 0 0,0 0 0 0 0,0 0-1 0 0,1-6 1 0 0,0 3 128 0 0,0-17 361 0 0,1 1-1 0 0,1 0 0 0 0,1 0 1 0 0,1 1-1 0 0,1-1 0 0 0,1 1 1 0 0,1 0-1 0 0,0 1 0 0 0,2 0 1 0 0,16-25-1 0 0,-23 41-576 0 0,0 1-1 0 0,0 0 1 0 0,1 0 0 0 0,0 0 0 0 0,0 0-1 0 0,0 1 1 0 0,0 0 0 0 0,0 0 0 0 0,8-4-1 0 0,-10 6-227 0 0,1 0 0 0 0,-1 0 0 0 0,0 0 0 0 0,0 0 0 0 0,0 1 0 0 0,1-1 0 0 0,-1 1 0 0 0,0-1 0 0 0,1 1 0 0 0,-1 0 0 0 0,0 0 0 0 0,1 0 0 0 0,-1 1 0 0 0,0-1 0 0 0,1 0 0 0 0,-1 1 0 0 0,0-1 0 0 0,0 1 0 0 0,1 0 0 0 0,-1 0 0 0 0,0 0 0 0 0,0 0 0 0 0,0 0 0 0 0,0 0 0 0 0,2 3 0 0 0,18 16-63 0 0,-1 1 0 0 0,-1 0-1 0 0,-1 2 1 0 0,-1 1 0 0 0,-1 0 0 0 0,-1 1-1 0 0,23 49 1 0 0,-36-68-237 0 0,7 15-3400 0 0,3-5-7073 0 0,-8-14 6066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4:54.7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 5008 0 0,'5'-1'5405'0'0,"23"-2"-3329"0"0,-2 7-948 0 0,1 0-1 0 0,-1 2 1 0 0,0 1-1 0 0,35 14 1 0 0,-23-2-2141 0 0,-34-17 277 0 0,0 0 0 0 0,-1 1 0 0 0,1-1 1 0 0,-1 1-1 0 0,0 0 0 0 0,0 0 0 0 0,0 0 1 0 0,0 0-1 0 0,0 1 0 0 0,-1-1 0 0 0,1 1 0 0 0,1 4 1 0 0,0 7-3034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4:54.9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 41 5016 0 0,'-5'0'873'0'0,"1"-2"19"0"0,1-2 20 0 0,-3 3 4 0 0,6-4 16 0 0,6 2 0 0 0,6-4 0 0 0,11 2 0 0 0,11 0 0 0 0,17 0 16 0 0,16 4-20 0 0,13-1-72 0 0,17 2-512 0 0,9 3-3612 0 0,3 4 0 0 0,-1-4 0 0 0,2 2-1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4:55.3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86 266 4136 0 0,'1'-68'3325'0'0,"-5"-129"3450"0"0,3 237-1546 0 0,-8 57-3802 0 0,3-21-931 0 0,-23 207 645 0 0,-8 217-597 0 0,42-446-1751 0 0,6-23-7310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4:55.97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16 527 4848 0 0,'-1'-1'198'0'0,"0"0"0"0"0,-1-1 0 0 0,1 1 0 0 0,0 0-1 0 0,0-1 1 0 0,0 0 0 0 0,0 1 0 0 0,0-1-1 0 0,0 1 1 0 0,0-1 0 0 0,0 0 0 0 0,1 0 0 0 0,-1 1-1 0 0,0-1 1 0 0,1 0 0 0 0,0 0 0 0 0,-1 0-1 0 0,1 0 1 0 0,0 1 0 0 0,0-1 0 0 0,0 0 0 0 0,0 0-1 0 0,1 0 1 0 0,-1 0 0 0 0,0 0 0 0 0,1 1-1 0 0,-1-1 1 0 0,1 0 0 0 0,0 0 0 0 0,-1 1 0 0 0,1-1-1 0 0,0 0 1 0 0,0 1 0 0 0,0-1 0 0 0,0 1-1 0 0,1-1 1 0 0,-1 1 0 0 0,0 0 0 0 0,1-1 0 0 0,-1 1-1 0 0,1 0 1 0 0,-1 0 0 0 0,1 0 0 0 0,2-1-1 0 0,6-5 230 0 0,1 1 0 0 0,1 1 0 0 0,-1 0 0 0 0,1 0 0 0 0,13-3 0 0 0,55-11 2294 0 0,149-15 1 0 0,-145 23-1970 0 0,-49 8-662 0 0,-18 2-64 0 0,0-1 1 0 0,0 0 0 0 0,-1-1 0 0 0,21-7-1 0 0,-33 9-30 0 0,-1-1 0 0 0,0 1-1 0 0,0 0 1 0 0,0-1 0 0 0,0 0-1 0 0,0 1 1 0 0,0-1 0 0 0,-1 0-1 0 0,1-1 1 0 0,-1 1 0 0 0,1 0-1 0 0,-1-1 1 0 0,0 1-1 0 0,0-1 1 0 0,0 0 0 0 0,0 0-1 0 0,0 0 1 0 0,-1 0 0 0 0,1 0-1 0 0,-1 0 1 0 0,0 0 0 0 0,0 0-1 0 0,0-1 1 0 0,0 1-1 0 0,0 0 1 0 0,-1-6 0 0 0,1-8-35 0 0,-2 0 0 0 0,0 1 1 0 0,-1-1-1 0 0,-1 0 0 0 0,0 1 0 0 0,-1 0 1 0 0,-1 0-1 0 0,-1 0 0 0 0,0 0 0 0 0,-1 1 1 0 0,-12-20-1 0 0,18 32 32 0 0,-1-1 1 0 0,0 1-1 0 0,0 0 1 0 0,-1 0-1 0 0,1 0 0 0 0,0 1 1 0 0,-1-1-1 0 0,0 0 1 0 0,0 1-1 0 0,1 0 0 0 0,-1 0 1 0 0,-1 0-1 0 0,1 0 0 0 0,0 0 1 0 0,0 0-1 0 0,-1 1 1 0 0,1 0-1 0 0,-1 0 0 0 0,1 0 1 0 0,-6-1-1 0 0,6 2 8 0 0,0 0 1 0 0,-1 1-1 0 0,1-1 0 0 0,-1 1 0 0 0,1 0 1 0 0,0 0-1 0 0,0 0 0 0 0,-1 0 0 0 0,1 0 0 0 0,0 1 1 0 0,0-1-1 0 0,0 1 0 0 0,1 0 0 0 0,-1 0 0 0 0,0 0 1 0 0,1 0-1 0 0,-1 1 0 0 0,1-1 0 0 0,-1 1 1 0 0,1-1-1 0 0,-3 6 0 0 0,-7 11 34 0 0,0 0 0 0 0,2 1 0 0 0,0 1 0 0 0,1 0 0 0 0,1 0 0 0 0,1 0 0 0 0,-6 32 0 0 0,-16 160 289 0 0,28-198-300 0 0,-26 464 664 0 0,27-476-682 0 0,0-1 0 0 0,0 1 0 0 0,0-1 0 0 0,0 1-1 0 0,0-1 1 0 0,1 1 0 0 0,-1-1 0 0 0,1 1 0 0 0,0-1 0 0 0,0 1 0 0 0,0-1-1 0 0,0 1 1 0 0,0-1 0 0 0,0 0 0 0 0,1 0 0 0 0,-1 0 0 0 0,1 0-1 0 0,-1 0 1 0 0,1 0 0 0 0,0 0 0 0 0,2 2 0 0 0,-2-3-3 0 0,0-1 1 0 0,0 1-1 0 0,0 0 0 0 0,0-1 1 0 0,1 1-1 0 0,-1-1 1 0 0,0 0-1 0 0,0 0 0 0 0,0 0 1 0 0,1 0-1 0 0,-1 0 0 0 0,0 0 1 0 0,0-1-1 0 0,0 1 1 0 0,0-1-1 0 0,1 1 0 0 0,-1-1 1 0 0,0 0-1 0 0,0 0 1 0 0,0 0-1 0 0,0 0 0 0 0,0 0 1 0 0,-1 0-1 0 0,1 0 0 0 0,2-2 1 0 0,15-12-18 0 0,-1 0 0 0 0,0-1 0 0 0,-1-1 1 0 0,-1-1-1 0 0,20-27 0 0 0,62-106-102 0 0,-78 119 89 0 0,-20 30 26 0 0,1 1 0 0 0,0 0 0 0 0,-1-1 0 0 0,1 1 0 0 0,0 0 0 0 0,0 0 0 0 0,-1 0 0 0 0,1-1 0 0 0,0 1 0 0 0,0 0 0 0 0,1 0 0 0 0,-1 1 0 0 0,0-1 0 0 0,0 0 0 0 0,0 0 0 0 0,0 0 0 0 0,1 1 0 0 0,2-2 0 0 0,-4 3 0 0 0,1-1 0 0 0,-1 0-1 0 0,1 1 1 0 0,0-1 0 0 0,-1 0 0 0 0,1 1 0 0 0,-1-1 0 0 0,1 1 0 0 0,-1-1 0 0 0,1 1 0 0 0,-1-1 0 0 0,1 1 0 0 0,-1-1 0 0 0,1 1 0 0 0,-1-1 0 0 0,0 1-1 0 0,1 0 1 0 0,-1-1 0 0 0,0 1 0 0 0,0 0 0 0 0,1-1 0 0 0,-1 1 0 0 0,0 0 0 0 0,0-1 0 0 0,0 2 0 0 0,4 54-40 0 0,-4-52 41 0 0,-4 136 166 0 0,1-60 48 0 0,7 85 0 0 0,-4-163-204 0 0,1 1 1 0 0,-1 0-1 0 0,0 0 1 0 0,1 0-1 0 0,-1-1 1 0 0,1 1-1 0 0,0 0 0 0 0,0-1 1 0 0,0 1-1 0 0,1-1 1 0 0,-1 1-1 0 0,0-1 1 0 0,1 1-1 0 0,0-1 1 0 0,-1 0-1 0 0,1 0 1 0 0,0 0-1 0 0,0 0 0 0 0,3 2 1 0 0,-3-3-11 0 0,1 1 0 0 0,0-1 1 0 0,0 0-1 0 0,-1 0 0 0 0,1-1 1 0 0,0 1-1 0 0,0-1 0 0 0,0 1 0 0 0,0-1 1 0 0,0 0-1 0 0,0 0 0 0 0,0 0 0 0 0,0-1 1 0 0,0 1-1 0 0,0-1 0 0 0,0 1 1 0 0,5-3-1 0 0,5-2-42 0 0,-1 0 1 0 0,1-1-1 0 0,-1 0 1 0 0,0-1-1 0 0,0 0 1 0 0,-1-1-1 0 0,0-1 1 0 0,-1 1-1 0 0,12-14 1 0 0,5-6-147 0 0,43-63-1 0 0,-55 69 65 0 0,16-37-1 0 0,-20 36-101 0 0,24-36-1 0 0,-34 120 438 0 0,-1 96 242 0 0,0-123-5108 0 0,0-1-4952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4:56.1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 6 4672 0 0,'0'-2'829'0'0,"0"0"35"0"0,-2 2 16 0 0,2-1 16 0 0,-3 1 912 0 0,0 1-896 0 0,0 5 0 0 0,3 3 0 0 0,-2 8 0 0 0,2 3-52 0 0,-4 2-116 0 0,10 7-3784 0 0,-3-2 0 0 0,3 6 0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4:56.4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50 0 5505 0 0,'-9'0'1912'0'0,"0"2"-924"0"0,3-2 16 0 0,0 2 24 0 0,1-1-4 0 0,-1 3 4 0 0,3 2 0 0 0,-3-2 0 0 0,6 3 4 0 0,0-2-35 0 0,9 5-69 0 0,0 0-88 0 0,-1 1-200 0 0,7 0-4437 0 0,-6 1 1 0 0,2-5 0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4:57.1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195 110 4560 0 0,'0'-16'1812'0'0,"1"7"-928"0"0,-1 0 0 0 0,0-1 0 0 0,-1 1 0 0 0,0 0 0 0 0,-3-14 0 0 0,3 22-773 0 0,1-1 1 0 0,-1 1 0 0 0,1 0 0 0 0,-1-1 0 0 0,0 1 0 0 0,1 0-1 0 0,-1 0 1 0 0,0-1 0 0 0,0 1 0 0 0,0 0 0 0 0,0 0 0 0 0,0 0-1 0 0,0 0 1 0 0,0 0 0 0 0,0 1 0 0 0,-1-1 0 0 0,1 0-1 0 0,0 0 1 0 0,0 1 0 0 0,-1-1 0 0 0,1 1 0 0 0,0-1 0 0 0,-1 1-1 0 0,1-1 1 0 0,-1 1 0 0 0,1 0 0 0 0,-1 0 0 0 0,1 0-1 0 0,0 0 1 0 0,-1 0 0 0 0,1 0 0 0 0,-1 0 0 0 0,1 0 0 0 0,-1 0-1 0 0,1 1 1 0 0,0-1 0 0 0,-1 1 0 0 0,1-1 0 0 0,0 1 0 0 0,-1-1-1 0 0,-1 2 1 0 0,-2 1 139 0 0,0-1-1 0 0,1 1 0 0 0,-1 0 0 0 0,1 0 1 0 0,-1 1-1 0 0,1-1 0 0 0,0 1 1 0 0,0 0-1 0 0,1 0 0 0 0,-1 1 1 0 0,1-1-1 0 0,-5 8 0 0 0,-2 6 760 0 0,-15 35-1 0 0,15-25-821 0 0,1 1 0 0 0,1 0 0 0 0,2 0 1 0 0,0 1-1 0 0,3 0 0 0 0,0 0 1 0 0,2 52-1 0 0,1-77-165 0 0,1 0 0 0 0,-1-1 0 0 0,0 1 0 0 0,1-1 0 0 0,0 1 0 0 0,0-1 0 0 0,1 1 0 0 0,-1-1 0 0 0,1 0 0 0 0,0 0 0 0 0,0 0 0 0 0,0 0 0 0 0,1 0 1 0 0,-1 0-1 0 0,1 0 0 0 0,4 4 0 0 0,-3-5-7 0 0,0-1 0 0 0,0 1 0 0 0,0-1 1 0 0,1 0-1 0 0,-1 0 0 0 0,1 0 1 0 0,-1 0-1 0 0,1-1 0 0 0,0 0 0 0 0,-1 0 1 0 0,1 0-1 0 0,0-1 0 0 0,0 1 0 0 0,0-1 1 0 0,7-1-1 0 0,4 0-9 0 0,0-1 0 0 0,0 0 0 0 0,0-1 0 0 0,-1-1 0 0 0,1 0 0 0 0,-1-2 0 0 0,0 1 0 0 0,0-2 1 0 0,-1 0-1 0 0,0-1 0 0 0,0 0 0 0 0,20-16 0 0 0,-24 14-35 0 0,0 0 1 0 0,-1-1-1 0 0,0 0 1 0 0,-1 0 0 0 0,0-1-1 0 0,-1 0 1 0 0,-1 0-1 0 0,10-23 1 0 0,-2 5-108 0 0,-17 39 97 0 0,0-1 0 0 0,1 1 0 0 0,0-1 0 0 0,1 1 0 0 0,0 0-1 0 0,0-1 1 0 0,1 1 0 0 0,0 0 0 0 0,0 0 0 0 0,1-1-1 0 0,2 10 1 0 0,-2-14 38 0 0,-1 1-1 0 0,1-1 1 0 0,0 0-1 0 0,0 0 1 0 0,1 0 0 0 0,-1 0-1 0 0,1 0 1 0 0,0 0-1 0 0,0 0 1 0 0,0 0-1 0 0,0 0 1 0 0,1-1 0 0 0,-1 1-1 0 0,1-1 1 0 0,0 0-1 0 0,0 0 1 0 0,1 0-1 0 0,-1 0 1 0 0,0-1-1 0 0,1 1 1 0 0,0-1 0 0 0,-1 0-1 0 0,1 0 1 0 0,0 0-1 0 0,0 0 1 0 0,5 0-1 0 0,13 3 46 0 0,0-2 0 0 0,1-1 0 0 0,-1-1 0 0 0,1-1 0 0 0,-1 0-1 0 0,0-2 1 0 0,33-7 0 0 0,-54 9-26 0 0,0 0 0 0 0,0-1 0 0 0,0 1-1 0 0,1 0 1 0 0,-1-1 0 0 0,0 0 0 0 0,0 1 0 0 0,0-1 0 0 0,0 0-1 0 0,0 1 1 0 0,-1-1 0 0 0,1 0 0 0 0,0 0 0 0 0,0 0 0 0 0,0 0-1 0 0,-1 1 1 0 0,1-1 0 0 0,0 0 0 0 0,-1-1 0 0 0,1 1 0 0 0,-1 0-1 0 0,1 0 1 0 0,-1 0 0 0 0,1-1 0 0 0,-1-2 19 0 0,1 1 1 0 0,-1 0-1 0 0,0 0 1 0 0,0 0-1 0 0,-1 0 1 0 0,1 0-1 0 0,0-1 1 0 0,-1 1-1 0 0,-1-3 1 0 0,-2-5 73 0 0,0 0 0 0 0,0 0 0 0 0,-2 0 0 0 0,-5-9 0 0 0,8 16-97 0 0,1 1-1 0 0,-1-1 0 0 0,0 1 1 0 0,0 0-1 0 0,0 0 0 0 0,0 0 0 0 0,0 1 1 0 0,-1-1-1 0 0,1 1 0 0 0,-1 0 1 0 0,0 0-1 0 0,0 0 0 0 0,1 0 1 0 0,-1 1-1 0 0,0-1 0 0 0,-1 1 1 0 0,1 0-1 0 0,0 0 0 0 0,0 1 1 0 0,0-1-1 0 0,-1 1 0 0 0,1 0 0 0 0,0 0 1 0 0,0 0-1 0 0,-1 1 0 0 0,1-1 1 0 0,0 1-1 0 0,-5 2 0 0 0,-3 0-80 0 0,-1 1 1 0 0,1 0-1 0 0,1 1 0 0 0,-1 1 0 0 0,1 0 0 0 0,0 0 0 0 0,-12 10 0 0 0,15-10-333 0 0,0 1-1 0 0,1-1 1 0 0,-1 2-1 0 0,2-1 1 0 0,-1 1-1 0 0,1 0 1 0 0,0 0-1 0 0,-9 18 0 0 0,12-19-1304 0 0,0 0-1 0 0,1 0 0 0 0,-1 1 0 0 0,1-1 0 0 0,1 1 1 0 0,-2 14-1 0 0,3-6-2880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4:57.3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359 18 4656 0 0,'0'-2'792'0'0,"0"-1"17"0"0,0-3 19 0 0,0 4 16 0 0,-3 0 20 0 0,0-1-8 0 0,-6 6 4 0 0,-4 8 0 0 0,-5 10 4 0 0,-10 11-4 0 0,-2 11-32 0 0,-50 75 316 0 0,35-47-4156 0 0,2 8 0 0 0,-3 1 0 0 0,6-4-1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4:58.7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223 364 3248 0 0,'-6'-17'1299'0'0,"4"-18"-248"0"0,1 14-410 0 0,-6-75 1548 0 0,5 57-632 0 0,-1 0 1 0 0,-10-44 0 0 0,13 81-1392 0 0,-1-1 1 0 0,1 1 0 0 0,-1 0 0 0 0,0 0 0 0 0,0 0 0 0 0,0 0 0 0 0,0 0 0 0 0,0 0 0 0 0,0 0 0 0 0,0 0 0 0 0,-1 0 0 0 0,1 0 0 0 0,-4-2 0 0 0,4 3-118 0 0,0 1-1 0 0,1 0 1 0 0,-1-1-1 0 0,0 1 1 0 0,0 0-1 0 0,0 0 1 0 0,0 0 0 0 0,0 0-1 0 0,0 0 1 0 0,0 0-1 0 0,0 0 1 0 0,0 0 0 0 0,0 0-1 0 0,0 0 1 0 0,0 1-1 0 0,0-1 1 0 0,0 0-1 0 0,0 1 1 0 0,0-1 0 0 0,0 1-1 0 0,0-1 1 0 0,1 1-1 0 0,-1-1 1 0 0,0 1-1 0 0,0-1 1 0 0,0 1 0 0 0,1 0-1 0 0,-1 0 1 0 0,0-1-1 0 0,1 1 1 0 0,-1 0 0 0 0,1 0-1 0 0,-1 0 1 0 0,0 1-1 0 0,-7 9 105 0 0,0 1 0 0 0,0 0 0 0 0,2 0 0 0 0,-1 1 0 0 0,1 0 0 0 0,-4 17 0 0 0,-21 87 415 0 0,27-96-459 0 0,-16 94 547 0 0,-8 195 0 0 0,23-178-99 0 0,21 230-1 0 0,-16-362-553 0 0,6 39 145 0 0,-5-38-138 0 0,-1 1 0 0 0,0-1 1 0 0,1 1-1 0 0,-1-1 0 0 0,1 0 0 0 0,-1 1 0 0 0,1-1 1 0 0,0 0-1 0 0,-1 0 0 0 0,1 1 0 0 0,0-1 0 0 0,0 0 1 0 0,0 0-1 0 0,0 0 0 0 0,0 0 0 0 0,0 0 0 0 0,0 0 0 0 0,0 0 1 0 0,0 0-1 0 0,1 0 0 0 0,-1-1 0 0 0,0 1 0 0 0,3 0 1 0 0,-3-1-4 0 0,1 0 1 0 0,-1-1 0 0 0,1 1-1 0 0,-1-1 1 0 0,1 1 0 0 0,-1-1 0 0 0,1 1-1 0 0,-1-1 1 0 0,0 0 0 0 0,1 0-1 0 0,-1 0 1 0 0,0 0 0 0 0,0 0 0 0 0,0 0-1 0 0,0 0 1 0 0,1-2 0 0 0,20-23 48 0 0,-18 21-43 0 0,76-106 107 0 0,-52 68-98 0 0,3 2 0 0 0,43-48 0 0 0,-70 85-19 0 0,0 1 0 0 0,0-1 0 0 0,0 1 0 0 0,0 0-1 0 0,1 0 1 0 0,-1 0 0 0 0,1 1 0 0 0,0-1-1 0 0,0 1 1 0 0,0 0 0 0 0,0 1 0 0 0,0-1 0 0 0,6 0-1 0 0,-9 2 4 0 0,0 0-1 0 0,0 0 0 0 0,0 0 1 0 0,0 0-1 0 0,0 0 0 0 0,0 1 1 0 0,0-1-1 0 0,0 1 0 0 0,0 0 1 0 0,0-1-1 0 0,0 1 0 0 0,0 0 1 0 0,-1 0-1 0 0,1 0 0 0 0,0 0 1 0 0,-1 1-1 0 0,1-1 0 0 0,0 0 1 0 0,-1 1-1 0 0,0-1 0 0 0,1 1 1 0 0,-1-1-1 0 0,0 1 0 0 0,0 0 1 0 0,0-1-1 0 0,0 1 0 0 0,0 0 0 0 0,0 0 1 0 0,0 0-1 0 0,-1 0 0 0 0,1 0 1 0 0,-1 0-1 0 0,1 0 0 0 0,-1 0 1 0 0,0 0-1 0 0,0 3 0 0 0,8 62 195 0 0,-3 0-1 0 0,-5 82 0 0 0,-1-66 57 0 0,1-82-257 0 0,0 1 0 0 0,-1-1 0 0 0,1 0 0 0 0,0 1 0 0 0,0-1 0 0 0,0 1 0 0 0,0-1 0 0 0,1 1 0 0 0,-1-1 0 0 0,0 0 0 0 0,1 1 0 0 0,-1-1 0 0 0,1 1 0 0 0,-1-1 0 0 0,1 0 0 0 0,-1 0 0 0 0,1 1 0 0 0,0-1 0 0 0,0 0 0 0 0,0 0 0 0 0,0 0 0 0 0,0 0 0 0 0,0 0 0 0 0,0 0 0 0 0,0 0 0 0 0,0 0 0 0 0,0 0 0 0 0,0 0 0 0 0,1-1 0 0 0,-1 1 0 0 0,0 0 0 0 0,1-1 0 0 0,-1 1 0 0 0,0-1 0 0 0,1 0 0 0 0,-1 1 0 0 0,1-1 0 0 0,-1 0 0 0 0,0 0 0 0 0,1 0 0 0 0,-1 0 0 0 0,1 0 0 0 0,-1 0 0 0 0,1 0 0 0 0,-1-1 0 0 0,0 1 0 0 0,1 0 0 0 0,-1-1 0 0 0,3 0 0 0 0,4-2-42 0 0,-1 0 0 0 0,1 0-1 0 0,-1-1 1 0 0,0 0 0 0 0,0 0-1 0 0,0-1 1 0 0,10-9 0 0 0,2-5-63 0 0,0-1 1 0 0,-2-1-1 0 0,-1-1 1 0 0,0 0-1 0 0,-2-1 1 0 0,19-40-1 0 0,53-157-583 0 0,-82 209 651 0 0,1 112 478 0 0,-7-43-178 0 0,1-19 27 0 0,5 62 0 0 0,-3-91-230 0 0,0 0 0 0 0,1-1 0 0 0,0 1 1 0 0,1-1-1 0 0,0 1 0 0 0,0-1 0 0 0,1 0 1 0 0,0 0-1 0 0,1-1 0 0 0,0 1 0 0 0,9 11 0 0 0,-12-18-47 0 0,0 1-1 0 0,0-1 0 0 0,1 1 0 0 0,-1-1 0 0 0,1 0 0 0 0,-1 0 0 0 0,1 0 0 0 0,0-1 0 0 0,-1 1 0 0 0,1-1 0 0 0,0 1 1 0 0,0-1-1 0 0,0 0 0 0 0,0 0 0 0 0,0 0 0 0 0,1 0 0 0 0,-1-1 0 0 0,0 1 0 0 0,0-1 0 0 0,0 0 0 0 0,1 0 1 0 0,-1 0-1 0 0,0-1 0 0 0,0 1 0 0 0,0-1 0 0 0,1 1 0 0 0,-1-1 0 0 0,0 0 0 0 0,0 0 0 0 0,0 0 0 0 0,0-1 0 0 0,0 1 1 0 0,-1-1-1 0 0,6-3 0 0 0,-1-1-25 0 0,1 0 0 0 0,-1 0 1 0 0,0-1-1 0 0,0 0 0 0 0,0-1 1 0 0,-1 1-1 0 0,0-1 0 0 0,-1-1 1 0 0,0 1-1 0 0,5-12 0 0 0,-1-4-60 0 0,-1 0-1 0 0,-1-1 0 0 0,7-48 0 0 0,-7 29-113 0 0,-9 59 184 0 0,1-1 1 0 0,1 1-1 0 0,0 0 0 0 0,1 0 1 0 0,1 0-1 0 0,0-1 0 0 0,8 28 1 0 0,-7-33 28 0 0,0 1 1 0 0,0-1 0 0 0,1 0-1 0 0,1-1 1 0 0,0 1-1 0 0,8 11 1 0 0,-9-16-12 0 0,-1 0 0 0 0,1 0 0 0 0,0 0 0 0 0,0-1 0 0 0,0 1 0 0 0,0-1 0 0 0,0 0 0 0 0,1 0 0 0 0,0-1 0 0 0,-1 1 0 0 0,1-1 0 0 0,10 3-1 0 0,-6-3-1 0 0,0-1 0 0 0,0 0 0 0 0,0 0 0 0 0,0-1 0 0 0,0 0 0 0 0,0 0 0 0 0,1-1 0 0 0,-1 0 0 0 0,0-1 0 0 0,0 0 0 0 0,-1-1-1 0 0,1 1 1 0 0,0-2 0 0 0,-1 1 0 0 0,0-1 0 0 0,1-1 0 0 0,-2 1 0 0 0,1-1 0 0 0,0-1 0 0 0,-1 1 0 0 0,0-1 0 0 0,0 0 0 0 0,-1-1 0 0 0,0 0-1 0 0,0 0 1 0 0,-1 0 0 0 0,1-1 0 0 0,-2 0 0 0 0,1 0 0 0 0,-1 0 0 0 0,4-9 0 0 0,8-34-33 0 0,-15 126-27 0 0,-1-71 50 0 0,0 0-1 0 0,0 0 0 0 0,0 0 1 0 0,1 0-1 0 0,-1 0 0 0 0,1 0 1 0 0,0 0-1 0 0,0 0 0 0 0,1 0 1 0 0,-1 0-1 0 0,1 0 1 0 0,0-1-1 0 0,0 1 0 0 0,3 3 1 0 0,-3-4 4 0 0,0-1 0 0 0,1 0 1 0 0,-1 0-1 0 0,1-1 1 0 0,-1 1-1 0 0,1 0 0 0 0,0-1 1 0 0,0 0-1 0 0,0 0 0 0 0,0 0 1 0 0,0 0-1 0 0,0 0 1 0 0,0 0-1 0 0,0-1 0 0 0,0 1 1 0 0,0-1-1 0 0,0 0 0 0 0,0 0 1 0 0,4 0-1 0 0,8-1 24 0 0,0-1 0 0 0,-1 0 0 0 0,1-1 1 0 0,0-1-1 0 0,-1 0 0 0 0,20-9 0 0 0,-28 11-12 0 0,0 0 0 0 0,-1-1 0 0 0,0 0 0 0 0,0 0 1 0 0,0 0-1 0 0,0-1 0 0 0,0 1 0 0 0,0-1 0 0 0,-1 0 0 0 0,0 0 0 0 0,0-1 1 0 0,0 0-1 0 0,-1 1 0 0 0,1-1 0 0 0,-1 0 0 0 0,0-1 0 0 0,0 1 0 0 0,3-10 1 0 0,-6 13-11 0 0,0-1 1 0 0,0 1 0 0 0,0-1 0 0 0,0 1 0 0 0,-1 0 0 0 0,1-1-1 0 0,-1 1 1 0 0,0-1 0 0 0,1 1 0 0 0,-1 0 0 0 0,0-1 0 0 0,0 1 0 0 0,-1 0-1 0 0,1 0 1 0 0,0 0 0 0 0,-1 0 0 0 0,1 0 0 0 0,-1 0 0 0 0,1 0-1 0 0,-1 1 1 0 0,0-1 0 0 0,0 0 0 0 0,0 1 0 0 0,-2-2 0 0 0,-2-1 6 0 0,0 0 0 0 0,0 0 0 0 0,0 1 0 0 0,0 0 1 0 0,0 0-1 0 0,0 1 0 0 0,-11-4 0 0 0,14 6-16 0 0,-10-4-46 0 0,0 2 1 0 0,0-1-1 0 0,-1 2 0 0 0,1-1 1 0 0,0 2-1 0 0,0 0 0 0 0,-1 1 1 0 0,-17 2-1 0 0,30-3-6 0 0,0 0 0 0 0,1 1 0 0 0,-1-1 1 0 0,0 0-1 0 0,1 0 0 0 0,-1 0 0 0 0,0 1 0 0 0,0-1 0 0 0,1 0 1 0 0,-1 1-1 0 0,1-1 0 0 0,-1 0 0 0 0,0 1 0 0 0,1-1 1 0 0,-1 1-1 0 0,1-1 0 0 0,-1 1 0 0 0,1-1 0 0 0,-1 1 0 0 0,1 0 1 0 0,-1 0-1 0 0,11 5-5231 0 0,25-1-3588 0 0,-13-6 4371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4:59.3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155 315 4696 0 0,'-16'1'2024'0'0,"8"-1"-1191"0"0,1 1 0 0 0,0-1 1 0 0,-1-1-1 0 0,1 1 0 0 0,-13-4 0 0 0,19 4-730 0 0,0 0 1 0 0,0-1-1 0 0,1 1 0 0 0,-1-1 1 0 0,0 1-1 0 0,0 0 0 0 0,0-1 1 0 0,0 0-1 0 0,1 1 0 0 0,-1-1 1 0 0,0 1-1 0 0,1-1 0 0 0,-1 0 1 0 0,0 0-1 0 0,1 1 0 0 0,-1-1 1 0 0,1 0-1 0 0,-1 0 0 0 0,1 0 1 0 0,-1 0-1 0 0,1-1 31 0 0,0 0 1 0 0,0 1-1 0 0,0-1 0 0 0,0 0 1 0 0,0 0-1 0 0,0 1 0 0 0,0-1 1 0 0,0 1-1 0 0,1-1 0 0 0,-1 0 1 0 0,1 1-1 0 0,-1-1 0 0 0,1 1 0 0 0,0-1 1 0 0,1-2-1 0 0,3-4 156 0 0,1 0 0 0 0,0 0 0 0 0,0 0 0 0 0,1 1 0 0 0,0-1 0 0 0,0 2 0 0 0,1-1 0 0 0,0 1 0 0 0,0 0 0 0 0,0 1 0 0 0,1-1 0 0 0,0 2 0 0 0,0-1 0 0 0,0 1 0 0 0,0 1 0 0 0,1 0 0 0 0,-1 0 0 0 0,1 1 0 0 0,0 0 0 0 0,0 1-1 0 0,0 0 1 0 0,20 0 0 0 0,-19 4-235 0 0,1 1 0 0 0,-1 0 0 0 0,1 0 0 0 0,-1 1 0 0 0,-1 1 0 0 0,1 0 0 0 0,-1 0 0 0 0,13 11 0 0 0,26 14 120 0 0,-40-26-142 0 0,1 0 0 0 0,-1-1 0 0 0,1-1 0 0 0,-1 0 1 0 0,1 0-1 0 0,0-1 0 0 0,0 0 0 0 0,0 0 0 0 0,1-1 0 0 0,-1-1 1 0 0,20-1-1 0 0,-26 1-21 0 0,1-1 1 0 0,-1 0-1 0 0,1 0 1 0 0,-1-1-1 0 0,0 1 0 0 0,0-1 1 0 0,0 0-1 0 0,0 0 1 0 0,0-1-1 0 0,0 1 1 0 0,0-1-1 0 0,0 0 0 0 0,-1 0 1 0 0,0 0-1 0 0,1 0 1 0 0,-1-1-1 0 0,0 1 1 0 0,-1-1-1 0 0,1 1 1 0 0,-1-1-1 0 0,0 0 0 0 0,1 0 1 0 0,-2-1-1 0 0,1 1 1 0 0,0 0-1 0 0,-1-1 1 0 0,0 1-1 0 0,1-9 1 0 0,1-1 2 0 0,-1-1 0 0 0,-1 1 1 0 0,-1-1-1 0 0,0 1 0 0 0,-1-1 1 0 0,-2-17-1 0 0,2 29-13 0 0,0-1 0 0 0,0 0 1 0 0,0 1-1 0 0,0-1 0 0 0,-1 1 0 0 0,1-1 0 0 0,-1 1 1 0 0,0 0-1 0 0,0 0 0 0 0,0 0 0 0 0,0 0 0 0 0,-5-5 1 0 0,5 7-2 0 0,-1-1 0 0 0,1 1 0 0 0,0 0 0 0 0,0-1 0 0 0,-1 1 0 0 0,1 0 0 0 0,0 1 0 0 0,-1-1 1 0 0,1 0-1 0 0,-1 1 0 0 0,0-1 0 0 0,1 1 0 0 0,-1 0 0 0 0,1 0 0 0 0,-1 0 0 0 0,1 0 0 0 0,-1 0 1 0 0,1 1-1 0 0,-1-1 0 0 0,-4 2 0 0 0,1 0 2 0 0,0 0 0 0 0,0 1 0 0 0,0 0 0 0 0,1 0 0 0 0,-1 0 0 0 0,1 0 0 0 0,0 1 1 0 0,0 0-1 0 0,0 0 0 0 0,0 1 0 0 0,1-1 0 0 0,0 1 0 0 0,0 0 0 0 0,0 0 0 0 0,0 0 0 0 0,1 1 0 0 0,0-1 0 0 0,0 1 0 0 0,0 0 1 0 0,1 0-1 0 0,0 0 0 0 0,0 0 0 0 0,-1 9 0 0 0,-2 8 17 0 0,2-1 0 0 0,0 0 1 0 0,2 1-1 0 0,0-1 0 0 0,4 31 0 0 0,3-1 64 0 0,16 60 0 0 0,-5-32 16 0 0,-10-42-41 0 0,1-4 57 0 0,-3 1 0 0 0,3 50 0 0 0,-8-80-99 0 0,0 0-1 0 0,-1-1 1 0 0,1 1 0 0 0,-1-1 0 0 0,0 1-1 0 0,0-1 1 0 0,0 1 0 0 0,-1-1 0 0 0,0 0-1 0 0,0 1 1 0 0,0-1 0 0 0,0 0 0 0 0,0 0-1 0 0,-1-1 1 0 0,-6 8 0 0 0,4-6 3 0 0,0-1 1 0 0,-1 1-1 0 0,0-1 1 0 0,1 0-1 0 0,-2-1 1 0 0,1 1-1 0 0,0-1 1 0 0,-1-1-1 0 0,-9 4 1 0 0,-7 0 26 0 0,1-2 1 0 0,-1 0 0 0 0,0-2-1 0 0,0-1 1 0 0,-31-1 0 0 0,34-1-29 0 0,-1-1 1 0 0,1 0 0 0 0,0-2-1 0 0,0 0 1 0 0,1-1 0 0 0,-1-1-1 0 0,1-1 1 0 0,-25-12 0 0 0,38 16-112 0 0,1 0 0 0 0,-1 0 0 0 0,1-1 0 0 0,0 0 0 0 0,0 0 1 0 0,0 0-1 0 0,0 0 0 0 0,1-1 0 0 0,0 0 0 0 0,0 0 0 0 0,0 0 1 0 0,0 0-1 0 0,1-1 0 0 0,0 1 0 0 0,0-1 0 0 0,0 0 0 0 0,1 0 0 0 0,0 0 1 0 0,0 0-1 0 0,1 0 0 0 0,-1-1 0 0 0,1 1 0 0 0,1 0 0 0 0,-1-1 1 0 0,1 1-1 0 0,0 0 0 0 0,0-1 0 0 0,1 1 0 0 0,0 0 0 0 0,3-11 0 0 0,24-59-8824 0 0,-13 36 4140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4:59.5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338 146 4200 0 0,'1'-5'331'0'0,"-1"0"-1"0"0,1 1 1 0 0,1-1-1 0 0,-1 0 0 0 0,1 1 1 0 0,0-1-1 0 0,0 1 0 0 0,0-1 1 0 0,0 1-1 0 0,1 0 1 0 0,0 0-1 0 0,4-5 0 0 0,41-42 2285 0 0,-44 47-2285 0 0,1 0 0 0 0,-1 0-1 0 0,1 1 1 0 0,0 0-1 0 0,0 0 1 0 0,0 0-1 0 0,7-2 1 0 0,-11 5-255 0 0,0-1 0 0 0,0 1-1 0 0,0 0 1 0 0,0 0 0 0 0,0-1 0 0 0,0 1 0 0 0,0 0 0 0 0,0 0-1 0 0,0 0 1 0 0,0 0 0 0 0,0 0 0 0 0,0 0 0 0 0,0 0 0 0 0,0 0-1 0 0,0 1 1 0 0,0-1 0 0 0,0 0 0 0 0,0 1 0 0 0,0-1 0 0 0,-1 0-1 0 0,1 1 1 0 0,0-1 0 0 0,0 1 0 0 0,0 0 0 0 0,0-1 0 0 0,-1 1-1 0 0,1 0 1 0 0,0-1 0 0 0,0 1 0 0 0,-1 0 0 0 0,1 0-1 0 0,-1-1 1 0 0,1 1 0 0 0,-1 0 0 0 0,1 0 0 0 0,-1 0 0 0 0,1 0-1 0 0,-1 0 1 0 0,0 0 0 0 0,1 0 0 0 0,-1 0 0 0 0,0 0 0 0 0,0 0-1 0 0,0 0 1 0 0,0 0 0 0 0,0 0 0 0 0,0 0 0 0 0,0 1 0 0 0,0 10 330 0 0,0 0 1 0 0,-1 0 0 0 0,-1-1-1 0 0,0 1 1 0 0,0-1 0 0 0,-1 1-1 0 0,-1-1 1 0 0,1 0 0 0 0,-2 0-1 0 0,-10 18 1 0 0,1-4-230 0 0,-1-1 0 0 0,-1 0 0 0 0,-26 28 0 0 0,16-25-696 0 0,0-2-1 0 0,-1-1 1 0 0,-2-1-1 0 0,-44 28 1 0 0,36-29-5125 0 0,-65 29 1 0 0,54-31 1307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4:59.7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270 0 4952 0 0,'0'0'1737'0'0,"0"4"-845"0"0,0 3 0 0 0,-9 3 20 0 0,0 4-4 0 0,-8 3-16 0 0,-6-1-36 0 0,-6 3-68 0 0,-1 0-144 0 0,-5 2-492 0 0,-2-6-2876 0 0,-3-5 0 0 0,0-7-1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4:59.8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0 388 4936 0 0,'8'-10'841'0'0,"16"-10"35"0"0,4-8 16 0 0,15-7 16 0 0,16-2 16 0 0,16-5-4 0 0,117-46 892 0 0,-80 44-1060 0 0,5 10-3324 0 0,3 8 0 0 0,-5 3-1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2:52.8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961 8 1984 0 0,'-37'-3'4852'0'0,"-12"-1"-155"0"0,30 5-3449 0 0,1 1 0 0 0,-23 5 0 0 0,30-4-1127 0 0,0 0 1 0 0,0 0-1 0 0,0 2 0 0 0,1-1 1 0 0,0 1-1 0 0,0 1 1 0 0,0 0-1 0 0,-11 9 0 0 0,-228 197 1530 0 0,207-170-1301 0 0,1 2-1 0 0,3 1 1 0 0,-50 76-1 0 0,65-81-220 0 0,1 1 0 0 0,3 1 1 0 0,1 1-1 0 0,-18 66 0 0 0,-30 184 284 0 0,40-161-239 0 0,18-94-92 0 0,2-1 0 0 0,1 1 0 0 0,1 0 1 0 0,4 59-1 0 0,1-82-50 0 0,0-1 0 0 0,1 0-1 0 0,1 0 1 0 0,1 0 0 0 0,0 0 0 0 0,1 0-1 0 0,0-1 1 0 0,1 0 0 0 0,0 0 0 0 0,1 0 0 0 0,1-1-1 0 0,0 0 1 0 0,0-1 0 0 0,1 0 0 0 0,13 13 0 0 0,8 0 24 0 0,0-2 0 0 0,1-1 0 0 0,1-1 0 0 0,1-2 0 0 0,51 20 0 0 0,-39-17-17 0 0,19 8 24 0 0,2-2-1 0 0,0-3 1 0 0,2-3-1 0 0,109 19 1 0 0,-140-35-53 0 0,-1-1 0 0 0,1-3 0 0 0,0 0 1 0 0,0-3-1 0 0,54-8 0 0 0,-68 5-9 0 0,1-1 0 0 0,-1 0 0 0 0,-1-2 0 0 0,1 0 0 0 0,-1-2 0 0 0,-1 0 0 0 0,0-2 1 0 0,0 0-1 0 0,28-23 0 0 0,-2-6-8 0 0,-1-3-1 0 0,-2-2 1 0 0,-3-2 0 0 0,-1-2 0 0 0,-3-1 0 0 0,-2-1-1 0 0,-2-3 1 0 0,30-69 0 0 0,-48 92 24 0 0,-1-1 1 0 0,-2-1-1 0 0,-1 0 1 0 0,-2-1-1 0 0,-1 0 0 0 0,-2-1 1 0 0,-2 1-1 0 0,1-41 1 0 0,-5 10-8 0 0,-2-1 1 0 0,-21-116-1 0 0,19 168-12 0 0,0 0 0 0 0,-2 1 0 0 0,1 0 0 0 0,-2 0 0 0 0,0 0 0 0 0,-1 1 0 0 0,0 0 0 0 0,-13-15 0 0 0,-89-92-25 0 0,62 72 23 0 0,16 13 8 0 0,16 17 7 0 0,-1 0 0 0 0,-32-26 0 0 0,41 39-8 0 0,1 0-1 0 0,-1 0 1 0 0,1 1 0 0 0,-1 0-1 0 0,-1 1 1 0 0,1 0-1 0 0,0 0 1 0 0,-1 1 0 0 0,0 0-1 0 0,1 0 1 0 0,-12 0-1 0 0,-153 0 74 0 0,86 4-66 0 0,80-2-98 0 0,1 1-1 0 0,-1 0 1 0 0,1 0 0 0 0,0 0 0 0 0,-1 1 0 0 0,1 0 0 0 0,0 0 0 0 0,0 1-1 0 0,0 0 1 0 0,0 0 0 0 0,0 0 0 0 0,-9 8 0 0 0,-16 18-8304 0 0,20-16 4052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2:54.1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43 17 4256 0 0,'0'0'227'0'0,"0"-1"-1"0"0,0 0 0 0 0,0 1 1 0 0,0-1-1 0 0,0 0 0 0 0,0 0 1 0 0,-1 1-1 0 0,1-1 0 0 0,0 0 1 0 0,0 1-1 0 0,0-1 0 0 0,-1 0 0 0 0,1 1 1 0 0,0-1-1 0 0,-1 0 0 0 0,1 1 1 0 0,0-1-1 0 0,-1 1 0 0 0,1-1 1 0 0,-1 1-1 0 0,1-1 0 0 0,-1 1 1 0 0,1-1-1 0 0,-1 1 0 0 0,1-1 1 0 0,-2 0-1 0 0,2 1-125 0 0,-1 0-1 0 0,0 0 1 0 0,1 0 0 0 0,-1 0 0 0 0,1 0-1 0 0,-1 0 1 0 0,1 1 0 0 0,-1-1 0 0 0,1 0-1 0 0,-1 0 1 0 0,1 0 0 0 0,-1 1 0 0 0,1-1 0 0 0,-1 0-1 0 0,1 0 1 0 0,-1 1 0 0 0,1-1 0 0 0,-1 0-1 0 0,1 1 1 0 0,0-1 0 0 0,-1 1 0 0 0,1-1-1 0 0,0 0 1 0 0,-1 1 0 0 0,1-1 0 0 0,0 1-1 0 0,-1-1 1 0 0,1 1 0 0 0,0-1 0 0 0,0 1-1 0 0,0-1 1 0 0,-1 2 0 0 0,-3 13 626 0 0,1 0 0 0 0,1 0 0 0 0,0 1 0 0 0,0-1 0 0 0,2 1 0 0 0,1 22 1 0 0,0-9 60 0 0,-1 287 1745 0 0,-5-416-2923 0 0,1-68-18 0 0,5 149 376 0 0,1 0 0 0 0,0-1 0 0 0,2 1 0 0 0,0 1 0 0 0,1-1 0 0 0,12-29 0 0 0,-17 46 42 0 0,1 0-1 0 0,0 0 1 0 0,0 1-1 0 0,0-1 1 0 0,0 0-1 0 0,0 0 1 0 0,0 0-1 0 0,0 1 1 0 0,0-1-1 0 0,1 0 1 0 0,-1 1-1 0 0,1-1 1 0 0,-1 1-1 0 0,1 0 1 0 0,0 0-1 0 0,-1-1 1 0 0,1 1-1 0 0,0 0 0 0 0,0 0 1 0 0,0 1-1 0 0,0-1 1 0 0,0 0-1 0 0,0 1 1 0 0,0-1-1 0 0,0 1 1 0 0,0-1-1 0 0,0 1 1 0 0,0 0-1 0 0,0 0 1 0 0,0 0-1 0 0,1 0 1 0 0,1 1-1 0 0,1 0 31 0 0,0 1 0 0 0,0 0 0 0 0,0 1 0 0 0,-1-1 0 0 0,1 1 0 0 0,-1-1 0 0 0,0 1 0 0 0,0 1 0 0 0,0-1 0 0 0,0 1 0 0 0,6 6 0 0 0,0 3 24 0 0,0 0 1 0 0,-1 0-1 0 0,-1 1 1 0 0,0 0-1 0 0,-1 0 0 0 0,0 1 1 0 0,-2 0-1 0 0,1 0 1 0 0,4 25-1 0 0,-3-4 43 0 0,-2 1 0 0 0,-2-1 1 0 0,-1 41-1 0 0,-2-74-123 0 0,0 1 1 0 0,0-1-1 0 0,1 0 0 0 0,-1 0 1 0 0,1 1-1 0 0,-1-1 1 0 0,1 0-1 0 0,0 0 0 0 0,0 0 1 0 0,0 0-1 0 0,2 4 1 0 0,-2-7-17 0 0,-1 1 0 0 0,1-1 0 0 0,-1 1 0 0 0,1-1 0 0 0,-1 1 0 0 0,1-1 0 0 0,-1 1 1 0 0,1-1-1 0 0,-1 0 0 0 0,1 1 0 0 0,0-1 0 0 0,-1 0 0 0 0,1 0 0 0 0,0 1 0 0 0,-1-1 0 0 0,1 0 0 0 0,-1 0 1 0 0,1 0-1 0 0,0 0 0 0 0,0 0 0 0 0,0 0 0 0 0,1 0-97 0 0,0 0 0 0 0,0-1 0 0 0,-1 1 1 0 0,1-1-1 0 0,0 0 0 0 0,0 1 0 0 0,-1-1 0 0 0,1 0 0 0 0,-1 0 1 0 0,1 0-1 0 0,2-2 0 0 0,0-1-1584 0 0,0 0 1 0 0,0 0-1 0 0,0 0 1 0 0,-1-1-1 0 0,4-5 1 0 0,-2 3-72 0 0,6-9-2437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2:54.7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42 299 3960 0 0,'0'-30'4983'0'0,"-2"14"-2008"0"0,-3 24-301 0 0,-5 27-153 0 0,2 23-810 0 0,3 0 0 0 0,1 75-1 0 0,3-53-1305 0 0,-5 229 989 0 0,6-308-1391 0 0,0 1-1 0 0,0-1 1 0 0,0 0-1 0 0,0 0 0 0 0,0 0 1 0 0,0 0-1 0 0,0 0 1 0 0,0 1-1 0 0,0-1 1 0 0,1 0-1 0 0,-1 0 0 0 0,0 0 1 0 0,1 0-1 0 0,-1 0 1 0 0,1 0-1 0 0,-1 0 1 0 0,1 0-1 0 0,-1 0 0 0 0,1 0 1 0 0,0 0-1 0 0,1 2 1 0 0,-1-3-11 0 0,0 0 0 0 0,0 0 0 0 0,0 0 0 0 0,-1 0-1 0 0,1 0 1 0 0,0 0 0 0 0,0 0 0 0 0,0 0 0 0 0,0-1 0 0 0,0 1 0 0 0,-1 0 0 0 0,1 0 0 0 0,0-1 0 0 0,0 1 0 0 0,0 0 0 0 0,-1-1 0 0 0,1 1 0 0 0,0-1 0 0 0,-1 1 0 0 0,1-1 0 0 0,1-1-1 0 0,5-4-108 0 0,0-1 0 0 0,-1 0-1 0 0,11-15 1 0 0,-2-2-123 0 0,-1-1 0 0 0,-1-1 0 0 0,-1 0 0 0 0,-1 0 0 0 0,-2-1 0 0 0,0 0 0 0 0,6-42 0 0 0,14-202-1215 0 0,-20 148 1117 0 0,9-127 284 0 0,-16 233 231 0 0,-2 17-30 0 0,-1 28 261 0 0,1 15-62 0 0,-9 63 0 0 0,0-19-55 0 0,-23 368 983 0 0,30-411-1117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2:55.7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0 200 23378 0 0,'13'-25'45'0'0,"-2"-1"-1"0"0,0-1 0 0 0,-2 0 1 0 0,-1-1-1 0 0,5-36 1 0 0,-12 62 182 0 0,-1 7-36 0 0,0 21 103 0 0,-2 33 118 0 0,2-58-396 0 0,-9 170 1162 0 0,11-171-1639 0 0,2-9-2050 0 0,4-11-6451 0 0,-5 7 4290 0 0,-2-2-1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2:55.8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 44 4272 0 0,'-5'2'6542'0'0,"10"2"-3919"0"0,13 3-435 0 0,-3-5-1310 0 0,1-1 0 0 0,-1-1 0 0 0,0 0 0 0 0,1-1-1 0 0,18-4 1 0 0,76-21 1012 0 0,-15 2-1737 0 0,-66 21-1973 0 0,8 5-5770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2:56.7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177 89 2880 0 0,'12'-26'4831'0'0,"-5"15"-3453"0"0,-6 9-976 0 0,1 1-1 0 0,-1-1 1 0 0,0 0-1 0 0,0 1 0 0 0,0-1 1 0 0,0 0-1 0 0,0 0 1 0 0,0 0-1 0 0,0 1 0 0 0,-1-1 1 0 0,1 0-1 0 0,-1 0 1 0 0,1 0-1 0 0,-1 0 0 0 0,0 0 1 0 0,0 0-1 0 0,0 0 1 0 0,0 0-1 0 0,0 0 0 0 0,0 0 1 0 0,-1-3-1 0 0,0 4-331 0 0,1 0-1 0 0,-1 1 1 0 0,0-1-1 0 0,1 0 1 0 0,-1 1-1 0 0,0-1 1 0 0,1 1-1 0 0,-1-1 1 0 0,0 1-1 0 0,0 0 1 0 0,0-1-1 0 0,1 1 1 0 0,-1 0-1 0 0,0 0 1 0 0,0-1-1 0 0,0 1 1 0 0,0 0-1 0 0,0 0 1 0 0,1 0-1 0 0,-1 0 0 0 0,0 0 1 0 0,0 0-1 0 0,0 0 1 0 0,0 0-1 0 0,0 1 1 0 0,0-1-1 0 0,1 0 1 0 0,-3 1-1 0 0,-23 9 377 0 0,25-10-431 0 0,-11 7 97 0 0,0 0 0 0 0,1 0 0 0 0,-1 1 1 0 0,1 1-1 0 0,1 0 0 0 0,0 0 0 0 0,0 1 0 0 0,-12 16 1 0 0,17-19-51 0 0,0-1 0 0 0,0 1 1 0 0,1-1-1 0 0,0 1 0 0 0,0 1 0 0 0,1-1 1 0 0,0 0-1 0 0,0 1 0 0 0,0 0 0 0 0,1 0 1 0 0,0 0-1 0 0,1-1 0 0 0,0 2 0 0 0,0-1 1 0 0,1 15-1 0 0,1-22-47 0 0,-1 0 1 0 0,0 0-1 0 0,1 0 1 0 0,0 0-1 0 0,-1 0 0 0 0,1 0 1 0 0,0 0-1 0 0,-1 0 1 0 0,1 0-1 0 0,0-1 0 0 0,0 1 1 0 0,0 0-1 0 0,0 0 1 0 0,0-1-1 0 0,0 1 0 0 0,0 0 1 0 0,0-1-1 0 0,0 1 0 0 0,0-1 1 0 0,0 0-1 0 0,0 1 1 0 0,1-1-1 0 0,-1 0 0 0 0,0 1 1 0 0,0-1-1 0 0,0 0 1 0 0,2 0-1 0 0,35 0 203 0 0,-31-1-202 0 0,-1 1 0 0 0,1-2 1 0 0,-1 1-1 0 0,0-1 0 0 0,0 0 0 0 0,1 0 1 0 0,-1 0-1 0 0,-1-1 0 0 0,1 0 0 0 0,0 0 1 0 0,-1-1-1 0 0,0 1 0 0 0,1-1 0 0 0,-1-1 1 0 0,-1 1-1 0 0,1-1 0 0 0,-1 1 0 0 0,0-1 1 0 0,0 0-1 0 0,0-1 0 0 0,0 1 0 0 0,-1-1 1 0 0,0 0-1 0 0,0 1 0 0 0,-1-1 0 0 0,0-1 1 0 0,0 1-1 0 0,2-11 0 0 0,5-110 128 0 0,-8 123 50 0 0,-1 190 1182 0 0,0-182-1352 0 0,0-1 1 0 0,0 0 0 0 0,1 1-1 0 0,-1-1 1 0 0,1 0 0 0 0,0 1-1 0 0,0-1 1 0 0,0 0 0 0 0,0 0 0 0 0,1 0-1 0 0,-1 0 1 0 0,1 0 0 0 0,0 0-1 0 0,0 0 1 0 0,0-1 0 0 0,0 1-1 0 0,1-1 1 0 0,-1 1 0 0 0,0-1-1 0 0,1 0 1 0 0,0 0 0 0 0,0 0 0 0 0,-1 0-1 0 0,1-1 1 0 0,0 1 0 0 0,0-1-1 0 0,1 1 1 0 0,-1-1 0 0 0,0 0-1 0 0,0 0 1 0 0,6 0 0 0 0,-4-4-2405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6:48.9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28 121 2628 0 0,'-1'1'277'0'0,"0"-1"1"0"0,0 0-1 0 0,0 0 0 0 0,0 0 0 0 0,0 0 0 0 0,0 0 0 0 0,0 0 0 0 0,0 0 0 0 0,0-1 1 0 0,0 1-1 0 0,0 0 0 0 0,0-1 0 0 0,1 1 0 0 0,-1 0 0 0 0,0-1 0 0 0,0 1 1 0 0,0-1-1 0 0,0 1 0 0 0,0-1 0 0 0,1 0 0 0 0,-1 1 0 0 0,0-1 0 0 0,0 0 0 0 0,1 0 1 0 0,-1 1-1 0 0,1-1 0 0 0,-1 0 0 0 0,0 0 0 0 0,1 0 0 0 0,0 0 0 0 0,-1 0 1 0 0,1 0-1 0 0,0 0 0 0 0,-1 0 0 0 0,1-1 0 0 0,0 1-127 0 0,0-1 0 0 0,0 1 1 0 0,1 0-1 0 0,-1-1 0 0 0,0 1 0 0 0,1 0 0 0 0,-1-1 0 0 0,1 1 0 0 0,0 0 1 0 0,-1-1-1 0 0,1 1 0 0 0,0 0 0 0 0,0 0 0 0 0,0 0 0 0 0,0 0 0 0 0,0 0 1 0 0,0 0-1 0 0,0 0 0 0 0,0 0 0 0 0,0 0 0 0 0,0 0 0 0 0,0 1 0 0 0,1-1 1 0 0,-1 0-1 0 0,2 0 0 0 0,31-12 332 0 0,1 0 1 0 0,1 3-1 0 0,0 0 0 0 0,51-5 1 0 0,-21 8-82 0 0,103 3 1 0 0,-138 5-231 0 0,57 8 1 0 0,-80-7-145 0 0,1-1 0 0 0,-1 1-1 0 0,0 1 1 0 0,0 0 0 0 0,-1 0 0 0 0,1 0 0 0 0,-1 1 0 0 0,1 0 0 0 0,-1 0-1 0 0,0 1 1 0 0,0 0 0 0 0,6 6 0 0 0,-11-8-13 0 0,1 1 0 0 0,-1-1 0 0 0,0 1 0 0 0,0-1-1 0 0,0 1 1 0 0,0 0 0 0 0,-1 0 0 0 0,1 0 0 0 0,-1 0 0 0 0,0 0 0 0 0,0 0 0 0 0,-1 0 0 0 0,1 0 0 0 0,-1 6 0 0 0,1 20-4573 0 0,-1-18 218 0 0,0-4 433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7:50.3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327 85 5521 0 0,'1'-3'281'0'0,"0"0"0"0"0,-1 0 0 0 0,1 0 0 0 0,0 0 0 0 0,0 0 1 0 0,1 1-1 0 0,-1-1 0 0 0,0 0 0 0 0,1 1 0 0 0,0-1 1 0 0,0 1-1 0 0,-1 0 0 0 0,1-1 0 0 0,1 1 0 0 0,-1 0 1 0 0,0 0-1 0 0,0 0 0 0 0,1 1 0 0 0,-1-1 0 0 0,4-1 1 0 0,1-2 263 0 0,1 1 0 0 0,0 0 0 0 0,0 0 1 0 0,0 1-1 0 0,16-4 0 0 0,-17 5-171 0 0,1 1 0 0 0,0 0 0 0 0,0 0 0 0 0,0 1 0 0 0,-1 0 0 0 0,1 0 0 0 0,0 1-1 0 0,0 0 1 0 0,0 0 0 0 0,0 1 0 0 0,-1 0 0 0 0,1 0 0 0 0,-1 1 0 0 0,1 0 0 0 0,-1 0 0 0 0,7 5-1 0 0,-5-2-209 0 0,0 1 0 0 0,0 1 0 0 0,0-1 0 0 0,-1 1 0 0 0,-1 1-1 0 0,1 0 1 0 0,-2 0 0 0 0,1 0 0 0 0,-1 1 0 0 0,8 16-1 0 0,-2 2-52 0 0,-1 1 0 0 0,-1 0 0 0 0,-2 0 0 0 0,-1 1 0 0 0,-1 0 0 0 0,-2 0 0 0 0,-1 1 0 0 0,-1-1 0 0 0,-1 1 0 0 0,-6 47 0 0 0,-4-5 67 0 0,-3 1 0 0 0,-4-1-1 0 0,-29 84 1 0 0,-53 100 174 0 0,7-20-16 0 0,73-182-244 0 0,3 1 1 0 0,-12 79-1 0 0,17-33-5 0 0,2 119 0 0 0,8-217-88 0 0,-1 0 1 0 0,2 0-1 0 0,-1 0 0 0 0,0 0 0 0 0,1 0 0 0 0,-1 0 0 0 0,1 0 0 0 0,0 0 0 0 0,1 0 1 0 0,-1-1-1 0 0,1 1 0 0 0,-1 0 0 0 0,1-1 0 0 0,0 1 0 0 0,1-1 0 0 0,-1 0 0 0 0,4 5 1 0 0,-2-5-11 0 0,0 0 0 0 0,0-1 0 0 0,1 0 0 0 0,-1 0 0 0 0,0 0 0 0 0,1 0 0 0 0,-1 0 0 0 0,1-1 0 0 0,0 0 0 0 0,-1 0 0 0 0,1 0 0 0 0,0-1 0 0 0,0 0 0 0 0,6 0 0 0 0,149 0-576 0 0,-159 3 578 0 0,0 0 0 0 0,0 0 0 0 0,-1-1 0 0 0,1 1 0 0 0,0 0 0 0 0,-1 0 0 0 0,0 0 0 0 0,1 0 0 0 0,-1 0 0 0 0,-1 0 0 0 0,1 4 0 0 0,-44 165 75 0 0,29-124 1 0 0,2 1 0 0 0,-12 91 0 0 0,20 247 273 0 0,7-217-315 0 0,-2 658-6 0 0,-1-806-17 0 0,-1 1-1 0 0,-2-1 0 0 0,0 0 1 0 0,-1 0-1 0 0,-2 0 0 0 0,0-1 1 0 0,-1 0-1 0 0,-1 0 0 0 0,-1-1 1 0 0,-1 0-1 0 0,0 0 0 0 0,-2-2 1 0 0,0 1-1 0 0,-1-2 0 0 0,-1 0 1 0 0,-1 0-1 0 0,-31 25 0 0 0,39-36 9 0 0,-1-2 0 0 0,1 1-1 0 0,-1-1 1 0 0,1 0 0 0 0,-1-1-1 0 0,0 0 1 0 0,-1 0-1 0 0,1-1 1 0 0,0 0 0 0 0,-1 0-1 0 0,1-1 1 0 0,-13-1 0 0 0,-5 0-141 0 0,0-2 0 0 0,0-1 1 0 0,-28-6-1 0 0,52 8-63 0 0,-1 0 0 0 0,1 0 1 0 0,-1 0-1 0 0,1 0 0 0 0,0 0 0 0 0,0-1 1 0 0,0 1-1 0 0,-1-1 0 0 0,1 0 0 0 0,1 0 0 0 0,-1 0 1 0 0,-4-4-1 0 0,5 4-852 0 0,0-1 1 0 0,0 0-1 0 0,0 0 0 0 0,0 0 1 0 0,1 0-1 0 0,-1-1 1 0 0,1 1-1 0 0,0 0 0 0 0,0-1 1 0 0,0 1-1 0 0,0-1 0 0 0,0-3 1 0 0,-2-14-3560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7:53.5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1 328 3652 0 0,'0'-221'10608'0'0,"0"115"-2997"0"0,0 158-7360 0 0,10 280 528 0 0,-5-288-713 0 0,1 0 1 0 0,2-1-1 0 0,2 0 0 0 0,2 0 0 0 0,26 59 1 0 0,-28-78 6 0 0,2-2-1 0 0,14 23 1 0 0,-23-40-43 0 0,1 0-1 0 0,-1 0 0 0 0,1 0 1 0 0,0-1-1 0 0,0 1 0 0 0,1-1 1 0 0,-1 0-1 0 0,1 0 0 0 0,0-1 1 0 0,0 0-1 0 0,0 1 0 0 0,0-2 1 0 0,1 1-1 0 0,10 3 1 0 0,-14-6-18 0 0,-1 0 1 0 0,1 0-1 0 0,0 0 1 0 0,0-1 0 0 0,0 1-1 0 0,-1-1 1 0 0,1 1 0 0 0,0-1-1 0 0,0 0 1 0 0,-1 1 0 0 0,1-1-1 0 0,-1 0 1 0 0,1 0 0 0 0,0 0-1 0 0,-1-1 1 0 0,0 1 0 0 0,1 0-1 0 0,-1 0 1 0 0,0-1-1 0 0,0 1 1 0 0,1-1 0 0 0,-1 1-1 0 0,0-1 1 0 0,-1 1 0 0 0,1-1-1 0 0,0 0 1 0 0,1-3 0 0 0,18-50 117 0 0,-4-17-9 0 0,-3-1 0 0 0,6-123 0 0 0,-4 24-34 0 0,-8 104-77 0 0,8-55-2 0 0,-15 121-8 0 0,1 1-1 0 0,-1 0 1 0 0,0-1 0 0 0,1 1-1 0 0,-1 0 1 0 0,0-1-1 0 0,1 1 1 0 0,0 0-1 0 0,-1 0 1 0 0,1-1 0 0 0,0 1-1 0 0,-1 0 1 0 0,1 0-1 0 0,0 0 1 0 0,0 0-1 0 0,0 0 1 0 0,0 0 0 0 0,0 0-1 0 0,0 0 1 0 0,0 1-1 0 0,2-2 1 0 0,-2 2-1 0 0,0 0 0 0 0,0 0-1 0 0,0 0 1 0 0,0 0 0 0 0,0 0 0 0 0,0 0 0 0 0,0 1 0 0 0,-1-1-1 0 0,1 0 1 0 0,0 1 0 0 0,0-1 0 0 0,0 1 0 0 0,0-1 0 0 0,-1 1-1 0 0,1-1 1 0 0,0 1 0 0 0,0-1 0 0 0,-1 1 0 0 0,1 0-1 0 0,0-1 1 0 0,-1 1 0 0 0,1 0 0 0 0,-1-1 0 0 0,1 1 0 0 0,-1 0-1 0 0,1 0 1 0 0,-1 0 0 0 0,0 0 0 0 0,1-1 0 0 0,-1 1 0 0 0,0 0-1 0 0,0 1 1 0 0,8 23 1 0 0,-1 0-1 0 0,-2 1 0 0 0,0-1 0 0 0,1 37 1 0 0,-2-20 5 0 0,8 76 4 0 0,12 94 22 0 0,-17-174-19 0 0,1 1-1 0 0,2-1 1 0 0,21 50-1 0 0,-29-82-5 0 0,1 0 1 0 0,1 0-1 0 0,-1 0 0 0 0,1-1 0 0 0,0 1 0 0 0,0-1 1 0 0,1 0-1 0 0,0 0 0 0 0,6 5 0 0 0,-10-9 1 0 0,0 0 1 0 0,1 0-1 0 0,-1 0 0 0 0,0 0 1 0 0,1 0-1 0 0,-1 0 1 0 0,1-1-1 0 0,-1 1 0 0 0,1-1 1 0 0,-1 1-1 0 0,1-1 0 0 0,-1 1 1 0 0,1-1-1 0 0,0 0 0 0 0,-1 0 1 0 0,1 0-1 0 0,-1 0 0 0 0,1 0 1 0 0,0 0-1 0 0,-1 0 0 0 0,1-1 1 0 0,-1 1-1 0 0,1 0 0 0 0,0-1 1 0 0,-1 0-1 0 0,1 1 0 0 0,-1-1 1 0 0,0 0-1 0 0,1 0 0 0 0,-1 1 1 0 0,0-1-1 0 0,1 0 0 0 0,-1 0 1 0 0,0-1-1 0 0,0 1 0 0 0,0 0 1 0 0,0 0-1 0 0,0 0 0 0 0,0-1 1 0 0,0 1-1 0 0,0-1 0 0 0,0 1 1 0 0,0-2-1 0 0,6-10 57 0 0,-1 0-1 0 0,-1 0 1 0 0,0-1 0 0 0,-1 0-1 0 0,5-27 1 0 0,5-77 197 0 0,-12 100-221 0 0,21-253 453 0 0,25-17 84 0 0,-48 289-626 0 0,0 17-3054 0 0,-3 53-10988 0 0,-2-41 9174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7:54.2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4 574 4424 0 0,'-3'2'2635'0'0,"3"-2"-2489"0"0,0 0 1 0 0,0 0-1 0 0,0 0 0 0 0,0 1 1 0 0,0-1-1 0 0,0 0 0 0 0,0 0 1 0 0,0 0-1 0 0,0 1 0 0 0,0-1 1 0 0,0 0-1 0 0,0 0 1 0 0,0 0-1 0 0,0 1 0 0 0,0-1 1 0 0,0 0-1 0 0,0 0 0 0 0,0 0 1 0 0,0 0-1 0 0,0 1 0 0 0,0-1 1 0 0,0 0-1 0 0,0 0 147 0 0,1 1-147 0 0,9 3 2597 0 0,15-3-634 0 0,-14-1-1650 0 0,0-1 1 0 0,0-1-1 0 0,0 0 0 0 0,0 0 1 0 0,0-1-1 0 0,0 0 0 0 0,-1-1 1 0 0,1-1-1 0 0,-1 1 0 0 0,0-2 0 0 0,0 1 1 0 0,-1-1-1 0 0,0-1 0 0 0,0 0 1 0 0,0 0-1 0 0,8-10 0 0 0,-2 2-212 0 0,-1-1-1 0 0,-1-1 0 0 0,-1 0 1 0 0,0-1-1 0 0,-1-1 0 0 0,-1 1 1 0 0,12-34-1 0 0,15-72 432 0 0,-35 116-643 0 0,3-18 74 0 0,0 0 0 0 0,-2 1-1 0 0,-1-1 1 0 0,-1-32 0 0 0,-1 56-108 0 0,0 1 1 0 0,0-1-1 0 0,0 1 1 0 0,-1-1 0 0 0,1 1-1 0 0,0-1 1 0 0,0 0-1 0 0,-1 1 1 0 0,1-1-1 0 0,-1 1 1 0 0,0 0-1 0 0,1-1 1 0 0,-1 1 0 0 0,0-1-1 0 0,0 1 1 0 0,0 0-1 0 0,0 0 1 0 0,0-1-1 0 0,0 1 1 0 0,0 0 0 0 0,0 0-1 0 0,0 0 1 0 0,-1 0-1 0 0,1 0 1 0 0,0 1-1 0 0,-1-1 1 0 0,1 0-1 0 0,0 0 1 0 0,-1 1 0 0 0,1-1-1 0 0,-1 1 1 0 0,1 0-1 0 0,-1-1 1 0 0,0 1-1 0 0,1 0 1 0 0,-1 0-1 0 0,1 0 1 0 0,-1 0 0 0 0,-2 0-1 0 0,-3 1 4 0 0,1-1 0 0 0,-1 1 0 0 0,1 1 0 0 0,-1-1 0 0 0,1 1 0 0 0,0 0 0 0 0,0 1 0 0 0,-8 3-1 0 0,2 2-3 0 0,1-1-1 0 0,0 2 1 0 0,1-1-1 0 0,0 1 1 0 0,0 1-1 0 0,1 0 1 0 0,0 1-1 0 0,1-1 1 0 0,0 2-1 0 0,0-1 1 0 0,1 1-1 0 0,1 0 0 0 0,0 0 1 0 0,1 1-1 0 0,0 0 1 0 0,-5 24-1 0 0,5-13 1 0 0,0-1 0 0 0,2 1 0 0 0,1 0 0 0 0,1 0 0 0 0,1 0 0 0 0,1 0 0 0 0,1 0 0 0 0,9 44 0 0 0,-8-57 0 0 0,0 0 0 0 0,1 0 0 0 0,0-1 0 0 0,0 1 0 0 0,1-1 0 0 0,1 0 0 0 0,-1 0 0 0 0,15 18 0 0 0,-14-22 0 0 0,-1 0 0 0 0,1-1 1 0 0,0 0-1 0 0,1 0 0 0 0,-1 0 1 0 0,1-1-1 0 0,0 0 0 0 0,0 0 0 0 0,0-1 1 0 0,0 0-1 0 0,1 0 0 0 0,-1-1 1 0 0,13 3-1 0 0,-11-3 6 0 0,0-1 1 0 0,0 0-1 0 0,0 0 1 0 0,0-1-1 0 0,0-1 1 0 0,0 1-1 0 0,0-1 1 0 0,0-1-1 0 0,0 1 0 0 0,0-2 1 0 0,-1 1-1 0 0,1-1 1 0 0,15-8-1 0 0,-15 6-14 0 0,1-2-1 0 0,-1 1 0 0 0,0-1 1 0 0,0 0-1 0 0,-1-1 0 0 0,0 0 1 0 0,-1 0-1 0 0,0-1 0 0 0,0 0 0 0 0,11-19 1 0 0,25-57-202 0 0,52-139 1 0 0,-52 114-103 0 0,-41 106 300 0 0,8-17-125 0 0,-8 23 100 0 0,-1 13 75 0 0,-3 546-210 0 0,1-642-15631 0 0,-1 50 10765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7:54.3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58 50 4592 0 0,'-23'-23'4476'0'0,"21"21"-4020"0"0,0-1 1 0 0,0 1-1 0 0,0-1 1 0 0,0 1-1 0 0,0 0 1 0 0,-1 0-1 0 0,1 0 0 0 0,-1 0 1 0 0,1 0-1 0 0,-1 1 1 0 0,-4-3-1 0 0,7 4-377 0 0,0 0-1 0 0,0 0 1 0 0,-1 1-1 0 0,1-1 0 0 0,0 0 1 0 0,0 0-1 0 0,0 0 1 0 0,0 0-1 0 0,-1 1 0 0 0,1-1 1 0 0,0 0-1 0 0,0 0 0 0 0,0 0 1 0 0,0 0-1 0 0,0 1 1 0 0,0-1-1 0 0,0 0 0 0 0,0 0 1 0 0,0 0-1 0 0,0 1 1 0 0,0-1-1 0 0,0 0 0 0 0,0 0 1 0 0,0 0-1 0 0,0 1 1 0 0,0-1-1 0 0,0 0 0 0 0,0 0 1 0 0,0 0-1 0 0,0 1 1 0 0,0-1-1 0 0,0 0 0 0 0,0 0 1 0 0,0 0-1 0 0,0 1 1 0 0,0-1-1 0 0,0 0 0 0 0,1 0 1 0 0,-1 0-1 0 0,0 0 1 0 0,0 1-1 0 0,0-1 0 0 0,0 0 1 0 0,0 0-1 0 0,1 0 1 0 0,-1 0-1 0 0,0 0 0 0 0,0 0 1 0 0,0 1-1 0 0,0-1 1 0 0,1 0-1 0 0,8 13 1286 0 0,29 8 130 0 0,5-5-7401 0 0,-34-14 3691 0 0,13 6-2236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7:57.4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232 1266 2784 0 0,'0'0'496'0'0,"2"-21"2349"0"0,21-48 368 0 0,-13 43-1977 0 0,-2 0 0 0 0,0 0 0 0 0,-2-1 0 0 0,-1 0 0 0 0,3-39 0 0 0,-8 64-1189 0 0,0 1 0 0 0,-1 0 0 0 0,1 0 0 0 0,0 0 0 0 0,0-1 0 0 0,-1 1 0 0 0,1 0 0 0 0,-1 0 0 0 0,1 0-1 0 0,-1 0 1 0 0,0 0 0 0 0,1 0 0 0 0,-1 0 0 0 0,0 0 0 0 0,0 0 0 0 0,1 0 0 0 0,-1 0 0 0 0,0 0 0 0 0,0 1 0 0 0,0-1 0 0 0,0 0-1 0 0,0 1 1 0 0,0-1 0 0 0,0 0 0 0 0,-1 1 0 0 0,1-1 0 0 0,0 1 0 0 0,0 0 0 0 0,0-1 0 0 0,0 1 0 0 0,-1 0 0 0 0,1 0 0 0 0,0 0 0 0 0,0 0-1 0 0,-1 0 1 0 0,1 0 0 0 0,-2 0 0 0 0,-2 1 53 0 0,0-1 0 0 0,1 0 0 0 0,-1 1 0 0 0,0 0 0 0 0,1 0 0 0 0,-1 1 0 0 0,1-1 0 0 0,-7 4 0 0 0,-4 5 37 0 0,0 1 1 0 0,1 0-1 0 0,0 1 0 0 0,1 1 1 0 0,0 0-1 0 0,1 1 0 0 0,1 0 1 0 0,0 1-1 0 0,1 0 0 0 0,0 0 1 0 0,1 1-1 0 0,-10 26 0 0 0,8-14-15 0 0,2-1 1 0 0,0 1-1 0 0,2 1 0 0 0,1 0 0 0 0,1-1 0 0 0,2 2 0 0 0,0 30 0 0 0,3-55-95 0 0,0 0-1 0 0,0 0 1 0 0,1 0-1 0 0,-1 0 0 0 0,1 1 1 0 0,1-1-1 0 0,-1-1 0 0 0,1 1 1 0 0,0 0-1 0 0,0 0 1 0 0,0 0-1 0 0,0-1 0 0 0,6 8 1 0 0,-6-10-13 0 0,0 0 1 0 0,1 1 0 0 0,-1-1 0 0 0,1 0-1 0 0,-1-1 1 0 0,1 1 0 0 0,0 0 0 0 0,0-1-1 0 0,-1 0 1 0 0,1 1 0 0 0,0-1 0 0 0,0 0-1 0 0,0-1 1 0 0,0 1 0 0 0,1 0 0 0 0,-1-1 0 0 0,0 0-1 0 0,0 1 1 0 0,0-1 0 0 0,0-1 0 0 0,0 1-1 0 0,1 0 1 0 0,4-2 0 0 0,3-1 1 0 0,0-1 1 0 0,0 0-1 0 0,0 0 0 0 0,-1-1 1 0 0,0-1-1 0 0,0 0 1 0 0,0 0-1 0 0,-1-1 1 0 0,0 0-1 0 0,0 0 0 0 0,0-1 1 0 0,-1 0-1 0 0,-1-1 1 0 0,1 0-1 0 0,-1 0 1 0 0,10-18-1 0 0,0-4-6 0 0,-1-1-1 0 0,-1 0 0 0 0,-2-1 1 0 0,12-40-1 0 0,5-64-47 0 0,-34 1017 0 0 0,4-832 39 0 0,-3-1 0 0 0,-2 1 0 0 0,-1 0 0 0 0,-20 66 0 0 0,26-111 6 0 0,-1 1 0 0 0,0-1 0 0 0,0 0 0 0 0,0 0 0 0 0,-1 0 0 0 0,1 1 0 0 0,-1-1 0 0 0,1-1 0 0 0,-1 1 0 0 0,0 0 0 0 0,0 0 0 0 0,0-1-1 0 0,-1 1 1 0 0,1-1 0 0 0,-1 0 0 0 0,1 0 0 0 0,-1 0 0 0 0,0 0 0 0 0,0 0 0 0 0,0 0 0 0 0,0-1 0 0 0,0 1 0 0 0,0-1 0 0 0,0 0 0 0 0,0 0 0 0 0,-1 0 0 0 0,1 0 0 0 0,0-1 0 0 0,-1 1 0 0 0,1-1 0 0 0,0 0 0 0 0,-1 0 0 0 0,1 0-1 0 0,-1-1 1 0 0,1 1 0 0 0,-6-2 0 0 0,3 0 7 0 0,1 0 0 0 0,-1 0 0 0 0,1 0 0 0 0,0-1 0 0 0,0 0 0 0 0,0 0 0 0 0,0 0 0 0 0,0 0 0 0 0,1-1-1 0 0,-1 0 1 0 0,1 0 0 0 0,0 0 0 0 0,0-1 0 0 0,0 1 0 0 0,1-1 0 0 0,0 0 0 0 0,0 0 0 0 0,0 0 0 0 0,0 0 0 0 0,1 0 0 0 0,-2-7 0 0 0,-2-14 69 0 0,1 0 1 0 0,1 0-1 0 0,2 0 1 0 0,0 0 0 0 0,2-1-1 0 0,1 1 1 0 0,4-29-1 0 0,3 3 32 0 0,3 1-1 0 0,26-80 0 0 0,-26 102-148 0 0,2 0 0 0 0,0 1 0 0 0,19-29 0 0 0,60-77-396 0 0,-47 69 147 0 0,43-61-309 0 0,84-129-737 0 0,-134 193 868 0 0,-3-3 0 0 0,32-81 0 0 0,-30 45-45 0 0,25-104 0 0 0,-49 148 467 0 0,-2 0-1 0 0,-3-1 0 0 0,1-87 1 0 0,-7 117 102 0 0,0-20 67 0 0,-2 45-107 0 0,0 1 0 0 0,-1 0 0 0 0,1-1 1 0 0,0 1-1 0 0,-1 0 0 0 0,0-1 0 0 0,1 1 0 0 0,-1 0 0 0 0,0-1 0 0 0,0 1 1 0 0,0 0-1 0 0,-1 0 0 0 0,1 0 0 0 0,0 0 0 0 0,-3-2 0 0 0,4 4-11 0 0,-1-1 1 0 0,1 1-1 0 0,-1-1 0 0 0,0 1 0 0 0,0-1 0 0 0,1 1 0 0 0,-1-1 1 0 0,0 1-1 0 0,0 0 0 0 0,1 0 0 0 0,-1-1 0 0 0,0 1 0 0 0,0 0 1 0 0,0 0-1 0 0,1 0 0 0 0,-1 0 0 0 0,0 0 0 0 0,0 0 0 0 0,0 0 1 0 0,1 0-1 0 0,-1 0 0 0 0,0 1 0 0 0,0-1 0 0 0,0 0 0 0 0,1 0 1 0 0,-1 1-1 0 0,0-1 0 0 0,0 0 0 0 0,1 1 0 0 0,-1-1 0 0 0,0 1 1 0 0,1-1-1 0 0,-1 1 0 0 0,0-1 0 0 0,1 1 0 0 0,-1-1 1 0 0,1 1-1 0 0,-1 0 0 0 0,1-1 0 0 0,-1 1 0 0 0,1 0 0 0 0,-1 0 1 0 0,-19 37 259 0 0,18-33-232 0 0,-10 27 101 0 0,1 0 0 0 0,1 0 0 0 0,2 1 0 0 0,-4 35 0 0 0,-7 140 270 0 0,14-133-282 0 0,-12 595 1121 0 0,18-583-940 0 0,-2-86-298 0 0,1-1-1 0 0,0 1 1 0 0,0 0-1 0 0,0-1 1 0 0,0 1 0 0 0,0-1-1 0 0,0 1 1 0 0,0 0-1 0 0,0-1 1 0 0,0 1-1 0 0,0-1 1 0 0,0 1-1 0 0,1 0 1 0 0,-1-1 0 0 0,0 1-1 0 0,0-1 1 0 0,1 1-1 0 0,-1-1 1 0 0,0 1-1 0 0,0-1 1 0 0,1 1 0 0 0,-1-1-1 0 0,1 1 1 0 0,0 0-1 0 0,9-9 142 0 0,11-26-21 0 0,-19 31-113 0 0,31-68 149 0 0,34-100 0 0 0,-16 34-88 0 0,-50 134-75 0 0,0 1 1 0 0,1-1-1 0 0,0 0 1 0 0,-1 1-1 0 0,1-1 0 0 0,0 1 1 0 0,0-1-1 0 0,3-2 1 0 0,-4 5-4 0 0,-1 0-1 0 0,0-1 1 0 0,1 1 0 0 0,-1 0 0 0 0,0 0 0 0 0,1-1-1 0 0,-1 1 1 0 0,0 0 0 0 0,1 0 0 0 0,-1 0 0 0 0,1 0-1 0 0,-1 0 1 0 0,0-1 0 0 0,1 1 0 0 0,-1 0 0 0 0,1 0-1 0 0,-1 0 1 0 0,1 0 0 0 0,-1 0 0 0 0,0 0 0 0 0,1 0 0 0 0,-1 0-1 0 0,1 1 1 0 0,0-1 0 0 0,-1 1 0 0 0,1-1 0 0 0,0 1 0 0 0,-1-1 0 0 0,1 1 0 0 0,-1 0 0 0 0,1 0 0 0 0,-1-1 0 0 0,1 1 0 0 0,-1 0 0 0 0,0 0 0 0 0,1 0 0 0 0,-1-1 0 0 0,0 1 0 0 0,1 0 0 0 0,-1 0 1 0 0,0 0-1 0 0,0 1 0 0 0,4 30 87 0 0,-1 41 1 0 0,-1-15 15 0 0,0-23-41 0 0,9 85 187 0 0,-8-103-188 0 0,1-1 1 0 0,0 0 0 0 0,1 0-1 0 0,1 0 1 0 0,9 19-1 0 0,-13-31-42 0 0,0 0 0 0 0,1 0-1 0 0,0 0 1 0 0,-1-1-1 0 0,1 1 1 0 0,1-1-1 0 0,-1 1 1 0 0,0-1 0 0 0,1 0-1 0 0,0 0 1 0 0,-1-1-1 0 0,1 1 1 0 0,0-1-1 0 0,1 0 1 0 0,-1 0 0 0 0,0 0-1 0 0,1 0 1 0 0,-1-1-1 0 0,0 0 1 0 0,1 0 0 0 0,0 0-1 0 0,-1 0 1 0 0,1-1-1 0 0,0 1 1 0 0,-1-1-1 0 0,1-1 1 0 0,5 0 0 0 0,-2 0-18 0 0,1-1 1 0 0,-1 0-1 0 0,1 0 0 0 0,-1-1 1 0 0,0 0-1 0 0,0 0 1 0 0,0-1-1 0 0,-1 0 1 0 0,1-1-1 0 0,-1 1 1 0 0,0-1-1 0 0,0-1 1 0 0,10-9-1 0 0,-7 2-61 0 0,0 0 0 0 0,0 0 0 0 0,-1-1 0 0 0,-1 0 1 0 0,0-1-1 0 0,-1 0 0 0 0,0 0 0 0 0,-1 0 0 0 0,6-29 0 0 0,-1-11-211 0 0,7-85-1 0 0,-14 94 155 0 0,13-465-904 0 0,-17 431 932 0 0,-3-7 523 0 0,0 1027 2775 0 0,2-895-3075 0 0,0-24-108 0 0,1 0 1 0 0,0 0-1 0 0,2 0 0 0 0,6 34 1 0 0,-8-54-41 0 0,0 0 1 0 0,0 0-1 0 0,0 0 1 0 0,0 0 0 0 0,1 0-1 0 0,-1 0 1 0 0,0-1 0 0 0,0 1-1 0 0,1 0 1 0 0,-1 0-1 0 0,1 0 1 0 0,-1-1 0 0 0,1 1-1 0 0,-1 0 1 0 0,1-1 0 0 0,-1 1-1 0 0,1 0 1 0 0,-1-1-1 0 0,1 1 1 0 0,0 0 0 0 0,-1-1-1 0 0,1 1 1 0 0,0-1 0 0 0,0 0-1 0 0,0 1 1 0 0,-1-1-1 0 0,2 1 1 0 0,-1-1-145 0 0,0-1 0 0 0,0 1 1 0 0,0-1-1 0 0,0 1 0 0 0,0-1 0 0 0,0 0 0 0 0,0 1 0 0 0,0-1 1 0 0,0 0-1 0 0,0 1 0 0 0,-1-1 0 0 0,1 0 0 0 0,0 0 0 0 0,0 0 0 0 0,-1 0 1 0 0,1 0-1 0 0,0-1 0 0 0,4-7-2277 0 0,-1 1 0 0 0,0-1 0 0 0,4-16 0 0 0,-1-4-2603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7:57.6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25 134 4984 0 0,'-1'0'159'0'0,"0"0"-1"0"0,0 1 0 0 0,0-1 1 0 0,0-1-1 0 0,0 1 0 0 0,0 0 1 0 0,0 0-1 0 0,0 0 0 0 0,0 0 0 0 0,1-1 1 0 0,-1 1-1 0 0,0 0 0 0 0,0-1 1 0 0,0 1-1 0 0,0-1 0 0 0,1 1 1 0 0,-1-1-1 0 0,0 1 0 0 0,0-1 0 0 0,1 0 1 0 0,-1 1-1 0 0,0-1 0 0 0,1 0 1 0 0,-1 1-1 0 0,1-1 0 0 0,-1 0 1 0 0,1 0-1 0 0,-1 0 0 0 0,1 1 0 0 0,0-1 1 0 0,-1 0-1 0 0,1 0 0 0 0,0 0 1 0 0,0 0-1 0 0,-1 0 0 0 0,1 0 1 0 0,0 0-1 0 0,0 0 0 0 0,0 1 0 0 0,0-1 1 0 0,0 0-1 0 0,0 0 0 0 0,1 0 1 0 0,-1 0-1 0 0,0 0 0 0 0,0 0 1 0 0,1 0-1 0 0,-1 0 0 0 0,0 1 0 0 0,1-1 1 0 0,-1 0-1 0 0,1 0 0 0 0,-1 0 1 0 0,1 1-1 0 0,0-1 0 0 0,-1 0 1 0 0,1 1-1 0 0,0-1 0 0 0,-1 0 0 0 0,1 1 1 0 0,0-1-1 0 0,1 0 0 0 0,9-6 445 0 0,2 0 0 0 0,-1 0-1 0 0,1 1 1 0 0,0 1 0 0 0,0 0-1 0 0,22-5 1 0 0,89-13-1167 0 0,-96 18-1522 0 0,74-8-6171 0 0,-61 7 4128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7:58.4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1062 4712 0 0,'0'1'308'0'0,"0"0"0"0"0,0 0 0 0 0,0 0 0 0 0,0 0 0 0 0,0 0 0 0 0,0 0 0 0 0,1 0 0 0 0,-1 0 0 0 0,0 0 0 0 0,1 0 0 0 0,-1 0 0 0 0,0 0 0 0 0,1 0 0 0 0,-1 0 0 0 0,1 0 0 0 0,0-1 0 0 0,-1 1 0 0 0,1 0 0 0 0,0 0 0 0 0,-1 0 0 0 0,2 0 0 0 0,-1 0-184 0 0,0-1 0 0 0,0 0 0 0 0,1 1 0 0 0,-1-1 0 0 0,0 0 0 0 0,0 0 0 0 0,0 1 0 0 0,0-1 0 0 0,0 0 0 0 0,0 0 0 0 0,1 0 0 0 0,-1-1 0 0 0,0 1 0 0 0,0 0-1 0 0,0 0 1 0 0,0-1 0 0 0,0 1 0 0 0,0 0 0 0 0,0-1 0 0 0,0 1 0 0 0,0-1 0 0 0,2 0 0 0 0,25-17 1113 0 0,-1-1 0 0 0,-1-2 0 0 0,-1 0 0 0 0,-1-1 0 0 0,-1-2 0 0 0,40-51 0 0 0,-45 52-1004 0 0,-1-2 0 0 0,-1 0-1 0 0,-1-1 1 0 0,15-37 0 0 0,-25 51-177 0 0,-1 1 0 0 0,0-1-1 0 0,-1 0 1 0 0,0 0 0 0 0,-1 0 0 0 0,0 0 0 0 0,-1 0 0 0 0,0 0-1 0 0,-1 0 1 0 0,-1-1 0 0 0,0 1 0 0 0,0 0 0 0 0,-5-16 0 0 0,6 25-49 0 0,-1 1 1 0 0,1 0 0 0 0,-1 0 0 0 0,0 0-1 0 0,1 0 1 0 0,-1 0 0 0 0,0 0 0 0 0,0 0-1 0 0,0 0 1 0 0,0 0 0 0 0,-1 1 0 0 0,1-1 0 0 0,0 0-1 0 0,-1 1 1 0 0,0-1 0 0 0,1 1 0 0 0,-1-1-1 0 0,0 1 1 0 0,1 0 0 0 0,-1 0 0 0 0,0-1-1 0 0,0 1 1 0 0,0 1 0 0 0,0-1 0 0 0,0 0-1 0 0,0 0 1 0 0,0 1 0 0 0,0-1 0 0 0,-1 1-1 0 0,1 0 1 0 0,0 0 0 0 0,0 0 0 0 0,0 0 0 0 0,0 0-1 0 0,-1 0 1 0 0,1 0 0 0 0,0 1 0 0 0,0-1-1 0 0,0 1 1 0 0,0-1 0 0 0,0 1 0 0 0,0 0-1 0 0,0 0 1 0 0,0 0 0 0 0,0 0 0 0 0,-2 1-1 0 0,-5 4 15 0 0,0-1 0 0 0,1 1 0 0 0,0 0 0 0 0,0 1 0 0 0,0 0-1 0 0,0 0 1 0 0,-8 12 0 0 0,8-6-10 0 0,0-1 1 0 0,0 2-1 0 0,2-1 0 0 0,0 1 1 0 0,0 0-1 0 0,1 1 0 0 0,-4 21 0 0 0,1 7 15 0 0,-3 50-1 0 0,8-55 7 0 0,2 66 0 0 0,2-93-34 0 0,0 0 0 0 0,1 0 0 0 0,0-1 0 0 0,0 1 0 0 0,1-1 0 0 0,1 1 0 0 0,-1-1 1 0 0,2 0-1 0 0,-1-1 0 0 0,2 1 0 0 0,6 9 0 0 0,-7-13-40 0 0,0-1 0 0 0,1 0 0 0 0,0 0 0 0 0,0-1 0 0 0,0 0 0 0 0,1 0 0 0 0,-1 0 0 0 0,1 0 0 0 0,0-1 0 0 0,0-1 0 0 0,0 1 0 0 0,0-1 0 0 0,1 0 0 0 0,13 1 0 0 0,7 1-283 0 0,1-1 0 0 0,43-3 0 0 0,-45-1-18 0 0,0-1 1 0 0,0-1 0 0 0,-1-2 0 0 0,1-1 0 0 0,-1 0-1 0 0,0-2 1 0 0,40-19 0 0 0,-55 22 221 0 0,0 0 0 0 0,-1-1 1 0 0,0 0-1 0 0,0-1 0 0 0,-1 0 0 0 0,1-1 1 0 0,-2 0-1 0 0,1 0 0 0 0,-1-1 1 0 0,0 0-1 0 0,-1 0 0 0 0,0-1 0 0 0,-1 0 1 0 0,0 0-1 0 0,0-1 0 0 0,-1 1 0 0 0,0-1 1 0 0,-1 0-1 0 0,5-20 0 0 0,-6 16 117 0 0,-1 0 0 0 0,-1 1 0 0 0,0-1 1 0 0,0 0-1 0 0,-2 0 0 0 0,-3-25 0 0 0,4 36 56 0 0,-1 0 1 0 0,0 0-1 0 0,0 0 0 0 0,0 0 1 0 0,-1 0-1 0 0,1 1 0 0 0,-1-1 1 0 0,0 0-1 0 0,0 1 0 0 0,0-1 1 0 0,0 1-1 0 0,-1 0 0 0 0,1 0 0 0 0,-1 0 1 0 0,0 0-1 0 0,0 0 0 0 0,0 0 1 0 0,-1 1-1 0 0,1 0 0 0 0,0-1 1 0 0,-1 1-1 0 0,0 0 0 0 0,1 1 1 0 0,-1-1-1 0 0,0 1 0 0 0,0-1 1 0 0,0 1-1 0 0,0 1 0 0 0,-4-2 1 0 0,3 2 32 0 0,0 0 0 0 0,0 0 0 0 0,-1 1 0 0 0,1-1 0 0 0,0 1 0 0 0,0 0 0 0 0,0 1 0 0 0,0-1 0 0 0,0 1 0 0 0,0 0 0 0 0,1 0 0 0 0,-1 1 0 0 0,0-1 0 0 0,1 1 0 0 0,0 0 0 0 0,0 0 0 0 0,0 0 0 0 0,0 1 1 0 0,0 0-1 0 0,1-1 0 0 0,-1 1 0 0 0,-3 7 0 0 0,-2 0 74 0 0,2 1 0 0 0,0 1 0 0 0,0-1 0 0 0,1 1 0 0 0,1 0 0 0 0,0 0 0 0 0,-3 16 0 0 0,4-11 5 0 0,1 1 0 0 0,0 0-1 0 0,1 33 1 0 0,2-41-103 0 0,1-1 0 0 0,0 0 0 0 0,0 0 0 0 0,1 0-1 0 0,0-1 1 0 0,1 1 0 0 0,0 0 0 0 0,7 16 0 0 0,-8-23-62 0 0,0 0 1 0 0,0 0 0 0 0,0-1 0 0 0,0 1-1 0 0,1-1 1 0 0,-1 1 0 0 0,1-1-1 0 0,-1 1 1 0 0,1-1 0 0 0,0 0 0 0 0,0-1-1 0 0,0 1 1 0 0,0 0 0 0 0,0-1-1 0 0,1 1 1 0 0,-1-1 0 0 0,0 0 0 0 0,0 0-1 0 0,1-1 1 0 0,-1 1 0 0 0,1 0 0 0 0,-1-1-1 0 0,1 0 1 0 0,-1 0 0 0 0,1 0-1 0 0,-1-1 1 0 0,1 1 0 0 0,-1-1 0 0 0,5-1-1 0 0,-2 1-61 0 0,0-1 0 0 0,1 0-1 0 0,-1-1 1 0 0,0 0-1 0 0,-1 0 1 0 0,1 0 0 0 0,0 0-1 0 0,-1-1 1 0 0,0 0 0 0 0,0 0-1 0 0,0-1 1 0 0,0 1 0 0 0,-1-1-1 0 0,8-10 1 0 0,-4 0-177 0 0,0 0 0 0 0,-1-1 0 0 0,-1 0 0 0 0,0 0 0 0 0,-1-1 0 0 0,-1 0 0 0 0,4-28 0 0 0,2-124-1785 0 0,-10 141 1679 0 0,1-413-3154 0 0,0 363 3195 0 0,1 32 717 0 0,-8-89 0 0 0,1 122 1443 0 0,1 30-831 0 0,1 30-166 0 0,-6 285 1671 0 0,-22 424 526 0 0,29-731-2976 0 0,-13 122-273 0 0,13-136-503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7:59.3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746 131 3968 0 0,'5'-36'3235'0'0,"-4"29"-2696"0"0,1 0 0 0 0,-1 0 0 0 0,-1-1 0 0 0,1 1 0 0 0,-2-12 0 0 0,1 17-423 0 0,-1 0 0 0 0,1 0 1 0 0,-1 0-1 0 0,1 1 1 0 0,-1-1-1 0 0,0 0 0 0 0,0 0 1 0 0,0 1-1 0 0,0-1 0 0 0,0 1 1 0 0,0-1-1 0 0,0 1 1 0 0,0-1-1 0 0,-1 1 0 0 0,1 0 1 0 0,0 0-1 0 0,-1 0 0 0 0,1-1 1 0 0,-1 1-1 0 0,0 1 1 0 0,1-1-1 0 0,-1 0 0 0 0,0 0 1 0 0,1 0-1 0 0,-1 1 1 0 0,0-1-1 0 0,-2 1 0 0 0,-3-1 162 0 0,-1 0 0 0 0,0 0 0 0 0,1 1 0 0 0,-1 0-1 0 0,1 1 1 0 0,-1-1 0 0 0,0 2 0 0 0,1-1 0 0 0,-1 1 0 0 0,1 0-1 0 0,0 0 1 0 0,0 1 0 0 0,-12 6 0 0 0,-7 5 542 0 0,0 2 1 0 0,-24 18-1 0 0,31-20-498 0 0,2 1 0 0 0,0 0 0 0 0,0 1 0 0 0,2 1 0 0 0,-28 37 0 0 0,34-40-222 0 0,0 0 0 0 0,1 1 0 0 0,1 0-1 0 0,0 1 1 0 0,1 0 0 0 0,0 0 0 0 0,1 0 0 0 0,-4 30 0 0 0,8-42-78 0 0,1 0-1 0 0,-1 0 1 0 0,1 0 0 0 0,0 1 0 0 0,0-1 0 0 0,0 0-1 0 0,1 0 1 0 0,0 0 0 0 0,0 0 0 0 0,0 0 0 0 0,0 0 0 0 0,0 0-1 0 0,1 0 1 0 0,-1 0 0 0 0,1 0 0 0 0,0-1 0 0 0,1 1-1 0 0,-1-1 1 0 0,1 1 0 0 0,-1-1 0 0 0,1 0 0 0 0,6 5 0 0 0,-3-3 2 0 0,1-1 1 0 0,0-1 0 0 0,0 1 0 0 0,1-1-1 0 0,-1 0 1 0 0,1-1 0 0 0,-1 0 0 0 0,1 0-1 0 0,0 0 1 0 0,0-1 0 0 0,9 0 0 0 0,-1 0-13 0 0,1-1 0 0 0,-1 0 1 0 0,0-1-1 0 0,0-1 1 0 0,0 0-1 0 0,0-2 0 0 0,0 0 1 0 0,-1 0-1 0 0,1-1 1 0 0,-1-1-1 0 0,0-1 1 0 0,-1 0-1 0 0,1-1 0 0 0,-2 0 1 0 0,14-12-1 0 0,-19 14-11 0 0,-1-1 0 0 0,0 0-1 0 0,-1 0 1 0 0,0-1 0 0 0,0 0-1 0 0,-1 0 1 0 0,0 0 0 0 0,0-1 0 0 0,-1 0-1 0 0,0 0 1 0 0,0 0 0 0 0,-1 0 0 0 0,0 0-1 0 0,-1-1 1 0 0,2-13 0 0 0,0-14 8 0 0,-2-1 1 0 0,-4-65 0 0 0,0 30 61 0 0,3 70-13 0 0,3 13-13 0 0,2 17 24 0 0,10 183 413 0 0,-12 234 0 0 0,-6-383-357 0 0,-3-1-1 0 0,-2 0 1 0 0,-2 0 0 0 0,-20 63 0 0 0,19-90-17 0 0,-1 0 1 0 0,-2-1-1 0 0,-1-1 0 0 0,-2-1 0 0 0,-1 0 1 0 0,-1-1-1 0 0,-1 0 0 0 0,-39 42 0 0 0,52-65-54 0 0,0 1-1 0 0,-1-1 0 0 0,0-1 0 0 0,0 1 0 0 0,0-1 0 0 0,-1-1 0 0 0,1 1 1 0 0,-1-1-1 0 0,0-1 0 0 0,0 1 0 0 0,-1-1 0 0 0,1-1 0 0 0,-1 1 0 0 0,1-2 0 0 0,-1 1 1 0 0,0-1-1 0 0,0 0 0 0 0,-17-1 0 0 0,4-3 91 0 0,0-1 0 0 0,0 0 1 0 0,1-2-1 0 0,-1 0 0 0 0,1-1 0 0 0,-26-14 0 0 0,25 12-57 0 0,1-1-1 0 0,0-2 0 0 0,1 0 1 0 0,1-1-1 0 0,-1-1 0 0 0,2 0 1 0 0,0-2-1 0 0,1 0 0 0 0,-16-20 1 0 0,30 31-129 0 0,-1 0-1 0 0,1 0 1 0 0,0 0 0 0 0,1 0 0 0 0,-1-1 0 0 0,1 1 0 0 0,0-1-1 0 0,0 0 1 0 0,1 1 0 0 0,0-1 0 0 0,0 0 0 0 0,0 0-1 0 0,1 0 1 0 0,0 0 0 0 0,0 0 0 0 0,0 0 0 0 0,1 1 0 0 0,0-1-1 0 0,2-10 1 0 0,0 8-309 0 0,-1 0 0 0 0,1 0 0 0 0,1 1 0 0 0,-1-1 0 0 0,9-12 0 0 0,-7 14-649 0 0,0 0-1 0 0,0-1 1 0 0,0 2-1 0 0,1-1 0 0 0,12-9 1 0 0,36-17-9321 0 0,-23 17 5160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8:00.5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58 1 4272 0 0,'0'42'8417'0'0,"-2"18"-4830"0"0,-1 125-409 0 0,0 95 1385 0 0,4-280-4548 0 0,-1 1 0 0 0,0 0 1 0 0,0-1-1 0 0,0 1 0 0 0,0-1 0 0 0,1 1 0 0 0,-1-1 1 0 0,0 1-1 0 0,0 0 0 0 0,0-1 0 0 0,0 1 1 0 0,0-1-1 0 0,0 1 0 0 0,-1-1 0 0 0,1 1 0 0 0,0 0 1 0 0,0-1-1 0 0,0 1 0 0 0,0-1 0 0 0,-1 1 0 0 0,1-1 1 0 0,0 1-1 0 0,-1-1 0 0 0,1 1 0 0 0,0-1 1 0 0,-1 1-1 0 0,1-1 0 0 0,-1 0 0 0 0,1 1 0 0 0,-1 0 1 0 0,-9-16 222 0 0,-6-33-89 0 0,9 15-110 0 0,1 0-1 0 0,3 0 0 0 0,0 0 1 0 0,2-1-1 0 0,6-58 0 0 0,-2 77-24 0 0,0 0 0 0 0,2 1 0 0 0,-1-1 0 0 0,2 1 0 0 0,0 0 0 0 0,15-25 0 0 0,-21 39-14 0 0,6-9 2 0 0,0 1 0 0 0,0-1 0 0 0,1 1-1 0 0,0 0 1 0 0,0 1 0 0 0,1 0 0 0 0,0 0-1 0 0,0 1 1 0 0,0 0 0 0 0,1 0 0 0 0,0 0-1 0 0,0 2 1 0 0,1-1 0 0 0,-1 1 0 0 0,1 0-1 0 0,19-4 1 0 0,6 1-112 0 0,-1 2 0 0 0,1 1 0 0 0,52 1 0 0 0,-74 3 54 0 0,55 1-881 0 0,-1 3-1 0 0,1 3 0 0 0,87 20 0 0 0,-161-28 890 0 0,0 1 0 0 0,1 1 0 0 0,-1-1-1 0 0,0 1 1 0 0,1 0 0 0 0,-1 0 0 0 0,0 0-1 0 0,1 1 1 0 0,-1 0 0 0 0,1 0 0 0 0,0 1-1 0 0,0-1 1 0 0,0 1 0 0 0,0 0 0 0 0,-6 5-1 0 0,-6 4 209 0 0,1 1-1 0 0,1 0 0 0 0,-18 19 1 0 0,20-16-31 0 0,0 0 1 0 0,2 1 0 0 0,0 0 0 0 0,1 0 0 0 0,1 1 0 0 0,0 1 0 0 0,1-1 0 0 0,1 1-1 0 0,1 1 1 0 0,1-1 0 0 0,1 1 0 0 0,0 0 0 0 0,-1 39 0 0 0,5-56-102 0 0,0 0 0 0 0,0 0 1 0 0,0 0-1 0 0,1 0 0 0 0,-1 0 0 0 0,1 0 1 0 0,0 0-1 0 0,0 0 0 0 0,0 0 1 0 0,0 0-1 0 0,0 0 0 0 0,1 0 0 0 0,-1-1 1 0 0,1 1-1 0 0,0 0 0 0 0,-1-1 1 0 0,1 0-1 0 0,0 1 0 0 0,1-1 1 0 0,-1 0-1 0 0,0 0 0 0 0,1 0 0 0 0,-1 0 1 0 0,6 2-1 0 0,-5-3-8 0 0,1 1 0 0 0,0-1 0 0 0,0 0 0 0 0,0 0 0 0 0,0-1 0 0 0,-1 1 0 0 0,1-1-1 0 0,0 0 1 0 0,0 0 0 0 0,0 0 0 0 0,0-1 0 0 0,0 1 0 0 0,0-1 0 0 0,0 0 0 0 0,0 0 0 0 0,-1 0 0 0 0,1-1 0 0 0,0 1 0 0 0,5-4 0 0 0,0-1-5 0 0,-1 0-1 0 0,1 0 1 0 0,-1-1 0 0 0,0 0 0 0 0,-1-1-1 0 0,0 1 1 0 0,0-1 0 0 0,-1-1 0 0 0,0 1-1 0 0,0-1 1 0 0,-1 0 0 0 0,0-1 0 0 0,0 1 0 0 0,-1-1-1 0 0,-1 0 1 0 0,0 0 0 0 0,3-12 0 0 0,1-14 4 0 0,-2 1 1 0 0,-1-1 0 0 0,-1-60 0 0 0,-3 110 156 0 0,-2 32 13 0 0,3 1 1 0 0,8 67-1 0 0,-6-99-137 0 0,0-1 0 0 0,1 0 0 0 0,1 0 0 0 0,0-1 0 0 0,1 1 0 0 0,12 20 0 0 0,-14-28-27 0 0,0-1 1 0 0,1 1 0 0 0,-1-1 0 0 0,1-1-1 0 0,0 1 1 0 0,0-1 0 0 0,1 1 0 0 0,0-1-1 0 0,-1-1 1 0 0,1 1 0 0 0,0-1 0 0 0,1 0 0 0 0,-1-1-1 0 0,1 1 1 0 0,-1-1 0 0 0,10 1 0 0 0,-3 0-10 0 0,-1-1 1 0 0,1-1-1 0 0,0 0 0 0 0,0-1 1 0 0,0 0-1 0 0,0-1 1 0 0,-1-1-1 0 0,26-5 1 0 0,-33 5-24 0 0,1 1-1 0 0,-1-1 1 0 0,1 0 0 0 0,-1-1 0 0 0,0 1-1 0 0,0-1 1 0 0,0 0 0 0 0,0 0 0 0 0,-1-1 0 0 0,1 1-1 0 0,-1-1 1 0 0,0 0 0 0 0,0 0 0 0 0,0-1-1 0 0,-1 1 1 0 0,1-1 0 0 0,-1 1 0 0 0,0-1 0 0 0,0 0-1 0 0,-1-1 1 0 0,1 1 0 0 0,1-8 0 0 0,3-27-56 0 0,-1 0-1 0 0,-3-1 1 0 0,-1 0 0 0 0,-5-68 0 0 0,0 8 179 0 0,4 389 325 0 0,-7 439 210 0 0,6-727-650 0 0,0 39 77 0 0,-2 0-1 0 0,-2-1 1 0 0,-1 1 0 0 0,-20 67-1 0 0,24-102-71 0 0,-1 0 0 0 0,0 0 0 0 0,0 0 0 0 0,0 0 0 0 0,0-1 0 0 0,-1 1 0 0 0,1-1 0 0 0,-1 1-1 0 0,0-1 1 0 0,0 0 0 0 0,0 0 0 0 0,-1 0 0 0 0,1-1 0 0 0,-1 1 0 0 0,-6 3 0 0 0,8-5-20 0 0,-1 0 0 0 0,1-1 0 0 0,0 1 0 0 0,-1 0 0 0 0,1-1 0 0 0,-1 0 0 0 0,1 1 0 0 0,-1-1 0 0 0,0 0 0 0 0,1 0 0 0 0,-1 0 0 0 0,1-1 1 0 0,-1 1-1 0 0,1-1 0 0 0,-1 1 0 0 0,1-1 0 0 0,0 0 0 0 0,-1 0 0 0 0,1 0 0 0 0,0 0 0 0 0,-1 0 0 0 0,1-1 0 0 0,0 1 0 0 0,0-1 0 0 0,0 1 0 0 0,0-1 0 0 0,-2-3 0 0 0,-6-6-86 0 0,1-1 1 0 0,0 0-1 0 0,1 0 0 0 0,0-1 0 0 0,1 0 1 0 0,1-1-1 0 0,0 1 0 0 0,1-1 0 0 0,0 0 1 0 0,1 0-1 0 0,-4-26 0 0 0,1-16-274 0 0,0-98-1 0 0,6 113 224 0 0,0-35-200 0 0,4-1 0 0 0,24-151 0 0 0,-20 194 288 0 0,1 1 1 0 0,1 0-1 0 0,2 0 1 0 0,2 1-1 0 0,0 0 1 0 0,2 2-1 0 0,2-1 1 0 0,1 2 0 0 0,23-30-1 0 0,-31 46 110 0 0,1 1-1 0 0,0 0 0 0 0,1 0 1 0 0,0 1-1 0 0,1 1 1 0 0,0 0-1 0 0,1 0 0 0 0,0 2 1 0 0,0 0-1 0 0,1 0 1 0 0,0 1-1 0 0,0 1 1 0 0,1 1-1 0 0,0 0 0 0 0,0 1 1 0 0,0 0-1 0 0,0 2 1 0 0,28-2-1 0 0,-41 4-18 0 0,-1 0 0 0 0,1 0 0 0 0,-1 0 0 0 0,1 0 0 0 0,-1 0 0 0 0,1 1-1 0 0,-1-1 1 0 0,1 1 0 0 0,-1 0 0 0 0,1 0 0 0 0,-1 0 0 0 0,0 0 0 0 0,0 0 0 0 0,1 0 0 0 0,-1 0-1 0 0,0 1 1 0 0,0-1 0 0 0,0 1 0 0 0,0 0 0 0 0,2 2 0 0 0,-3-1 1 0 0,0-1 1 0 0,0 1-1 0 0,0-1 0 0 0,0 1 1 0 0,0-1-1 0 0,-1 1 1 0 0,1-1-1 0 0,-1 1 0 0 0,0 0 1 0 0,1-1-1 0 0,-1 1 0 0 0,-1 0 1 0 0,1-1-1 0 0,0 1 1 0 0,0-1-1 0 0,-2 4 0 0 0,-2 7 60 0 0,0-1 0 0 0,-1 0 0 0 0,0 0 0 0 0,-1 0 0 0 0,0-1 0 0 0,-12 17 0 0 0,-1-4-118 0 0,0-1 1 0 0,-1 0-1 0 0,-2-2 1 0 0,0 0-1 0 0,-45 31 1 0 0,-20 2-6069 0 0,40-34-3488 0 0,31-15 4792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8:01.1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1096 4984 0 0,'0'0'138'0'0,"0"1"0"0"0,1-1 0 0 0,-1 1 0 0 0,0 0 0 0 0,0-1 0 0 0,1 1 0 0 0,-1 0 0 0 0,0-1 0 0 0,1 1 0 0 0,-1-1 0 0 0,0 1 0 0 0,1-1 0 0 0,-1 1 0 0 0,1-1 0 0 0,-1 1 0 0 0,1-1 0 0 0,-1 0 0 0 0,1 1 0 0 0,-1-1 0 0 0,1 0 0 0 0,-1 1 0 0 0,1-1 0 0 0,0 0 0 0 0,-1 0 0 0 0,1 1 0 0 0,-1-1 0 0 0,1 0 0 0 0,0 0 0 0 0,-1 0 0 0 0,1 0 0 0 0,0 0 0 0 0,-1 0 0 0 0,1 0 0 0 0,0 0 0 0 0,-1 0 0 0 0,1 0 0 0 0,0 0 0 0 0,-1 0 0 0 0,1-1 0 0 0,-1 1 0 0 0,1 0 0 0 0,0 0-1 0 0,0-1 1 0 0,33-10 1224 0 0,4-6-324 0 0,-1-2 0 0 0,-1-1 0 0 0,-1-2-1 0 0,0-1 1 0 0,35-32 0 0 0,-44 32-463 0 0,-2 0 0 0 0,0-2 0 0 0,-1-1 0 0 0,-2 0 0 0 0,-1-2 0 0 0,28-50 0 0 0,-35 50-479 0 0,-1-1 1 0 0,-2 0 0 0 0,0-1-1 0 0,-3 0 1 0 0,0-1 0 0 0,3-41-1 0 0,0-188 398 0 0,-10 257-486 0 0,0-190 605 0 0,0 193-611 0 0,0 0 1 0 0,0 0 0 0 0,0 0-1 0 0,0 0 1 0 0,0 0 0 0 0,0-1-1 0 0,0 1 1 0 0,0 0 0 0 0,0 0-1 0 0,0 0 1 0 0,0 0 0 0 0,0-1-1 0 0,0 1 1 0 0,0 0 0 0 0,0 0-1 0 0,0 0 1 0 0,0 0 0 0 0,0 0-1 0 0,0-1 1 0 0,0 1 0 0 0,0 0-1 0 0,0 0 1 0 0,-1 0 0 0 0,1 0-1 0 0,0 0 1 0 0,0-1 0 0 0,0 1-1 0 0,0 0 1 0 0,0 0-1 0 0,0 0 1 0 0,0 0 0 0 0,0 0-1 0 0,-1 0 1 0 0,1 0 0 0 0,0 0-1 0 0,0-1 1 0 0,0 1 0 0 0,0 0-1 0 0,0 0 1 0 0,-1 0 0 0 0,1 0-1 0 0,0 0 1 0 0,0 0 0 0 0,0 0-1 0 0,0 0 1 0 0,0 0 0 0 0,-1 0-1 0 0,1 0 1 0 0,0 0 0 0 0,-9 7 35 0 0,-7 14-25 0 0,16-21-11 0 0,-27 41 5 0 0,2 0 1 0 0,2 2-1 0 0,2 1 0 0 0,-30 90 0 0 0,21-31-23 0 0,-18 123 0 0 0,33-122 75 0 0,1 209-1 0 0,14-298-49 0 0,-1-3 6 0 0,1-1 1 0 0,0 1-1 0 0,1 0 0 0 0,1 0 0 0 0,5 21 0 0 0,-6-32-13 0 0,-1 0 0 0 0,0 0 0 0 0,1-1 0 0 0,-1 1 0 0 0,1 0 0 0 0,-1-1 0 0 0,1 1 0 0 0,-1 0 0 0 0,1-1 1 0 0,0 1-1 0 0,-1-1 0 0 0,1 1 0 0 0,-1-1 0 0 0,1 0 0 0 0,0 1 0 0 0,0-1 0 0 0,-1 1 0 0 0,1-1 0 0 0,0 0 0 0 0,0 0 0 0 0,0 1 0 0 0,-1-1 0 0 0,1 0 0 0 0,0 0 0 0 0,0 0 0 0 0,0 0 1 0 0,-1 0-1 0 0,1 0 0 0 0,0 0 0 0 0,0 0 0 0 0,0-1 0 0 0,-1 1 0 0 0,1 0 0 0 0,0 0 0 0 0,0-1 0 0 0,0 1 0 0 0,-1 0 0 0 0,1-1 0 0 0,0 1 0 0 0,-1-1 0 0 0,1 1 0 0 0,0-1 0 0 0,0 0 1 0 0,30-23 25 0 0,48-66 2 0 0,-59 64-37 0 0,2 1 0 0 0,46-41 0 0 0,-65 63 10 0 0,0 1 1 0 0,0 0 0 0 0,0 0-1 0 0,0 0 1 0 0,0 0-1 0 0,0 0 1 0 0,1 1-1 0 0,-1-1 1 0 0,0 1-1 0 0,1 0 1 0 0,0 0-1 0 0,-1 0 1 0 0,1 1-1 0 0,5-1 1 0 0,-7 1 1 0 0,0 1 0 0 0,0-1 1 0 0,0 1-1 0 0,0 0 0 0 0,0 0 0 0 0,0 0 1 0 0,0 0-1 0 0,0 0 0 0 0,-1 0 0 0 0,1 0 1 0 0,0 0-1 0 0,-1 1 0 0 0,1-1 0 0 0,-1 1 1 0 0,0-1-1 0 0,1 1 0 0 0,-1 0 0 0 0,0-1 1 0 0,0 1-1 0 0,0 0 0 0 0,0 0 0 0 0,0 0 1 0 0,0 0-1 0 0,-1 0 0 0 0,1 0 0 0 0,-1 0 1 0 0,1 3-1 0 0,6 30 110 0 0,-2 1 0 0 0,-1 0 1 0 0,-2 0-1 0 0,-3 61 0 0 0,-1-24 88 0 0,-1 52-278 0 0,3-157-15999 0 0,0 15 11169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8:07.7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39 1 4144 0 0,'-32'0'5074'0'0,"26"0"-2311"0"0,22 0-759 0 0,260 1 2712 0 0,372 19-3681 0 0,115 43-369 0 0,79 6-213 0 0,-504-51-285 0 0,878 88 138 0 0,147 37-117 0 0,-917-128-97 0 0,-155-10-16 0 0,32-1 8 0 0,849-17 175 0 0,-217-85-208 0 0,-585 54-13 0 0,150-1 238 0 0,-509 44-254 0 0,-1 0-1 0 0,1-1 0 0 0,18-6 1 0 0,-26 7-18 0 0,1 0 1 0 0,0 0 0 0 0,0-1-1 0 0,-1 0 1 0 0,1 0-1 0 0,-1 0 1 0 0,0 0-1 0 0,1 0 1 0 0,-1-1-1 0 0,0 1 1 0 0,0-1-1 0 0,0 0 1 0 0,2-3-1 0 0,-5 6-2 0 0,0 0 0 0 0,0 0 0 0 0,0-1 0 0 0,1 1 0 0 0,-1 0 0 0 0,0 0 0 0 0,0-1 0 0 0,0 1 0 0 0,0 0 0 0 0,0 0 0 0 0,0-1 0 0 0,0 1-1 0 0,0 0 1 0 0,0 0 0 0 0,0-1 0 0 0,0 1 0 0 0,0 0 0 0 0,0-1 0 0 0,0 1 0 0 0,0 0 0 0 0,0 0 0 0 0,0-1 0 0 0,0 1 0 0 0,0 0 0 0 0,0 0-1 0 0,0-1 1 0 0,0 1 0 0 0,-1 0 0 0 0,1 0 0 0 0,0 0 0 0 0,0-1 0 0 0,0 1 0 0 0,0 0 0 0 0,-1 0 0 0 0,1 0 0 0 0,0-1 0 0 0,0 1 0 0 0,0 0 0 0 0,-1 0-1 0 0,-15-5-1247 0 0,-25 5-4798 0 0,32 0 3159 0 0,-14 0-1263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7:37.8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431 287 2636 0 0,'2'-36'3654'0'0,"-1"25"-2343"0"0,0 0 0 0 0,-1 0 0 0 0,0-1 0 0 0,-1 1-1 0 0,-2-13 1 0 0,2 23-1178 0 0,0-1 0 0 0,0 0 0 0 0,1 0 0 0 0,-1 0-1 0 0,0 1 1 0 0,-1-1 0 0 0,1 1 0 0 0,0-1 0 0 0,0 1-1 0 0,-1-1 1 0 0,1 1 0 0 0,-1 0 0 0 0,1-1 0 0 0,-1 1 0 0 0,1 0-1 0 0,-1 0 1 0 0,0 0 0 0 0,0 0 0 0 0,1 0 0 0 0,-1 1-1 0 0,0-1 1 0 0,0 1 0 0 0,0-1 0 0 0,0 1 0 0 0,0-1 0 0 0,0 1-1 0 0,0 0 1 0 0,0 0 0 0 0,0 0 0 0 0,0 0 0 0 0,1 1-1 0 0,-3-1 1 0 0,-2 1-39 0 0,0 0 0 0 0,0 0 0 0 0,1 0-1 0 0,-1 1 1 0 0,1 0 0 0 0,-1 0 0 0 0,1 0-1 0 0,0 1 1 0 0,-9 6 0 0 0,-9 10 39 0 0,1 1 0 0 0,1 1 0 0 0,1 1 0 0 0,1 1 1 0 0,-30 48-1 0 0,20-23 63 0 0,-45 104 0 0 0,63-125-124 0 0,1 1-1 0 0,1 0 0 0 0,1 0 1 0 0,2 1-1 0 0,1 0 1 0 0,1 0-1 0 0,1 0 0 0 0,2 1 1 0 0,1-1-1 0 0,1 0 1 0 0,10 52-1 0 0,-8-66-46 0 0,0-1 0 0 0,2 0 0 0 0,0-1 0 0 0,0 1 0 0 0,1-1 0 0 0,1 0 0 0 0,0 0 0 0 0,1 0 0 0 0,0-1 0 0 0,1-1 0 0 0,1 1 0 0 0,-1-2 0 0 0,2 1 0 0 0,-1-1 0 0 0,2-1 0 0 0,-1 0 0 0 0,1 0 0 0 0,0-1 0 0 0,1-1 0 0 0,0 0 0 0 0,0-1 0 0 0,1 0 0 0 0,-1-1 0 0 0,28 6 0 0 0,-15-5 2 0 0,0-1 0 0 0,1-1-1 0 0,-1-2 1 0 0,1 0 0 0 0,32-4 0 0 0,-48 2-16 0 0,1-2 0 0 0,-1 1 0 0 0,0-2 0 0 0,0 1 0 0 0,0-1 1 0 0,0-1-1 0 0,-1 0 0 0 0,1-1 0 0 0,-1 0 0 0 0,0 0 1 0 0,0-1-1 0 0,-1-1 0 0 0,0 1 0 0 0,15-15 0 0 0,-4-2 11 0 0,-1-1 1 0 0,-1-1-1 0 0,-1-1 0 0 0,20-39 0 0 0,43-116 100 0 0,-79 176-119 0 0,14-29 64 0 0,-1-1 0 0 0,-3-1 0 0 0,-1-1 0 0 0,-1 1 0 0 0,-2-1 0 0 0,-2-1 0 0 0,1-48 0 0 0,-6 53 37 0 0,-2 1-1 0 0,-2 1 1 0 0,0-1-1 0 0,-2 0 1 0 0,-13-36-1 0 0,14 51-38 0 0,-2 0-1 0 0,0 0 1 0 0,0 1 0 0 0,-2 0-1 0 0,0 0 1 0 0,-1 1 0 0 0,0 0 0 0 0,-2 1-1 0 0,1 0 1 0 0,-24-20 0 0 0,30 29-38 0 0,-1 1 1 0 0,1 1 0 0 0,-1-1 0 0 0,0 1-1 0 0,0 0 1 0 0,0 0 0 0 0,0 0 0 0 0,-1 1-1 0 0,1 0 1 0 0,-1 0 0 0 0,1 1 0 0 0,-1 0-1 0 0,0 0 1 0 0,0 1 0 0 0,1-1 0 0 0,-1 1-1 0 0,-7 1 1 0 0,2 1-58 0 0,0 1-1 0 0,0 0 1 0 0,0 1 0 0 0,0 0-1 0 0,1 0 1 0 0,0 2 0 0 0,0-1 0 0 0,-18 13-1 0 0,23-14-71 0 0,1-1-1 0 0,1 2 1 0 0,-1-1-1 0 0,0 0 1 0 0,1 1-1 0 0,0 0 1 0 0,0 0-1 0 0,1 0 1 0 0,-1 1 0 0 0,-4 8-1 0 0,-1 13-4248 0 0,6 2-5750 0 0,3-18 5488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7:38.8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636 41 4272 0 0,'-5'-4'557'0'0,"-1"1"-1"0"0,0 0 0 0 0,0 0 1 0 0,0 1-1 0 0,0-1 1 0 0,-1 1-1 0 0,1 1 0 0 0,-1-1 1 0 0,1 1-1 0 0,-10 0 0 0 0,-2 0 255 0 0,0 0-1 0 0,-29 4 1 0 0,25 0-340 0 0,1 2 1 0 0,-1 0-1 0 0,1 1 0 0 0,0 1 1 0 0,1 1-1 0 0,0 1 0 0 0,0 1 1 0 0,1 1-1 0 0,0 0 1 0 0,1 1-1 0 0,0 1 0 0 0,1 1 1 0 0,0 1-1 0 0,1 0 1 0 0,-21 27-1 0 0,20-20-342 0 0,0 0 1 0 0,2 1 0 0 0,1 1-1 0 0,0 0 1 0 0,2 1-1 0 0,1 0 1 0 0,1 1-1 0 0,1 0 1 0 0,2 1-1 0 0,0-1 1 0 0,2 2-1 0 0,-2 27 1 0 0,5-31-34 0 0,1 1 0 0 0,5 42 0 0 0,-3-59-76 0 0,0 0-1 0 0,1 0 1 0 0,0 0-1 0 0,0 0 0 0 0,1 0 1 0 0,0 0-1 0 0,0-1 1 0 0,1 1-1 0 0,0-1 1 0 0,0 0-1 0 0,1 0 1 0 0,5 6-1 0 0,0-3 1 0 0,1-1 0 0 0,0-1 0 0 0,0 0 0 0 0,1 0 0 0 0,0-1 0 0 0,0-1-1 0 0,1 0 1 0 0,-1-1 0 0 0,1 0 0 0 0,1-1 0 0 0,-1 0 0 0 0,15 2 0 0 0,23 2 19 0 0,95 2 1 0 0,-111-9-46 0 0,0-1-1 0 0,0-2 0 0 0,-1-2 0 0 0,36-7 1 0 0,-51 6-5 0 0,0-1 1 0 0,0 0-1 0 0,-1-1 0 0 0,0-1 1 0 0,0-1-1 0 0,-1 0 1 0 0,0-1-1 0 0,29-24 1 0 0,-9 2 12 0 0,-2 0 0 0 0,46-56 0 0 0,-69 73 55 0 0,0-2 1 0 0,-1 1-1 0 0,0-1 0 0 0,-2-1 1 0 0,0 0-1 0 0,-1 0 0 0 0,0 0 1 0 0,7-35-1 0 0,-14 47-6 0 0,-1-1 0 0 0,1 0 0 0 0,-2 0-1 0 0,1 1 1 0 0,-1-1 0 0 0,0 0 0 0 0,0 1 0 0 0,-1-1 0 0 0,0 1 0 0 0,0-1 0 0 0,0 1 0 0 0,-1 0 0 0 0,0 0 0 0 0,0 0 0 0 0,-1 0-1 0 0,1 0 1 0 0,-1 1 0 0 0,-6-6 0 0 0,-10-12 205 0 0,-1 1 0 0 0,-40-31 0 0 0,52 46-200 0 0,-24-22 152 0 0,-23-18 485 0 0,-103-68-1 0 0,158 114-689 0 0,0 0 1 0 0,1 1-1 0 0,-1-1 0 0 0,0 1 1 0 0,1-1-1 0 0,-1 1 0 0 0,0-1 1 0 0,0 1-1 0 0,1 0 0 0 0,-1-1 1 0 0,0 1-1 0 0,0 0 0 0 0,0-1 1 0 0,1 1-1 0 0,-1 0 0 0 0,0 0 1 0 0,0 0-1 0 0,0 0 0 0 0,0 0 1 0 0,0 0-1 0 0,1 0 0 0 0,-1 0 1 0 0,0 0-1 0 0,0 1 0 0 0,0-1 1 0 0,0 0-1 0 0,1 0 0 0 0,-1 1 1 0 0,0-1-1 0 0,0 0 0 0 0,1 1 1 0 0,-1-1-1 0 0,0 1 0 0 0,0-1 1 0 0,0 2-1 0 0,-1 1-105 0 0,1 0-1 0 0,0 0 1 0 0,-1 1-1 0 0,2-1 1 0 0,-1 0 0 0 0,0 0-1 0 0,0 7 1 0 0,-2 9-1040 0 0,-10 51-13463 0 0,9-42 9480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7:39.6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844 142 4448 0 0,'-36'-19'2866'0'0,"0"1"-1"0"0,-74-24 0 0 0,57 23-756 0 0,32 11-997 0 0,-1-1 172 0 0,0 2 0 0 0,-41-10 0 0 0,56 16-1185 0 0,0 0-1 0 0,0 1 1 0 0,0 0 0 0 0,0 0 0 0 0,0 0-1 0 0,0 1 1 0 0,0 0 0 0 0,0 0 0 0 0,0 1-1 0 0,0-1 1 0 0,0 2 0 0 0,1-1 0 0 0,-11 6-1 0 0,-7 7 22 0 0,0 1 1 0 0,1 1-1 0 0,1 2 0 0 0,0 0 0 0 0,-27 31 0 0 0,19-15-22 0 0,2 1 0 0 0,-42 70 0 0 0,57-83-39 0 0,1 1 0 0 0,1 1 0 0 0,1 0 0 0 0,1 1 0 0 0,2 0 0 0 0,-6 30 0 0 0,11-43-10 0 0,0 0-1 0 0,1-1 1 0 0,0 1-1 0 0,1 0 1 0 0,0 0-1 0 0,1 0 1 0 0,1-1-1 0 0,0 1 1 0 0,1 0-1 0 0,0-1 0 0 0,1 0 1 0 0,0 0-1 0 0,1 0 1 0 0,0 0-1 0 0,8 12 1 0 0,-5-14 6 0 0,1 1-1 0 0,0-1 1 0 0,0-1-1 0 0,1 0 1 0 0,0 0 0 0 0,22 14-1 0 0,63 30 220 0 0,-62-40-187 0 0,-1 0 0 0 0,2-2 0 0 0,-1-2 1 0 0,1-1-1 0 0,1-1 0 0 0,-1-2 0 0 0,39 0 0 0 0,22 0 119 0 0,2-4-1 0 0,-1-5 1 0 0,130-21-1 0 0,-181 17-459 0 0,0-2 0 0 0,61-21 0 0 0,-67 14-3400 0 0,-2-3-3395 0 0,-18 7 2249 0 0,-4 0-1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7:40.3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899 109 3504 0 0,'1'-6'625'0'0,"-1"0"-1"0"0,0 1 0 0 0,-1-1 0 0 0,1 0 0 0 0,-1 1 1 0 0,0-1-1 0 0,-1 0 0 0 0,1 1 0 0 0,-5-9 1 0 0,4 11-467 0 0,0 0 1 0 0,0 1-1 0 0,0-1 1 0 0,-1 1 0 0 0,1 0-1 0 0,-1 0 1 0 0,1 0-1 0 0,-1 0 1 0 0,0 0 0 0 0,0 0-1 0 0,0 1 1 0 0,0 0-1 0 0,0-1 1 0 0,0 1-1 0 0,0 0 1 0 0,0 0 0 0 0,0 1-1 0 0,-5-1 1 0 0,-20-4 511 0 0,0 2-1 0 0,-1 1 1 0 0,1 1 0 0 0,-1 2 0 0 0,1 1-1 0 0,-1 1 1 0 0,1 1 0 0 0,-39 12 0 0 0,21-3-259 0 0,0 3 1 0 0,1 2 0 0 0,1 1-1 0 0,-49 30 1 0 0,63-30-174 0 0,2 2 0 0 0,0 0 0 0 0,-29 30 0 0 0,45-40-141 0 0,1 0 0 0 0,0 1 0 0 0,1 0-1 0 0,0 1 1 0 0,1 1 0 0 0,0-1 0 0 0,1 1 0 0 0,1 1 0 0 0,0-1-1 0 0,1 1 1 0 0,-8 31 0 0 0,12-36-47 0 0,0 1-1 0 0,1 0 1 0 0,0 0-1 0 0,1-1 1 0 0,0 1 0 0 0,1 0-1 0 0,0-1 1 0 0,1 1-1 0 0,0 0 1 0 0,1-1-1 0 0,0 0 1 0 0,0 0-1 0 0,1 0 1 0 0,0 0 0 0 0,1 0-1 0 0,0-1 1 0 0,11 15-1 0 0,-5-9 6 0 0,2-1 0 0 0,0 0 0 0 0,0-1 0 0 0,1 0 0 0 0,1-1 0 0 0,0 0 0 0 0,1-1 0 0 0,0-1 0 0 0,0-1 0 0 0,1 0 0 0 0,30 10 0 0 0,-20-10-47 0 0,1-1 0 0 0,0-2 0 0 0,0 0 0 0 0,0-2 0 0 0,1-1 1 0 0,0-2-1 0 0,31-1 0 0 0,-49-1-55 0 0,-1 0 0 0 0,1 0-1 0 0,0-1 1 0 0,-1 0 0 0 0,0-1 0 0 0,1 0 0 0 0,-1-1 0 0 0,18-9 0 0 0,-24 11 5 0 0,1-1-1 0 0,-1 0 1 0 0,0 0 0 0 0,-1 0 0 0 0,1-1 0 0 0,-1 1 0 0 0,1-1 0 0 0,-1 0 0 0 0,0 0-1 0 0,0 0 1 0 0,0 0 0 0 0,-1 0 0 0 0,0-1 0 0 0,0 1 0 0 0,0-1 0 0 0,0 1 0 0 0,-1-1 0 0 0,1 0-1 0 0,-1 0 1 0 0,0 0 0 0 0,0-6 0 0 0,0-15-606 0 0,0 4-139 0 0,8-39 1 0 0,-7 52-935 0 0,0 0 0 0 0,1 0 1 0 0,1 0-1 0 0,4-8 0 0 0,2-2-2407 0 0,0-4-1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7:41.3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0 356 4576 0 0,'0'-10'615'0'0,"1"1"0"0"0,0-1-1 0 0,1 1 1 0 0,0-1 0 0 0,0 1 0 0 0,1 0-1 0 0,0 0 1 0 0,0 0 0 0 0,1 0-1 0 0,6-10 1 0 0,-2 7-102 0 0,1-1 1 0 0,0 2-1 0 0,1-1 0 0 0,0 1 1 0 0,23-19-1 0 0,-10 12-14 0 0,2 1 0 0 0,0 1-1 0 0,1 1 1 0 0,1 1 0 0 0,0 2 0 0 0,30-10 0 0 0,-28 13-100 0 0,0 0 1 0 0,0 2-1 0 0,1 2 1 0 0,0 0-1 0 0,0 2 1 0 0,0 1-1 0 0,1 2 1 0 0,56 6-1 0 0,-69-3-323 0 0,0 0 0 0 0,0 2 0 0 0,0 0 0 0 0,-1 1 0 0 0,0 1 0 0 0,0 0 0 0 0,0 1 0 0 0,-1 1 0 0 0,0 1 0 0 0,-1 0-1 0 0,0 1 1 0 0,-1 0 0 0 0,0 1 0 0 0,-1 1 0 0 0,22 26 0 0 0,-22-20 5 0 0,0 0-1 0 0,-2 0 0 0 0,0 1 1 0 0,-1 0-1 0 0,-1 1 1 0 0,0 0-1 0 0,-2 1 1 0 0,-1 0-1 0 0,-1 0 1 0 0,0 0-1 0 0,2 37 1 0 0,-6-40-22 0 0,-1 0 1 0 0,-1 0 0 0 0,0 0 0 0 0,-2-1 0 0 0,0 1-1 0 0,-1 0 1 0 0,-1-1 0 0 0,0 0 0 0 0,-2 0 0 0 0,0 0 0 0 0,-1-1-1 0 0,0 0 1 0 0,-2 0 0 0 0,-12 16 0 0 0,7-13 17 0 0,-2 0 1 0 0,0-1-1 0 0,-2-1 1 0 0,-35 28-1 0 0,40-36-252 0 0,1-1 0 0 0,-1-1 0 0 0,-1 0 0 0 0,1-1-1 0 0,-1-1 1 0 0,0 0 0 0 0,-1-1 0 0 0,-25 5-1 0 0,39-9-314 0 0,1-1 0 0 0,-1 1-1 0 0,0-1 1 0 0,0 0-1 0 0,0 1 1 0 0,0-1-1 0 0,1 0 1 0 0,-1 0-1 0 0,0 0 1 0 0,0-1 0 0 0,0 1-1 0 0,0 0 1 0 0,1-1-1 0 0,-1 1 1 0 0,0-1-1 0 0,0 0 1 0 0,1 1-1 0 0,-1-1 1 0 0,0 0-1 0 0,1 0 1 0 0,-1 0 0 0 0,1 0-1 0 0,-1-1 1 0 0,1 1-1 0 0,-1 0 1 0 0,1-1-1 0 0,-2-1 1 0 0,-5-14-4335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7:42.1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259 6 3880 0 0,'0'0'1363'0'0,"22"-2"2524"0"0,2 0-2300 0 0,0 1 1 0 0,-1 0-1 0 0,48 7 0 0 0,-61-5-1274 0 0,-1 2 0 0 0,1-1-1 0 0,-1 1 1 0 0,0 1 0 0 0,0-1-1 0 0,0 1 1 0 0,-1 1 0 0 0,1 0-1 0 0,-1 0 1 0 0,0 1-1 0 0,0 0 1 0 0,10 10 0 0 0,-8-4-190 0 0,-1 0 1 0 0,0 0-1 0 0,-1 0 1 0 0,-1 1-1 0 0,0 1 1 0 0,0-1-1 0 0,-1 1 1 0 0,-1 0-1 0 0,0 0 1 0 0,-1 1-1 0 0,2 15 1 0 0,-2-5 16 0 0,0 1 0 0 0,-2 0-1 0 0,-1 0 1 0 0,-1-1 0 0 0,-6 43 0 0 0,4-55-105 0 0,-1-1 0 0 0,0 0 0 0 0,-1 0 0 0 0,0-1-1 0 0,-1 1 1 0 0,0-1 0 0 0,-1 0 0 0 0,-1 0 0 0 0,1-1 0 0 0,-2 1 0 0 0,1-2 0 0 0,-1 1 0 0 0,-1-1 0 0 0,0 0 0 0 0,0-1 0 0 0,-1 0 0 0 0,0 0 0 0 0,0-1 0 0 0,0-1 0 0 0,-1 1 0 0 0,-19 6 0 0 0,3-2 21 0 0,-1-1 0 0 0,0-1-1 0 0,0-2 1 0 0,-1 0 0 0 0,0-3 0 0 0,0 0 0 0 0,-1-2 0 0 0,-34-1 0 0 0,54-1-43 0 0,-1-1 0 0 0,1 0 1 0 0,0-1-1 0 0,-1 0 1 0 0,1 0-1 0 0,0-1 0 0 0,0 0 1 0 0,-13-7-1 0 0,18 7-384 0 0,1 0 0 0 0,-1 0 1 0 0,1 0-1 0 0,0 0 0 0 0,0 0 0 0 0,0-1 1 0 0,0 0-1 0 0,-2-4 0 0 0,3 4-618 0 0,1 1 1 0 0,-1-1-1 0 0,1 0 0 0 0,0-1 1 0 0,0 1-1 0 0,1 0 0 0 0,-1 0 1 0 0,1-1-1 0 0,0 1 0 0 0,0-7 1 0 0,0-14-3533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7:43.4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54 4832 0 0,'0'0'2204'0'0,"2"-5"2127"0"0,7-8-3030 0 0,-1 9-850 0 0,-1 0 1 0 0,1 0 0 0 0,0 0-1 0 0,0 1 1 0 0,0 1 0 0 0,0-1-1 0 0,1 1 1 0 0,11-1-1 0 0,72-3 1432 0 0,-67 6-1657 0 0,414 17 723 0 0,-185-2-701 0 0,227-3 30 0 0,252 12 148 0 0,-100 20 44 0 0,379 23 193 0 0,726-33-195 0 0,-563-23-429 0 0,312 16 29 0 0,-820-11 17 0 0,132 0 47 0 0,-490-14-119 0 0,313-4 44 0 0,-297-21 198 0 0,-297 18-1395 0 0,-21 1-3434 0 0,-18 2-3236 0 0,-3 2 2718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7:44.7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205 6 4136 0 0,'-57'-3'4195'0'0,"37"2"-2835"0"0,0 0 0 0 0,0 1-1 0 0,-37 5 1 0 0,55-5-1194 0 0,1 1 0 0 0,0-1 0 0 0,-1 1-1 0 0,1-1 1 0 0,0 1 0 0 0,-1-1 0 0 0,1 1 0 0 0,0 0 0 0 0,-1 0 0 0 0,1-1 0 0 0,0 1 0 0 0,0 0-1 0 0,0 0 1 0 0,0 0 0 0 0,0 0 0 0 0,0 1 0 0 0,0-1 0 0 0,0 0 0 0 0,0 0 0 0 0,1 1 0 0 0,-2 0-1 0 0,1 1 27 0 0,0 1 0 0 0,0-1-1 0 0,1 0 1 0 0,-1 1 0 0 0,1-1-1 0 0,0 0 1 0 0,-1 1-1 0 0,2 6 1 0 0,0 1-36 0 0,1 0 1 0 0,1 0-1 0 0,-1 0 0 0 0,9 18 1 0 0,-5-17-80 0 0,0-1 1 0 0,1 1 0 0 0,1-1-1 0 0,0 0 1 0 0,0-1 0 0 0,1 0-1 0 0,0 0 1 0 0,21 16 0 0 0,-1-5 49 0 0,0 0 0 0 0,37 18 0 0 0,379 167 622 0 0,634 185-277 0 0,-636-237-395 0 0,204 65 105 0 0,-520-182-121 0 0,153 52 88 0 0,-228-70-106 0 0,0 4 0 0 0,-2 1 0 0 0,56 37-1 0 0,204 151 3 0 0,-193-128-94 0 0,-112-81 16 0 0,-1 0 0 0 0,0 0-1 0 0,1 0 1 0 0,0-1-1 0 0,0 0 1 0 0,-1 0-1 0 0,9 2 1 0 0,8-1-9470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7:45.5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87 1527 3560 0 0,'-2'1'309'0'0,"1"-1"0"0"0,-1 1 0 0 0,0 0 0 0 0,0 0-1 0 0,-1-1 1 0 0,1 1 0 0 0,0-1 0 0 0,0 0 0 0 0,0 1 0 0 0,0-1-1 0 0,0 0 1 0 0,0 0 0 0 0,-3-1 0 0 0,2 1 18 0 0,0 0 0 0 0,1 0 0 0 0,-1 0 1 0 0,0 0-1 0 0,1 0 0 0 0,-1 1 0 0 0,1-1 0 0 0,-1 1 0 0 0,-4 2 1 0 0,-16 13 3408 0 0,23-16-3698 0 0,-1 0 0 0 0,1 0 0 0 0,0 0 1 0 0,0 0-1 0 0,0 1 0 0 0,0-1 0 0 0,0 0 0 0 0,0 0 0 0 0,0 0 1 0 0,0 0-1 0 0,0 0 0 0 0,0 0 0 0 0,0 1 0 0 0,0-1 0 0 0,0 0 1 0 0,0 0-1 0 0,0 0 0 0 0,0 0 0 0 0,0 0 0 0 0,0 0 1 0 0,0 1-1 0 0,0-1 0 0 0,0 0 0 0 0,0 0 0 0 0,0 0 0 0 0,0 0 1 0 0,0 0-1 0 0,0 0 0 0 0,0 0 0 0 0,0 1 0 0 0,1-1 1 0 0,-1 0-1 0 0,0 0 0 0 0,0 0 0 0 0,0 0 0 0 0,0 0 0 0 0,0 0 1 0 0,0 0-1 0 0,0 0 0 0 0,0 0 0 0 0,0 0 0 0 0,1 1 0 0 0,-1-1 1 0 0,0 0-1 0 0,0 0 0 0 0,0 0 0 0 0,0 0 0 0 0,0 0 1 0 0,0 0-1 0 0,1 0 0 0 0,17 1 738 0 0,59-11-202 0 0,-1-3 0 0 0,138-41 0 0 0,-152 36-413 0 0,333-100 344 0 0,-34 8-250 0 0,648-156 33 0 0,-435 119-59 0 0,101-27 173 0 0,608-166 392 0 0,-875 241-567 0 0,9-2 73 0 0,-165 12-209 0 0,-243 85 1134 0 0,-2 0-4672 0 0,-6 0 292 0 0,-1 4 2958 0 0,0 0 0 0 0,0-1 0 0 0,0 1-1 0 0,0 0 1 0 0,0 0 0 0 0,0 0 0 0 0,0-1 0 0 0,-17-5-11070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7:48.3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3 563 5781 0 0,'0'0'910'0'0,"-1"-7"5208"0"0,-1-15-4146 0 0,5 10-1261 0 0,0 0 0 0 0,0-1 0 0 0,1 1 0 0 0,0 0 0 0 0,1 1 0 0 0,1-1 0 0 0,8-13 0 0 0,56-75 2267 0 0,-38 57-2621 0 0,-17 22-270 0 0,0 0 0 0 0,-2-1-1 0 0,0-1 1 0 0,-2 0 0 0 0,0 0-1 0 0,10-38 1 0 0,-18 49-49 0 0,1 1 35 0 0,-2-1 0 0 0,0 0 0 0 0,0 0 0 0 0,0-16 0 0 0,-1 130 553 0 0,-2 111 156 0 0,-2-175-682 0 0,-1 0 0 0 0,-2-1 0 0 0,-16 57 0 0 0,8-55-317 0 0,-3 12-2788 0 0,13-34-1984 0 0,1-1-3289 0 0,2-6 3213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7:49.0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171 145 4728 0 0,'-2'-1'277'0'0,"1"0"1"0"0,0 0-1 0 0,0 0 0 0 0,0 0 0 0 0,0 0 0 0 0,0 0 0 0 0,0 0 0 0 0,0 0 0 0 0,0-1 0 0 0,0 1 0 0 0,1 0 0 0 0,-1-1 0 0 0,0 1 0 0 0,1 0 0 0 0,-1-1 0 0 0,1 1 1 0 0,0-1-1 0 0,-1 1 0 0 0,1-1 0 0 0,0-1 0 0 0,-4-35 2951 0 0,4 34-2924 0 0,1 1-1 0 0,0-1 1 0 0,0 1-1 0 0,1-1 1 0 0,-1 1-1 0 0,1 0 1 0 0,-1-1-1 0 0,1 1 1 0 0,0 0-1 0 0,0 0 1 0 0,0 0-1 0 0,1 1 1 0 0,-1-1-1 0 0,1 0 1 0 0,0 1-1 0 0,-1 0 0 0 0,1-1 1 0 0,0 1-1 0 0,0 0 1 0 0,0 1-1 0 0,1-1 1 0 0,5-2-1 0 0,-1 1 4 0 0,-1 1-1 0 0,1 0 1 0 0,0 0-1 0 0,0 1 1 0 0,0 0-1 0 0,0 0 1 0 0,0 0-1 0 0,0 1 1 0 0,11 2-1 0 0,-17-2-251 0 0,0 0 0 0 0,0 1 1 0 0,1-1-1 0 0,-1 1 0 0 0,0 0 0 0 0,0-1 0 0 0,0 1 0 0 0,0 0 0 0 0,0 0 1 0 0,0 0-1 0 0,0 1 0 0 0,0-1 0 0 0,-1 0 0 0 0,1 1 0 0 0,0-1 0 0 0,-1 1 1 0 0,1-1-1 0 0,-1 1 0 0 0,0 0 0 0 0,3 3 0 0 0,-2 0 0 0 0,-1-1-1 0 0,1 0 1 0 0,-1 0 0 0 0,0 1-1 0 0,0-1 1 0 0,0 0 0 0 0,-1 1-1 0 0,1-1 1 0 0,-1 1-1 0 0,0 4 1 0 0,-1 2-3 0 0,-1 1-1 0 0,0-1 1 0 0,0 0 0 0 0,-1 1-1 0 0,0-1 1 0 0,-1-1 0 0 0,-8 17-1 0 0,2-11-26 0 0,-1 0 0 0 0,-1 0 0 0 0,0-1 0 0 0,-1-1 0 0 0,-1 0 0 0 0,-23 19 0 0 0,-101 64 52 0 0,93-67-37 0 0,32-23-24 0 0,1 2-9 0 0,12-9-7 0 0,0 0 0 0 0,0 1 0 0 0,0-1 0 0 0,0 0 0 0 0,1 0 0 0 0,-1 1 0 0 0,0-1 0 0 0,0 0 0 0 0,0 0 0 0 0,0 1 0 0 0,1-1 0 0 0,-1 0 0 0 0,0 0 0 0 0,0 0 0 0 0,0 0 0 0 0,1 1 0 0 0,-1-1 0 0 0,0 0 0 0 0,0 0 0 0 0,1 0 0 0 0,-1 0 0 0 0,0 0 0 0 0,1 0 0 0 0,-1 0 0 0 0,0 0 0 0 0,0 0 0 0 0,1 0 0 0 0,-1 0 0 0 0,0 0 0 0 0,0 0 0 0 0,1 0 0 0 0,-1 0 0 0 0,0 0 0 0 0,1 0-1 0 0,-1 0 1 0 0,0 0 0 0 0,0 0 0 0 0,1 0 0 0 0,-1 0 0 0 0,0 0 0 0 0,0 0 0 0 0,1-1 0 0 0,195-16 25 0 0,-4-1 194 0 0,-66 20 864 0 0,-126-2-900 0 0,-6-1-3660 0 0,-13-23-15494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8:09.7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 32 3564 0 0,'-2'0'420'0'0,"-1"0"0"0"0,1 0-1 0 0,0 0 1 0 0,0-1 0 0 0,0 1-1 0 0,-1 0 1 0 0,1-1 0 0 0,0 0-1 0 0,0 1 1 0 0,0-1 0 0 0,-3-2-1 0 0,4 2-38 0 0,0 1 0 0 0,0-1-1 0 0,0 0 1 0 0,1 0-1 0 0,-1 0 1 0 0,0 0-1 0 0,0 0 1 0 0,1 0-1 0 0,-1 0 1 0 0,1 0-1 0 0,-1 0 1 0 0,1 0-1 0 0,-1 0 1 0 0,1-1-1 0 0,0 1 1 0 0,0 0-1 0 0,-1 0 1 0 0,1 0-1 0 0,0 0 1 0 0,0-1-1 0 0,0-1 357 0 0,214 3 3402 0 0,293 0-3020 0 0,-426 3 513 0 0,-43-1-3711 0 0,-19-1-2704 0 0,0-1-3636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8:13.1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176 297 2984 0 0,'1'-26'2049'0'0,"2"-1"0"0"0,1 1 1 0 0,11-37-1 0 0,-2 6 2259 0 0,-9 43-560 0 0,-3 26-2572 0 0,-4 37-811 0 0,3-48-341 0 0,-10 85 356 0 0,-3 0 1 0 0,-3-1-1 0 0,-55 161 0 0 0,-21-14-37 0 0,89-225-329 0 0,-2 6-28 0 0,3-14-23 0 0,1-8-29 0 0,11-102-334 0 0,-10 101 382 0 0,28-318-501 0 0,-21 279 479 0 0,3 1-1 0 0,1-1 1 0 0,3 2 0 0 0,35-84 0 0 0,-42 116 59 0 0,1 0 0 0 0,18-24 0 0 0,-23 35 4 0 0,0-1 0 0 0,1 1 0 0 0,0 0 0 0 0,0 0 0 0 0,0 0 0 0 0,1 0 0 0 0,-1 1 0 0 0,1 0 0 0 0,0 0 0 0 0,0 0 0 0 0,10-4 0 0 0,-13 7-11 0 0,0 0-1 0 0,-1 0 1 0 0,1 0 0 0 0,0 0 0 0 0,0 0-1 0 0,-1 0 1 0 0,1 0 0 0 0,0 0-1 0 0,-1 1 1 0 0,1-1 0 0 0,0 1-1 0 0,-1-1 1 0 0,1 1 0 0 0,-1-1 0 0 0,1 1-1 0 0,-1 0 1 0 0,1 0 0 0 0,-1 0-1 0 0,1 0 1 0 0,-1 0 0 0 0,0 0-1 0 0,0 0 1 0 0,1 1 0 0 0,-1-1 0 0 0,0 0-1 0 0,0 1 1 0 0,0-1 0 0 0,0 1-1 0 0,-1-1 1 0 0,1 1 0 0 0,1 2-1 0 0,2 6 42 0 0,1 1-1 0 0,-1-1 1 0 0,3 16-1 0 0,-6-24-44 0 0,49 205 498 0 0,42 145-165 0 0,-80-303-1624 0 0,-10-32-2878 0 0,-1 0-4691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8:13.3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 92 5152 0 0,'-1'0'147'0'0,"1"1"-1"0"0,0-1 1 0 0,-1 0-1 0 0,1 0 1 0 0,0 0-1 0 0,-1 0 1 0 0,1 0-1 0 0,0 0 1 0 0,-1 0-1 0 0,1 0 1 0 0,0 0-1 0 0,-1 0 1 0 0,1 0-1 0 0,0 0 0 0 0,-1 0 1 0 0,1-1-1 0 0,-1 1 1 0 0,1 0-1 0 0,0 0 1 0 0,0 0-1 0 0,-1 0 1 0 0,1 0-1 0 0,0-1 1 0 0,-1 1-1 0 0,1 0 1 0 0,0 0-1 0 0,0-1 1 0 0,-1 1-1 0 0,1 0 0 0 0,0-1 1 0 0,0 1-1 0 0,-1 0 1 0 0,1 0-1 0 0,0-1 1 0 0,0 1-1 0 0,0 0 1 0 0,0-1-1 0 0,0 1 1 0 0,-1 0-1 0 0,1-1 1 0 0,0 0-1 0 0,1 1-4 0 0,-1-1-1 0 0,1 0 1 0 0,-1 1-1 0 0,1-1 1 0 0,-1 1-1 0 0,1-1 1 0 0,-1 1-1 0 0,1-1 1 0 0,0 1-1 0 0,-1 0 1 0 0,1-1-1 0 0,0 1 1 0 0,-1 0-1 0 0,1-1 1 0 0,0 1-1 0 0,0 0 1 0 0,-1 0 0 0 0,1 0-1 0 0,0-1 1 0 0,0 1-1 0 0,-1 0 1 0 0,1 0-1 0 0,1 0 1 0 0,222-15 6085 0 0,-74 0-5537 0 0,-26-1-4292 0 0,-1-4-5297 0 0,-62 9 4346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8:14.7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35 520 4448 0 0,'0'-23'4228'0'0,"0"7"-2620"0"0,0 6-550 0 0,1 1-1 0 0,-1-1 1 0 0,-1 1 0 0 0,0-1 0 0 0,0 1 0 0 0,-1 0-1 0 0,0-1 1 0 0,0 1 0 0 0,-7-15 0 0 0,9 23-953 0 0,-12-15 3039 0 0,12 17-3112 0 0,-1 0 1 0 0,1 0 0 0 0,-1 0 0 0 0,1 0 0 0 0,0 0 0 0 0,-1 0 0 0 0,1 0 0 0 0,0 0 0 0 0,-1 0-1 0 0,1 0 1 0 0,0 0 0 0 0,0 0 0 0 0,0 0 0 0 0,0 0 0 0 0,0 0 0 0 0,0 0 0 0 0,0 0 0 0 0,0 0-1 0 0,1 1 1 0 0,-1 668 149 0 0,0-962-1385 0 0,-1 213 1063 0 0,0 14 54 0 0,2 0 0 0 0,13-92 1 0 0,-10 136 107 0 0,0 1 0 0 0,2 0 0 0 0,0 1 1 0 0,1-1-1 0 0,1 1 0 0 0,0 0 0 0 0,2 1 1 0 0,0 0-1 0 0,1 1 0 0 0,1 0 1 0 0,27-29-1 0 0,-23 29 97 0 0,0 1 1 0 0,2 0 0 0 0,0 2-1 0 0,0 0 1 0 0,1 1-1 0 0,1 1 1 0 0,29-13 0 0 0,-48 24-98 0 0,1 0 0 0 0,-1 0 1 0 0,1 1-1 0 0,-1-1 0 0 0,1 0 1 0 0,-1 1-1 0 0,1 0 0 0 0,0-1 1 0 0,-1 1-1 0 0,1 0 0 0 0,0-1 1 0 0,-1 1-1 0 0,1 0 0 0 0,0 0 1 0 0,0 1-1 0 0,-1-1 0 0 0,1 0 1 0 0,0 0-1 0 0,-1 1 0 0 0,1-1 1 0 0,-1 1-1 0 0,1 0 0 0 0,0-1 1 0 0,-1 1-1 0 0,0 0 0 0 0,1 0 1 0 0,-1 0-1 0 0,1 0 0 0 0,-1 0 1 0 0,0 0-1 0 0,0 0 0 0 0,1 0 1 0 0,-1 1-1 0 0,0-1 0 0 0,0 0 1 0 0,1 3-1 0 0,0 2 27 0 0,0 0 1 0 0,0 0-1 0 0,0 1 0 0 0,-1-1 0 0 0,0 1 1 0 0,-1-1-1 0 0,1 1 0 0 0,-1 8 1 0 0,-2 27 89 0 0,-1-1 1 0 0,-1 0-1 0 0,-18 68 1 0 0,0-33 46 0 0,-31 72 0 0 0,50-140-174 0 0,1-3 1 0 0,0-1 1 0 0,0 1-1 0 0,1-1 1 0 0,-1 1 0 0 0,1 0-1 0 0,0-1 1 0 0,0 10-1 0 0,1-13-12 0 0,0 0-1 0 0,1 1 1 0 0,-1-1-1 0 0,1 0 1 0 0,-1 0-1 0 0,1 0 1 0 0,0 0-1 0 0,-1 0 1 0 0,1 0-1 0 0,0 0 1 0 0,0 0-1 0 0,-1 0 1 0 0,1 0-1 0 0,0 0 1 0 0,0 0-1 0 0,0 0 1 0 0,0-1 0 0 0,1 1-1 0 0,-1 0 1 0 0,0-1-1 0 0,0 1 1 0 0,0-1-1 0 0,0 1 1 0 0,1-1-1 0 0,-1 0 1 0 0,0 1-1 0 0,0-1 1 0 0,1 0-1 0 0,-1 0 1 0 0,0 0-1 0 0,1 0 1 0 0,-1 0-1 0 0,3 0 1 0 0,83 2-91 0 0,-59-3 69 0 0,-1 2 1 0 0,0 1-1 0 0,0 0 0 0 0,0 3 0 0 0,34 8 1 0 0,-52-9 18 0 0,0-1 0 0 0,0 1 0 0 0,-1 0 0 0 0,1 1 0 0 0,-1 0 0 0 0,0 0 0 0 0,-1 1 0 0 0,1 0 0 0 0,-1 0 0 0 0,0 1 0 0 0,7 9 0 0 0,-12-14 3 0 0,0 1 0 0 0,0 0-1 0 0,0 0 1 0 0,0 0 0 0 0,-1 0 0 0 0,1 1-1 0 0,-1-1 1 0 0,0 0 0 0 0,0 1-1 0 0,0-1 1 0 0,0 1 0 0 0,0-1 0 0 0,-1 1-1 0 0,0-1 1 0 0,0 1 0 0 0,0-1-1 0 0,0 1 1 0 0,0-1 0 0 0,-1 1 0 0 0,1-1-1 0 0,-1 1 1 0 0,0-1 0 0 0,0 1-1 0 0,0-1 1 0 0,-1 0 0 0 0,1 1 0 0 0,-1-1-1 0 0,0 0 1 0 0,0 0 0 0 0,0 0-1 0 0,0-1 1 0 0,-5 6 0 0 0,-3 2 9 0 0,-1 0 1 0 0,-1-1-1 0 0,0 0 0 0 0,0-1 1 0 0,0 0-1 0 0,-1-1 0 0 0,-22 9 1 0 0,0-2 13 0 0,-65 15 1 0 0,-40-2-377 0 0,80-22-2197 0 0,60-4 2286 0 0,0-1 0 0 0,-1 0 0 0 0,1 0 0 0 0,-1 0 0 0 0,1 0 0 0 0,0 0 0 0 0,-1 0 0 0 0,1 0 0 0 0,0 0 0 0 0,-1 0 0 0 0,1 0 0 0 0,-1 0 0 0 0,1 0 0 0 0,0-1 1 0 0,-1 1-1 0 0,1 0 0 0 0,0 0 0 0 0,-1 0 0 0 0,1 0 0 0 0,0-1 0 0 0,-1 1 0 0 0,1 0 0 0 0,-3-3-2367 0 0,3 3 2367 0 0,0-1 0 0 0,1-8-4645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7:47.1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175 191 3600 0 0,'0'-5'543'0'0,"1"-1"-1"0"0,0 0 0 0 0,0 0 1 0 0,1 1-1 0 0,0-1 0 0 0,0 1 0 0 0,0-1 1 0 0,5-7-1 0 0,28-44 2360 0 0,-17 29-892 0 0,-15 22-1205 0 0,1 0 0 0 0,0 1 1 0 0,0 0-1 0 0,0 0 1 0 0,0 0-1 0 0,1 0 0 0 0,7-5 1 0 0,-26 42 1439 0 0,-90 144-859 0 0,70-123-1006 0 0,2 2 0 0 0,-46 107-1 0 0,73-149-255 0 0,1 1 0 0 0,0-1 0 0 0,0 1 0 0 0,2 0 0 0 0,0 0 0 0 0,0 0 0 0 0,1 1 0 0 0,2 13 0 0 0,-1-26-95 0 0,1-1-1 0 0,-1 1 0 0 0,1-1 1 0 0,0 0-1 0 0,-1 1 0 0 0,1-1 1 0 0,0 0-1 0 0,0 0 0 0 0,0 0 1 0 0,0 0-1 0 0,0 0 0 0 0,0 0 1 0 0,0 0-1 0 0,0 0 0 0 0,0 0 1 0 0,1 0-1 0 0,-1 0 0 0 0,0-1 1 0 0,1 1-1 0 0,-1-1 1 0 0,0 1-1 0 0,1-1 0 0 0,-1 1 1 0 0,1-1-1 0 0,-1 0 0 0 0,0 0 1 0 0,1 1-1 0 0,2-1 0 0 0,48 0 348 0 0,-44-1-310 0 0,187-14 731 0 0,55-2-361 0 0,-232 14-1325 0 0,-17-8-1274 0 0,-2-5-198 0 0,-1-14-11108 0 0,-1 21 8804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7:47.4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109 22 4464 0 0,'-6'-22'11843'0'0,"6"23"-11696"0"0,-1-1 0 0 0,0 1-1 0 0,0-1 1 0 0,1 1 0 0 0,-1-1-1 0 0,0 1 1 0 0,1 0 0 0 0,-1-1-1 0 0,0 1 1 0 0,1 0 0 0 0,-1 0-1 0 0,1-1 1 0 0,0 1 0 0 0,-1 0-1 0 0,1 0 1 0 0,-1 0 0 0 0,1 0-1 0 0,0-1 1 0 0,0 1 0 0 0,-1 0-1 0 0,1 0 1 0 0,0 0 0 0 0,0 1-1 0 0,-5 30 1641 0 0,4-24-1180 0 0,-18 198 1405 0 0,16-143-1272 0 0,-2-1 1 0 0,-19 86-1 0 0,12-118-5202 0 0,1-18 690 0 0,11-12 3678 0 0,0 0 0 0 0,-1 1 0 0 0,1-1 0 0 0,0 0 0 0 0,-1 0 0 0 0,1 0 0 0 0,-1 0 0 0 0,1 0 0 0 0,0 0 0 0 0,-1 0 0 0 0,1 0 0 0 0,0 0 0 0 0,-1 0 0 0 0,1 0 1 0 0,0 0-1 0 0,-1 0 0 0 0,1 0 0 0 0,-1 0 0 0 0,1 0 0 0 0,0 0 0 0 0,-1 0 0 0 0,1-1 0 0 0,0 1 0 0 0,-1 0 0 0 0,1 0 0 0 0,0 0 0 0 0,0-1 0 0 0,-1 1 0 0 0,1 0 0 0 0,0 0 0 0 0,-1-1 0 0 0,1 1 0 0 0,0-1 0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8:15.7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0 122 4456 0 0,'2'-19'2095'0'0,"0"0"-1"0"0,1 1 1 0 0,0-1-1 0 0,7-17 1 0 0,-10 35-1949 0 0,0 1 0 0 0,0-1 0 0 0,0 1 0 0 0,0-1 0 0 0,1 1 0 0 0,-1-1 0 0 0,0 1 0 0 0,0 0 0 0 0,0-1 1 0 0,0 1-1 0 0,1-1 0 0 0,-1 1 0 0 0,0-1 0 0 0,0 1 0 0 0,1 0 0 0 0,-1-1 0 0 0,0 1 0 0 0,1 0 0 0 0,-1-1 0 0 0,0 1 0 0 0,1 0 1 0 0,-1 0-1 0 0,1-1 0 0 0,-1 1 0 0 0,0 0 0 0 0,2-1 0 0 0,4 10 2612 0 0,3 19-1136 0 0,-9-27-1692 0 0,3 17 365 0 0,0 1 1 0 0,-1-1 0 0 0,-2 34 0 0 0,1 1 37 0 0,0 380 1070 0 0,-3-250-2636 0 0,2-242-1887 0 0,3-29-9832 0 0,-2 56 8559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8:16.1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260 58 4000 0 0,'19'-17'3253'0'0,"-10"11"-2457"0"0,-1 1 0 0 0,1 0 0 0 0,0 1 0 0 0,1-1 0 0 0,-1 2 0 0 0,1-1-1 0 0,0 1 1 0 0,0 1 0 0 0,11-2 0 0 0,-20 4-727 0 0,-1 0 1 0 0,1 0-1 0 0,-1 0 0 0 0,1 0 0 0 0,-1 0 0 0 0,1 0 1 0 0,-1 1-1 0 0,0-1 0 0 0,1 0 0 0 0,-1 0 1 0 0,1 0-1 0 0,-1 1 0 0 0,1-1 0 0 0,-1 0 1 0 0,1 0-1 0 0,-1 1 0 0 0,0-1 0 0 0,1 0 0 0 0,-1 1 1 0 0,0-1-1 0 0,1 1 0 0 0,-1-1 0 0 0,0 0 1 0 0,1 1-1 0 0,-1-1 0 0 0,0 1 0 0 0,0-1 1 0 0,0 1-1 0 0,1-1 0 0 0,-1 1 0 0 0,0-1 1 0 0,0 1-1 0 0,0-1 0 0 0,0 1 0 0 0,0-1 0 0 0,0 1 1 0 0,0 19 1490 0 0,-3-10-1208 0 0,0 1-1 0 0,0-1 0 0 0,-1 0 0 0 0,-1 0 0 0 0,1 0 0 0 0,-2 0 1 0 0,-10 15-1 0 0,1-1-161 0 0,-27 39 114 0 0,-3-2 0 0 0,-3-1 1 0 0,-84 81-1 0 0,121-130-259 0 0,0-1 30 0 0,1 1-1 0 0,0 0 1 0 0,0 0 0 0 0,-7 14 0 0 0,62-22 389 0 0,49-7-95 0 0,-60 2-319 0 0,-1 1 0 0 0,0 1-1 0 0,67 9 1 0 0,-94-7-99 0 0,0 0 0 0 0,-1 0 0 0 0,1 0 0 0 0,0 0 0 0 0,-1 1 1 0 0,1 0-1 0 0,-1 0 0 0 0,0 1 0 0 0,0-1 0 0 0,-1 1 0 0 0,1 0 0 0 0,6 8 0 0 0,1-1-417 0 0,2-2-1980 0 0,9-4-9899 0 0,-17-5 7796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8:16.5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0 242 3688 0 0,'11'-242'14361'0'0,"-10"319"-9350"0"0,0 12-3633 0 0,1 119-1069 0 0,-2-194-270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8:19.3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402 218 4116 0 0,'-21'4'3891'0'0,"18"0"-3465"0"0,0 0 1 0 0,0 1-1 0 0,0-1 1 0 0,0 1-1 0 0,1-1 1 0 0,-1 1-1 0 0,1 0 1 0 0,0 0-1 0 0,1-1 0 0 0,-1 2 1 0 0,1-1-1 0 0,0 0 1 0 0,0 0-1 0 0,1 0 1 0 0,-1 0-1 0 0,1 1 1 0 0,0-1-1 0 0,1 0 1 0 0,1 8-1 0 0,-2-12-310 0 0,0 0 1 0 0,0 0-1 0 0,0-1 0 0 0,0 1 0 0 0,1 0 0 0 0,-1 0 0 0 0,0 0 1 0 0,1 0-1 0 0,-1-1 0 0 0,1 1 0 0 0,-1 0 0 0 0,1-1 1 0 0,-1 1-1 0 0,1 0 0 0 0,-1-1 0 0 0,1 1 0 0 0,0 0 1 0 0,-1-1-1 0 0,1 1 0 0 0,0-1 0 0 0,0 1 0 0 0,-1-1 1 0 0,1 0-1 0 0,0 1 0 0 0,0-1 0 0 0,1 1 0 0 0,0-1-7 0 0,0 0-1 0 0,0 0 1 0 0,0 0-1 0 0,0 0 1 0 0,0 0-1 0 0,0 0 0 0 0,0-1 1 0 0,0 1-1 0 0,0-1 1 0 0,0 0-1 0 0,3 0 1 0 0,0-2 11 0 0,1 0 1 0 0,-1 0 0 0 0,1 0 0 0 0,-1 0-1 0 0,0-1 1 0 0,0 0 0 0 0,5-5 0 0 0,-4 0 3 0 0,1-1 1 0 0,-2 1 0 0 0,1-1-1 0 0,-1 0 1 0 0,-1 0-1 0 0,1-1 1 0 0,-2 1 0 0 0,0-1-1 0 0,0 0 1 0 0,2-13 0 0 0,-4 17-75 0 0,0-1 0 0 0,0 1 0 0 0,-1 0 0 0 0,0-1 0 0 0,0 1 0 0 0,-1 0 0 0 0,0-1 1 0 0,0 1-1 0 0,0 0 0 0 0,-1 0 0 0 0,0-1 0 0 0,-1 1 0 0 0,0 1 0 0 0,0-1 0 0 0,0 0 0 0 0,-6-8 1 0 0,4 10-28 0 0,0 0 1 0 0,-1 0 0 0 0,1 1 0 0 0,-1 0 0 0 0,0 0-1 0 0,0 0 1 0 0,0 0 0 0 0,-1 1 0 0 0,1 0-1 0 0,-1 1 1 0 0,0-1 0 0 0,0 1 0 0 0,1 1 0 0 0,-1-1-1 0 0,-1 1 1 0 0,1 0 0 0 0,0 1 0 0 0,0 0 0 0 0,-14 1-1 0 0,7 0-7 0 0,0 1-1 0 0,1 0 1 0 0,-1 1-1 0 0,1 1 1 0 0,-1 0-1 0 0,1 1 0 0 0,0 0 1 0 0,1 1-1 0 0,-16 9 1 0 0,15-5-7 0 0,0 0 1 0 0,1 2-1 0 0,1-1 1 0 0,0 1-1 0 0,0 1 1 0 0,1 0 0 0 0,1 0-1 0 0,-13 24 1 0 0,13-20 5 0 0,1 1 1 0 0,0 1 0 0 0,1 0 0 0 0,1 0 0 0 0,-6 34 0 0 0,-2 95 99 0 0,13-124-82 0 0,1 0 1 0 0,1 1-1 0 0,1-1 1 0 0,1-1-1 0 0,2 1 1 0 0,0 0-1 0 0,10 25 1 0 0,-12-39-6 0 0,1 0 0 0 0,0 0-1 0 0,1 0 1 0 0,0-1 0 0 0,1 0 0 0 0,-1 0 0 0 0,2 0-1 0 0,-1-1 1 0 0,1 0 0 0 0,1 0 0 0 0,-1-1 0 0 0,1 1 0 0 0,1-2-1 0 0,-1 1 1 0 0,1-1 0 0 0,0-1 0 0 0,0 0 0 0 0,17 7-1 0 0,-8-6 38 0 0,1-1 0 0 0,0-1 0 0 0,1-1 0 0 0,-1-1 0 0 0,0 0-1 0 0,1-2 1 0 0,-1 0 0 0 0,37-5 0 0 0,1-6-27 0 0,91-28-1 0 0,-74 17-467 0 0,-32 12-1995 0 0,-12 8-6224 0 0,-13 2 3641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8:20.2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0 289 3616 0 0,'0'-275'12205'0'0,"1"262"-9760"0"0,1 21-362 0 0,1 26-812 0 0,0 537 1965 0 0,-12-439-4198 0 0,13-185-13855 0 0,1 33 10284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8:21.1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338 1 4688 0 0,'0'0'1615'0'0,"1"0"-1224"0"0,0 1 0 0 0,0 0 1 0 0,-1 0-1 0 0,1-1 0 0 0,0 1 1 0 0,-1 0-1 0 0,1 0 1 0 0,-1 0-1 0 0,1 0 0 0 0,-1 0 1 0 0,0 0-1 0 0,1 0 0 0 0,-1 0 1 0 0,0 0-1 0 0,1 2 0 0 0,-9 15 380 0 0,-1-1 0 0 0,-1 0 0 0 0,0 0-1 0 0,-1 0 1 0 0,-1-2 0 0 0,-1 1-1 0 0,-15 14 1 0 0,17-18-332 0 0,-83 83 1573 0 0,59-63-1753 0 0,-52 63 0 0 0,85-91-247 0 0,0-1-1 0 0,0 0 0 0 0,0 1 0 0 0,0-1 1 0 0,0 1-1 0 0,1 0 0 0 0,-1 0 0 0 0,1 0 1 0 0,-1 4-1 0 0,2-7-6 0 0,0 0 0 0 0,0 0 0 0 0,0 1 0 0 0,0-1 0 0 0,0 0 0 0 0,0 0 0 0 0,0 0 0 0 0,0 0 0 0 0,0 0 0 0 0,0 1 0 0 0,1-1 0 0 0,-1 0 0 0 0,0 0 0 0 0,1 0 0 0 0,-1 0 0 0 0,1 0-1 0 0,-1 0 1 0 0,1 0 0 0 0,0 0 0 0 0,-1 0 0 0 0,1 0 0 0 0,0 0 0 0 0,0-1 0 0 0,0 1 0 0 0,0 0 0 0 0,-1 0 0 0 0,1-1 0 0 0,0 1 0 0 0,0 0 0 0 0,0-1 0 0 0,0 1 0 0 0,1-1 0 0 0,-1 0 0 0 0,1 1 0 0 0,57 11 149 0 0,-44-10-54 0 0,-1 0 0 0 0,28 9 0 0 0,-38-9-65 0 0,1 0-1 0 0,0 1 1 0 0,-1-1 0 0 0,0 1-1 0 0,1-1 1 0 0,-1 1-1 0 0,0 0 1 0 0,-1 1-1 0 0,1-1 1 0 0,0 1-1 0 0,-1 0 1 0 0,5 6-1 0 0,9 18 159 0 0,-13-20-184 0 0,1 1-1 0 0,0-1 0 0 0,1 0 1 0 0,0-1-1 0 0,0 1 0 0 0,11 9 1 0 0,-15-16-67 0 0,0 1-1 0 0,0-1 1 0 0,0 0 0 0 0,0 0 0 0 0,0 0 0 0 0,0 0 0 0 0,1 0-1 0 0,-1-1 1 0 0,0 1 0 0 0,1-1 0 0 0,-1 1 0 0 0,0-1 0 0 0,1 0-1 0 0,-1 0 1 0 0,1 0 0 0 0,-1 0 0 0 0,0-1 0 0 0,1 1 0 0 0,-1 0-1 0 0,0-1 1 0 0,1 0 0 0 0,-1 1 0 0 0,0-1 0 0 0,0 0-1 0 0,0 0 1 0 0,0-1 0 0 0,0 1 0 0 0,0 0 0 0 0,0-1 0 0 0,0 1-1 0 0,3-4 1 0 0,2-1-231 0 0,0-1-1 0 0,0-1 1 0 0,-1 1 0 0 0,0-1-1 0 0,-1 0 1 0 0,1-1-1 0 0,-2 1 1 0 0,1-1-1 0 0,-1 0 1 0 0,0 0-1 0 0,-1 0 1 0 0,0-1 0 0 0,-1 1-1 0 0,3-16 1 0 0,0-14 182 0 0,-2-1 0 0 0,-1-47 0 0 0,-2 70 344 0 0,0-3 2400 0 0,1 36-857 0 0,0 34-702 0 0,-6 194 604 0 0,7-275-1658 0 0,2 0 1 0 0,2 0-1 0 0,1 1 1 0 0,1-1-1 0 0,1 2 0 0 0,2-1 1 0 0,25-48-1 0 0,-36 77-24 0 0,1 0 1 0 0,-1 0-1 0 0,0 0 0 0 0,0 0 0 0 0,1 1 1 0 0,-1-1-1 0 0,0 0 0 0 0,1 0 0 0 0,-1 1 1 0 0,1-1-1 0 0,-1 0 0 0 0,1 1 0 0 0,-1-1 0 0 0,1 0 1 0 0,-1 1-1 0 0,1-1 0 0 0,0 1 0 0 0,-1-1 1 0 0,1 1-1 0 0,0-1 0 0 0,0 1 0 0 0,-1-1 1 0 0,1 1-1 0 0,0 0 0 0 0,0-1 0 0 0,-1 1 1 0 0,1 0-1 0 0,0 0 0 0 0,0 0 0 0 0,0 0 0 0 0,0-1 1 0 0,0 1-1 0 0,0 1 0 0 0,1 0 1 0 0,-2 0 0 0 0,1 0 0 0 0,0 0 0 0 0,0 0-1 0 0,0 0 1 0 0,0 1 0 0 0,-1-1 0 0 0,1 0 0 0 0,0 1 0 0 0,-1-1-1 0 0,1 0 1 0 0,-1 1 0 0 0,0-1 0 0 0,1 1 0 0 0,-1-1 0 0 0,0 0 0 0 0,0 1-1 0 0,0 2 1 0 0,1 72 51 0 0,-2-49-35 0 0,2 0-1 0 0,1-1 0 0 0,8 44 1 0 0,-10-67-15 0 0,1-1 1 0 0,-1 1 0 0 0,1 0 0 0 0,0-1 0 0 0,0 1 0 0 0,0-1 0 0 0,0 1 0 0 0,1-1 0 0 0,-1 0 0 0 0,1 1 0 0 0,-1-1 0 0 0,1 0-1 0 0,0 0 1 0 0,0 0 0 0 0,0 0 0 0 0,0-1 0 0 0,0 1 0 0 0,3 1 0 0 0,-3-2-3 0 0,0 0 1 0 0,1 0-1 0 0,-1-1 0 0 0,0 1 1 0 0,0-1-1 0 0,1 0 0 0 0,-1 0 0 0 0,0 0 1 0 0,0 0-1 0 0,1 0 0 0 0,-1 0 1 0 0,0 0-1 0 0,1-1 0 0 0,-1 1 1 0 0,0-1-1 0 0,0 0 0 0 0,3 0 0 0 0,2-3-6 0 0,0 1-1 0 0,-1-1 0 0 0,1-1 0 0 0,-1 1 0 0 0,0-1 0 0 0,0 0 0 0 0,0 0 0 0 0,-1-1 0 0 0,0 0 0 0 0,0 0 0 0 0,6-8 1 0 0,32-68-26 0 0,-34 60 72 0 0,2 2 0 0 0,0-1 0 0 0,2 1 0 0 0,23-30 0 0 0,-33 47-14 0 0,-1 0 0 0 0,1 1-1 0 0,-1 0 1 0 0,1 0-1 0 0,0-1 1 0 0,-1 2 0 0 0,1-1-1 0 0,0 0 1 0 0,0 0 0 0 0,1 1-1 0 0,-1 0 1 0 0,4-2-1 0 0,-6 3-9 0 0,0 0 0 0 0,1 0-1 0 0,-1 0 1 0 0,0 0 0 0 0,0 1-1 0 0,0-1 1 0 0,0 0 0 0 0,0 0-1 0 0,0 1 1 0 0,0-1 0 0 0,0 0-1 0 0,0 1 1 0 0,0-1-1 0 0,0 1 1 0 0,0 0 0 0 0,0-1-1 0 0,0 1 1 0 0,0 0 0 0 0,0-1-1 0 0,-1 1 1 0 0,1 0 0 0 0,0 0-1 0 0,0 0 1 0 0,-1 0 0 0 0,1 0-1 0 0,-1 0 1 0 0,1 0 0 0 0,-1 0-1 0 0,1 0 1 0 0,-1 0-1 0 0,0 0 1 0 0,1 0 0 0 0,-1 0-1 0 0,0 0 1 0 0,0 0 0 0 0,0 0-1 0 0,0 1 1 0 0,0 0 0 0 0,6 50 282 0 0,-3-1 1 0 0,-6 88 0 0 0,0-28-655 0 0,1-51-3039 0 0,-4-21-9203 0 0,2-29 7597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8:22.9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162 138 6233 0 0,'1'-28'3012'0'0,"0"20"-1993"0"0,0-1 0 0 0,-1 0 0 0 0,-1 0 1 0 0,1 0-1 0 0,-1 0 0 0 0,-5-16 1 0 0,6 24-911 0 0,0 1 1 0 0,0 0-1 0 0,0-1 1 0 0,0 1-1 0 0,0-1 1 0 0,0 1-1 0 0,0 0 1 0 0,-1-1-1 0 0,1 1 1 0 0,0-1 0 0 0,0 1-1 0 0,0 0 1 0 0,-1-1-1 0 0,1 1 1 0 0,0 0-1 0 0,0 0 1 0 0,-1-1-1 0 0,1 1 1 0 0,0 0 0 0 0,-1-1-1 0 0,1 1 1 0 0,0 0-1 0 0,-1 0 1 0 0,1 0-1 0 0,0-1 1 0 0,-1 1-1 0 0,1 0 1 0 0,-1 0-1 0 0,1 0 1 0 0,0 0 0 0 0,-1 0-1 0 0,0 0 1 0 0,-8 10 1961 0 0,-2 21-533 0 0,4 47-661 0 0,3 138 0 0 0,5-67-563 0 0,-2 129 142 0 0,-32-578-3442 0 0,-6-49 1365 0 0,38 330 1550 0 0,0 9 37 0 0,0 1 1 0 0,1-1-1 0 0,1 0 0 0 0,-1 1 0 0 0,4-16 0 0 0,-3 22 43 0 0,0 1 1 0 0,0-1-1 0 0,0 1 0 0 0,0 0 0 0 0,0 0 0 0 0,1-1 0 0 0,-1 1 1 0 0,0 0-1 0 0,1 0 0 0 0,0 1 0 0 0,-1-1 0 0 0,1 0 0 0 0,0 0 0 0 0,0 1 1 0 0,0-1-1 0 0,0 1 0 0 0,0 0 0 0 0,1-1 0 0 0,-1 1 0 0 0,0 0 1 0 0,1 0-1 0 0,-1 1 0 0 0,0-1 0 0 0,1 0 0 0 0,-1 1 0 0 0,5-1 1 0 0,2 1 36 0 0,0-1 1 0 0,1 2-1 0 0,-1-1 1 0 0,0 1-1 0 0,0 1 1 0 0,0 0-1 0 0,0 0 1 0 0,0 1-1 0 0,0 0 1 0 0,0 0-1 0 0,-1 1 1 0 0,0 0-1 0 0,0 0 1 0 0,0 1 0 0 0,0 1-1 0 0,-1-1 1 0 0,13 12-1 0 0,-1 1 63 0 0,-1 1 0 0 0,-1 0 0 0 0,0 2 0 0 0,-2-1 0 0 0,15 27-1 0 0,-14-16 68 0 0,-1 0-1 0 0,-2 0 0 0 0,17 61 0 0 0,-25-72-84 0 0,0 0 0 0 0,-1 0-1 0 0,-1 1 1 0 0,-2 0 0 0 0,0-1 0 0 0,0 1-1 0 0,-2 0 1 0 0,-1-1 0 0 0,-1 1-1 0 0,0-1 1 0 0,-8 23 0 0 0,6-28-26 0 0,-1 0-1 0 0,-1 0 1 0 0,0-1 0 0 0,-1 0 0 0 0,0-1-1 0 0,-1 0 1 0 0,-1 0 0 0 0,0-1 0 0 0,-1 0 0 0 0,0 0-1 0 0,-1-1 1 0 0,0-1 0 0 0,0 0 0 0 0,-21 11-1 0 0,12-9 0 0 0,0 0-1 0 0,-1-2 1 0 0,0-1 0 0 0,-1-1-1 0 0,0 0 1 0 0,0-2-1 0 0,0-1 1 0 0,-1-1-1 0 0,-41 2 1 0 0,64-6-126 0 0,-1 0 1 0 0,1 0 0 0 0,-1 0 0 0 0,1 0-1 0 0,-1 0 1 0 0,1 0 0 0 0,-1-1-1 0 0,1 1 1 0 0,0-1 0 0 0,-1 1 0 0 0,1-1-1 0 0,0 1 1 0 0,-1-1 0 0 0,1 0-1 0 0,0 0 1 0 0,0 0 0 0 0,-2-1 0 0 0,2 1-239 0 0,1 0 1 0 0,-1 1-1 0 0,1-1 1 0 0,0 0-1 0 0,0 0 1 0 0,0 1-1 0 0,-1-1 1 0 0,1 0 0 0 0,0 0-1 0 0,0 0 1 0 0,0 1-1 0 0,0-1 1 0 0,0 0-1 0 0,0 0 1 0 0,0 0-1 0 0,1 1 1 0 0,-1-1 0 0 0,0 0-1 0 0,0 0 1 0 0,0 1-1 0 0,1-1 1 0 0,-1 0-1 0 0,1 0 1 0 0,-1 1-1 0 0,0-1 1 0 0,1 0-1 0 0,-1 1 1 0 0,1-1 0 0 0,-1 1-1 0 0,1-1 1 0 0,0 0-1 0 0,-1 1 1 0 0,2-1-1 0 0,12-11-4732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8:23.7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60 151 3288 0 0,'-3'-151'16750'0'0,"-2"158"-15004"0"0,-5 9-857 0 0,2 12-113 0 0,1 1 0 0 0,2 0 0 0 0,-4 57 0 0 0,8 91 143 0 0,3-83-458 0 0,-2-43-295 0 0,-8 200 376 0 0,5-230-949 0 0,1-30-459 0 0,1-38-1812 0 0,2-29-11387 0 0,0 44 9148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8:24.1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240 59 3992 0 0,'3'-4'439'0'0,"0"1"-1"0"0,-1-1 1 0 0,1 1-1 0 0,1 0 0 0 0,-1 0 1 0 0,0 0-1 0 0,1 0 1 0 0,-1 1-1 0 0,1-1 0 0 0,4-1 1 0 0,-7 3-364 0 0,3-2 267 0 0,-1 1 0 0 0,1-1 0 0 0,0 1-1 0 0,0 0 1 0 0,0 0 0 0 0,0 0 0 0 0,1 1 0 0 0,-1-1 0 0 0,0 1 0 0 0,1 0-1 0 0,-1 0 1 0 0,0 1 0 0 0,7-1 0 0 0,-10 2-252 0 0,0-1 0 0 0,0 1 1 0 0,-1-1-1 0 0,1 1 0 0 0,0 0 0 0 0,-1 0 1 0 0,1-1-1 0 0,-1 1 0 0 0,1 0 0 0 0,-1 0 1 0 0,1 0-1 0 0,-1-1 0 0 0,0 1 0 0 0,1 0 1 0 0,-1 0-1 0 0,0 0 0 0 0,1 0 0 0 0,-1 0 1 0 0,0 0-1 0 0,0 0 0 0 0,0 0 0 0 0,0 0 1 0 0,0 0-1 0 0,0 0 0 0 0,0 0 0 0 0,0 0 1 0 0,-1-1-1 0 0,1 1 0 0 0,-1 1 0 0 0,-7 30 1400 0 0,-7-5-558 0 0,0 0 1 0 0,-2-1 0 0 0,-31 38-1 0 0,26-35-758 0 0,-74 76 529 0 0,70-78-447 0 0,0 0-1 0 0,-41 59 1 0 0,65-84-241 0 0,1 0 0 0 0,0 0 0 0 0,-1 0 0 0 0,1 1 0 0 0,0-1 0 0 0,0 0 0 0 0,1 0 0 0 0,-1 1 1 0 0,0-1-1 0 0,1 0 0 0 0,-1 1 0 0 0,1 3 0 0 0,0-5-8 0 0,1 0-1 0 0,-1 0 1 0 0,1 0 0 0 0,-1 0 0 0 0,1 0-1 0 0,-1 0 1 0 0,1-1 0 0 0,0 1 0 0 0,0 0 0 0 0,-1 0-1 0 0,1 0 1 0 0,0-1 0 0 0,0 1 0 0 0,0 0-1 0 0,0-1 1 0 0,0 1 0 0 0,0-1 0 0 0,0 1-1 0 0,0-1 1 0 0,0 1 0 0 0,0-1 0 0 0,0 0-1 0 0,0 0 1 0 0,0 1 0 0 0,1-1 0 0 0,1 0 0 0 0,56 11 109 0 0,-35-8-62 0 0,0 2-1 0 0,0 0 0 0 0,33 13 0 0 0,-45-11-24 0 0,-1 1-1 0 0,0 0 1 0 0,-1 0 0 0 0,0 1 0 0 0,0 1-1 0 0,-1 0 1 0 0,0 0 0 0 0,0 0-1 0 0,12 22 1 0 0,-20-30-232 0 0,1 1-1 0 0,-1-1 0 0 0,1 0 1 0 0,-1 0-1 0 0,1 0 0 0 0,0 0 1 0 0,0 0-1 0 0,4 3 0 0 0,-5-5-238 0 0,0 0 0 0 0,-1 1 0 0 0,1-1 0 0 0,0 0-1 0 0,0 0 1 0 0,0 0 0 0 0,0 0 0 0 0,0 0 0 0 0,-1 0-1 0 0,1 0 1 0 0,0 0 0 0 0,0-1 0 0 0,0 1-1 0 0,0 0 1 0 0,0 0 0 0 0,-1-1 0 0 0,1 1 0 0 0,0-1-1 0 0,0 1 1 0 0,-1 0 0 0 0,1-1 0 0 0,0 1 0 0 0,0-1-1 0 0,-1 0 1 0 0,1 1 0 0 0,-1-1 0 0 0,1 0-1 0 0,-1 1 1 0 0,1-1 0 0 0,0-1 0 0 0,8-7-3907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8:24.7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18 144 3568 0 0,'0'-114'14644'0'0,"0"120"-11370"0"0,0 14-2471 0 0,-9 185 1462 0 0,1 0-1163 0 0,16-412-866 0 0,-5 170-220 0 0,2 0-1 0 0,2 0 0 0 0,19-57 1 0 0,-23 85-11 0 0,-2 5 0 0 0,0 1-1 0 0,0-1 1 0 0,0 1 0 0 0,1-1 0 0 0,-1 1 0 0 0,1-1-1 0 0,0 1 1 0 0,0 0 0 0 0,0 0 0 0 0,0 0 0 0 0,5-4-1 0 0,-6 6-1 0 0,-1 1 0 0 0,1 0-1 0 0,-1 0 1 0 0,1 0 0 0 0,-1 0 0 0 0,1 0-1 0 0,-1 0 1 0 0,1 0 0 0 0,0 1-1 0 0,-1-1 1 0 0,1 0 0 0 0,-1 0-1 0 0,1 0 1 0 0,-1 0 0 0 0,1 1 0 0 0,-1-1-1 0 0,0 0 1 0 0,1 1 0 0 0,-1-1-1 0 0,1 0 1 0 0,-1 1 0 0 0,1-1-1 0 0,-1 0 1 0 0,0 1 0 0 0,1-1-1 0 0,-1 1 1 0 0,0-1 0 0 0,0 1 0 0 0,1-1-1 0 0,-1 1 1 0 0,0-1 0 0 0,0 1-1 0 0,1-1 1 0 0,-1 1 0 0 0,0-1-1 0 0,0 1 1 0 0,0-1 0 0 0,0 1 0 0 0,0-1-1 0 0,0 1 1 0 0,6 25 49 0 0,-1 25 32 0 0,-1 1 1 0 0,-7 87-1 0 0,3-136-89 0 0,-1 7-19 0 0,0-1 0 0 0,1 1 0 0 0,0-1 0 0 0,0 0 0 0 0,1 1 0 0 0,1-1 0 0 0,0 1 0 0 0,3 11 0 0 0,-4-21 11 0 0,0 1 0 0 0,-1-1 0 0 0,1 1 1 0 0,0-1-1 0 0,-1 0 0 0 0,1 1 0 0 0,0-1 0 0 0,0 0 0 0 0,-1 0 0 0 0,1 1 1 0 0,0-1-1 0 0,0 0 0 0 0,0 0 0 0 0,-1 0 0 0 0,1 0 0 0 0,0 0 0 0 0,0 0 0 0 0,0 0 1 0 0,-1 0-1 0 0,1 0 0 0 0,0-1 0 0 0,0 1 0 0 0,-1 0 0 0 0,1 0 0 0 0,0-1 1 0 0,0 1-1 0 0,-1-1 0 0 0,1 1 0 0 0,0 0 0 0 0,-1-1 0 0 0,1 1 0 0 0,0-1 1 0 0,-1 1-1 0 0,1-2 0 0 0,25-18-194 0 0,-4-2 23 0 0,-2-2-1 0 0,21-30 1 0 0,-27 34 91 0 0,1 0 1 0 0,0 2-1 0 0,1-1 1 0 0,34-27-1 0 0,-47 44 94 0 0,0-1 0 0 0,0 1 0 0 0,0 0 1 0 0,0 0-1 0 0,1 0 0 0 0,-1 1 0 0 0,1-1 0 0 0,-1 1 0 0 0,1 0 0 0 0,-1 0 0 0 0,1 0 0 0 0,0 1 0 0 0,0-1 0 0 0,6 1 0 0 0,-8 0 5 0 0,1 1-1 0 0,-1-1 0 0 0,0 1 0 0 0,0 0 0 0 0,0 0 0 0 0,0 0 0 0 0,0 0 0 0 0,0 0 0 0 0,0 0 0 0 0,0 0 0 0 0,-1 1 0 0 0,1-1 0 0 0,0 1 0 0 0,-1 0 0 0 0,1-1 0 0 0,-1 1 0 0 0,0 0 0 0 0,1 0 0 0 0,-1 0 0 0 0,0 0 0 0 0,0 0 0 0 0,0 0 0 0 0,0 0 0 0 0,-1 0 0 0 0,1 0 0 0 0,0 3 0 0 0,5 24 57 0 0,-1-1 1 0 0,-2 0 0 0 0,-1 1-1 0 0,-2 39 1 0 0,0-51-35 0 0,0 128-1552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8:26.1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136 77 4304 0 0,'-31'-1'5794'0'0,"18"0"-4423"0"0,1 0 0 0 0,0 2-1 0 0,-1-1 1 0 0,1 1 0 0 0,0 1 0 0 0,-15 4 0 0 0,28-6-1344 0 0,-1 0 1 0 0,0 0 0 0 0,0 0 0 0 0,0 0-1 0 0,0 0 1 0 0,0 0 0 0 0,0 0-1 0 0,0 1 1 0 0,0-1 0 0 0,0 0-1 0 0,0 0 1 0 0,0 0 0 0 0,0 0-1 0 0,0 0 1 0 0,0 0 0 0 0,0 1-1 0 0,1-1 1 0 0,-1 0 0 0 0,0 0 0 0 0,0 0-1 0 0,0 0 1 0 0,-1 0 0 0 0,1 0-1 0 0,0 1 1 0 0,0-1 0 0 0,0 0-1 0 0,0 0 1 0 0,0 0 0 0 0,0 0-1 0 0,0 0 1 0 0,0 0 0 0 0,0 1-1 0 0,0-1 1 0 0,0 0 0 0 0,0 0 0 0 0,0 0-1 0 0,0 0 1 0 0,0 0 0 0 0,-1 0-1 0 0,1 0 1 0 0,0 0 0 0 0,0 0-1 0 0,0 0 1 0 0,0 1 0 0 0,0-1-1 0 0,0 0 1 0 0,0 0 0 0 0,0 0-1 0 0,-1 0 1 0 0,1 0 0 0 0,0 0 0 0 0,0 0-1 0 0,0 0 1 0 0,0 0 0 0 0,0 0-1 0 0,0 0 1 0 0,-1 0 0 0 0,1 0-1 0 0,0 0 1 0 0,0 0 0 0 0,0 0-1 0 0,0 0 1 0 0,0 0 0 0 0,0 0-1 0 0,-1 0 1 0 0,1 0 0 0 0,0-1-1 0 0,0 1 1 0 0,14 3 549 0 0,22-1-276 0 0,149-2 586 0 0,321-3 479 0 0,-2-39-501 0 0,-321 18-520 0 0,0 8 0 0 0,189 8 1 0 0,-308 9-220 0 0,-39-1-47 0 0,-19 0-21 0 0,-8 0 17 0 0,-85 4-434 0 0,69-2-3546 0 0,0 1-3912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8:33.9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71 58 3632 0 0,'-71'0'14461'0'0,"81"-3"-11512"0"0,40-13-2362 0 0,-12 6-323 0 0,0 1 0 0 0,1 1-1 0 0,0 3 1 0 0,0 1-1 0 0,0 2 1 0 0,1 1 0 0 0,-1 3-1 0 0,0 1 1 0 0,51 10 0 0 0,-71-7-43 0 0,0 1 0 0 0,-1 0 0 0 0,0 1 0 0 0,-1 1 0 0 0,18 12 1 0 0,-31-19-181 0 0,3 2 29 0 0,0-1 1 0 0,0 0 0 0 0,0-1-1 0 0,1 0 1 0 0,-1 0 0 0 0,1-1-1 0 0,0 0 1 0 0,-1 0 0 0 0,1 0 0 0 0,10-2-1 0 0,0 0-225 0 0,0 0 0 0 0,-1-2 0 0 0,22-5 0 0 0,-33 8-3283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8:41.6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86 1 3656 0 0,'-8'3'994'0'0,"1"-1"-1"0"0,-1 0 1 0 0,0 0 0 0 0,0 0-1 0 0,-14 0 1 0 0,-3-1 4615 0 0,81 4 1330 0 0,30 14-4244 0 0,21 2-1940 0 0,87-11-505 0 0,-65-10-5113 0 0,-29-1-6059 0 0,-57 1 5885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8:40.8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235 236 5521 0 0,'0'-30'5817'0'0,"0"29"-5644"0"0,0-1-1 0 0,0 1 1 0 0,0 0 0 0 0,0-1 0 0 0,0 1 0 0 0,0 0 0 0 0,0 0 0 0 0,0-1-1 0 0,-1 1 1 0 0,1 0 0 0 0,0 0 0 0 0,-1 0 0 0 0,1-1 0 0 0,-1 1 0 0 0,1 0-1 0 0,-1 0 1 0 0,0 0 0 0 0,0 0 0 0 0,1 0 0 0 0,-1 0 0 0 0,0 0 0 0 0,0 0-1 0 0,0 0 1 0 0,-1 0 0 0 0,0 0 14 0 0,0 1 0 0 0,1-1 0 0 0,-1 1 0 0 0,1 0-1 0 0,-1 0 1 0 0,0-1 0 0 0,1 1 0 0 0,-1 1 0 0 0,0-1 0 0 0,1 0 0 0 0,-1 0-1 0 0,0 1 1 0 0,1-1 0 0 0,-1 0 0 0 0,1 1 0 0 0,-2 0 0 0 0,-6 3 384 0 0,1 0 1 0 0,0 1 0 0 0,1 0-1 0 0,-1 0 1 0 0,-11 11-1 0 0,6-3-205 0 0,0 0 0 0 0,1 0 0 0 0,1 1-1 0 0,0 1 1 0 0,1 0 0 0 0,1 1 0 0 0,0-1-1 0 0,1 2 1 0 0,1-1 0 0 0,0 1 0 0 0,1 0-1 0 0,1 1 1 0 0,1-1 0 0 0,0 1 0 0 0,0 18-1 0 0,3-31-334 0 0,0 0 0 0 0,1-1 0 0 0,0 1 0 0 0,0 0 0 0 0,1 0 0 0 0,-1 0 0 0 0,1-1 0 0 0,0 1 1 0 0,0 0-1 0 0,1-1 0 0 0,-1 1 0 0 0,1 0 0 0 0,0-1 0 0 0,0 0 0 0 0,1 0 0 0 0,-1 0 0 0 0,1 0 0 0 0,0 0 0 0 0,0 0 0 0 0,0 0 0 0 0,1-1 0 0 0,-1 0 0 0 0,1 0 0 0 0,7 5 0 0 0,-1-3-75 0 0,0 0 0 0 0,0 0 0 0 0,1-1 0 0 0,0-1 0 0 0,0 0 0 0 0,0 0 0 0 0,0-1 0 0 0,1 0 0 0 0,14-1 0 0 0,4 2-404 0 0,0-3 0 0 0,0 0 0 0 0,0-2-1 0 0,43-8 1 0 0,-63 8 214 0 0,1-1 0 0 0,0 0 0 0 0,-1-1 1 0 0,0 0-1 0 0,0 0 0 0 0,0-2 0 0 0,0 1 0 0 0,-1-1 0 0 0,0 0 0 0 0,0-1 0 0 0,-1 0 1 0 0,0 0-1 0 0,0-1 0 0 0,0 0 0 0 0,8-12 0 0 0,-5 5 104 0 0,-1-1-1 0 0,0 1 1 0 0,-1-2 0 0 0,-1 1-1 0 0,0-1 1 0 0,-1 0 0 0 0,-1-1 0 0 0,-1 1-1 0 0,0-1 1 0 0,3-33 0 0 0,-8 50 156 0 0,1 0 1 0 0,-1 0-1 0 0,0 0 1 0 0,0 0 0 0 0,0 0-1 0 0,0-1 1 0 0,0 1-1 0 0,0 0 1 0 0,0 0 0 0 0,0 0-1 0 0,0 0 1 0 0,0 0-1 0 0,-1 0 1 0 0,1 0 0 0 0,0 0-1 0 0,-1 0 1 0 0,1 0-1 0 0,-1 0 1 0 0,1 0 0 0 0,-1 0-1 0 0,0 0 1 0 0,1 0-1 0 0,-1 0 1 0 0,0 0 0 0 0,0 0-1 0 0,1 1 1 0 0,-1-1-1 0 0,0 0 1 0 0,0 1 0 0 0,0-1-1 0 0,0 0 1 0 0,0 1-1 0 0,0-1 1 0 0,0 1 0 0 0,0 0-1 0 0,0-1 1 0 0,0 1-1 0 0,0 0 1 0 0,0 0 0 0 0,-1 0-1 0 0,1-1 1 0 0,0 1-1 0 0,0 0 1 0 0,0 0 0 0 0,0 1-1 0 0,0-1 1 0 0,0 0-1 0 0,0 0 1 0 0,-1 0 0 0 0,1 1-1 0 0,0-1 1 0 0,-1 1-1 0 0,-6 2 174 0 0,1 0 0 0 0,-1 0 0 0 0,1 1 0 0 0,0 0 0 0 0,-13 9 0 0 0,-8 9 404 0 0,1 1 0 0 0,1 2 0 0 0,-31 38 0 0 0,48-52-426 0 0,1 1 1 0 0,0 1-1 0 0,1 0 1 0 0,0 0-1 0 0,-6 17 1 0 0,10-23-90 0 0,1 1 1 0 0,0-1-1 0 0,0 1 1 0 0,0 0-1 0 0,1 0 0 0 0,0 0 1 0 0,1 0-1 0 0,0 0 1 0 0,0 0-1 0 0,2 9 1 0 0,-1-15-79 0 0,-1-1 0 0 0,1 1 0 0 0,-1-1 1 0 0,1 1-1 0 0,-1-1 0 0 0,1 1 1 0 0,0-1-1 0 0,0 0 0 0 0,0 1 1 0 0,0-1-1 0 0,0 0 0 0 0,0 0 0 0 0,0 0 1 0 0,0 0-1 0 0,0 0 0 0 0,1 0 1 0 0,-1 0-1 0 0,0 0 0 0 0,1 0 1 0 0,-1-1-1 0 0,1 1 0 0 0,-1-1 0 0 0,0 1 1 0 0,1-1-1 0 0,0 1 0 0 0,-1-1 1 0 0,1 0-1 0 0,-1 1 0 0 0,1-1 1 0 0,-1 0-1 0 0,1 0 0 0 0,-1 0 0 0 0,1-1 1 0 0,0 1-1 0 0,-1 0 0 0 0,3-1 1 0 0,3-1-31 0 0,0 1 0 0 0,0-1 0 0 0,0-1 1 0 0,0 1-1 0 0,-1-1 0 0 0,12-7 0 0 0,-11 6-9 0 0,-1-1-1 0 0,0-1 1 0 0,0 1-1 0 0,0-1 1 0 0,0 0-1 0 0,-1 0 1 0 0,0-1-1 0 0,-1 0 1 0 0,1 0-1 0 0,3-8 1 0 0,4-13-109 0 0,14-41 1 0 0,1-3-167 0 0,-20 60 222 0 0,-5 13 47 0 0,-4 22 49 0 0,1-11 6 0 0,-4 225 392 0 0,5-234-420 0 0,0 1 1 0 0,0 0-1 0 0,0 0 0 0 0,1 0 1 0 0,-1 0-1 0 0,1-1 1 0 0,0 1-1 0 0,0 0 0 0 0,0-1 1 0 0,1 1-1 0 0,0 0 1 0 0,-1-1-1 0 0,1 0 0 0 0,0 1 1 0 0,0-1-1 0 0,1 0 1 0 0,-1 0-1 0 0,5 4 0 0 0,-4-5-20 0 0,0-1 0 0 0,-1 1 0 0 0,1-1 1 0 0,0 0-1 0 0,0 0 0 0 0,0 0 0 0 0,0-1 0 0 0,0 1 0 0 0,0-1 0 0 0,0 1 0 0 0,0-1 0 0 0,0 0 0 0 0,0 0 0 0 0,0 0 0 0 0,0-1 0 0 0,0 1 0 0 0,0-1 0 0 0,0 1 0 0 0,-1-1 0 0 0,1 0 0 0 0,0 0 0 0 0,0-1 0 0 0,0 1 0 0 0,-1 0 0 0 0,6-4 0 0 0,4-4-77 0 0,1 0 0 0 0,-1-1 0 0 0,-1 0 0 0 0,0-1 0 0 0,0 0 0 0 0,-1-1 0 0 0,-1 0 0 0 0,0 0 0 0 0,-1-1 0 0 0,0-1 0 0 0,-1 1-1 0 0,0-1 1 0 0,-1 0 0 0 0,5-16 0 0 0,56-179-400 0 0,-84 288 1310 0 0,-10 131 0 0 0,26-198-727 0 0,0-1 1 0 0,0 0-1 0 0,1 1 1 0 0,1-1 0 0 0,0 1-1 0 0,0-1 1 0 0,1 0-1 0 0,5 18 1 0 0,-6-28-70 0 0,0 1 0 0 0,0-1 1 0 0,-1 0-1 0 0,1 1 0 0 0,0-1 1 0 0,0 0-1 0 0,0 0 0 0 0,0 1 0 0 0,1-1 1 0 0,-1 0-1 0 0,0 0 0 0 0,0 0 0 0 0,1 0 1 0 0,-1-1-1 0 0,1 1 0 0 0,-1 0 1 0 0,1-1-1 0 0,2 2 0 0 0,1-1 5 0 0,0 0 0 0 0,0 0 0 0 0,-1 0 0 0 0,1-1 0 0 0,0 0 0 0 0,6 0 0 0 0,4-1 20 0 0,0-2 0 0 0,24-5 0 0 0,-26 4-23 0 0,0 0 1 0 0,-1 0 0 0 0,0-2-1 0 0,0 0 1 0 0,0 0 0 0 0,-1-1-1 0 0,0 0 1 0 0,0-1 0 0 0,0 0-1 0 0,-1-1 1 0 0,-1 0 0 0 0,14-16 0 0 0,1-7-3 0 0,-2 0 0 0 0,33-65 1 0 0,-35 61 3 0 0,105-233 26 0 0,-119 254-31 0 0,0 0 0 0 0,-1-1 1 0 0,-1 1-1 0 0,0-1 1 0 0,-1 0-1 0 0,-1 0 0 0 0,0-27 1 0 0,-2 42-9 0 0,0 1-1 0 0,0-1 1 0 0,0 1 0 0 0,-1-1-1 0 0,1 0 1 0 0,0 1 0 0 0,0-1-1 0 0,-1 1 1 0 0,1-1 0 0 0,-1 1-1 0 0,1-1 1 0 0,0 1 0 0 0,-1-1-1 0 0,1 1 1 0 0,-1 0 0 0 0,1-1-1 0 0,-1 1 1 0 0,1 0 0 0 0,-1-1-1 0 0,1 1 1 0 0,-1 0 0 0 0,0-1-1 0 0,1 1 1 0 0,-1 0 0 0 0,1 0-1 0 0,-1 0 1 0 0,0 0 0 0 0,1 0-1 0 0,-1 0 1 0 0,0-1 0 0 0,1 1-1 0 0,-1 1 1 0 0,1-1 0 0 0,-1 0-1 0 0,0 0 1 0 0,1 0 0 0 0,-1 0-1 0 0,0 0 1 0 0,1 1 0 0 0,-1-1-1 0 0,-27 9 12 0 0,18-2-5 0 0,0 0 1 0 0,0 0-1 0 0,1 1 0 0 0,0 0 0 0 0,1 1 1 0 0,0 0-1 0 0,0 0 0 0 0,1 1 0 0 0,0 0 0 0 0,1 0 1 0 0,0 1-1 0 0,1-1 0 0 0,0 1 0 0 0,-6 21 1 0 0,4-11 4 0 0,2 1 0 0 0,0 0 0 0 0,2 0 0 0 0,0 0 1 0 0,2 0-1 0 0,0 0 0 0 0,3 26 0 0 0,-1-37-1 0 0,1-1-1 0 0,0 1 0 0 0,0-1 1 0 0,1 0-1 0 0,0 0 1 0 0,1 0-1 0 0,8 15 0 0 0,2-2 49 0 0,27 35-1 0 0,-9-16 30 0 0,-23-29-38 0 0,-1 0 1 0 0,0 1-1 0 0,-1 0 1 0 0,-1 0 0 0 0,0 1-1 0 0,0 0 1 0 0,2 16-1 0 0,-6-27-38 0 0,-1 1 0 0 0,0 0 1 0 0,-1-1-1 0 0,1 1 0 0 0,-1 0 0 0 0,0-1 0 0 0,0 1 0 0 0,0 0 0 0 0,-1-1 0 0 0,1 1 0 0 0,-1 0 0 0 0,-1-1 0 0 0,1 1 0 0 0,0-1 0 0 0,-1 0 0 0 0,0 1 1 0 0,0-1-1 0 0,0 0 0 0 0,-1 0 0 0 0,1 0 0 0 0,-1 0 0 0 0,0-1 0 0 0,0 1 0 0 0,-1-1 0 0 0,1 0 0 0 0,0 1 0 0 0,-7 3 0 0 0,7-5-62 0 0,-1-1 0 0 0,1 1 0 0 0,-1 0 0 0 0,1-1-1 0 0,-1 0 1 0 0,0 0 0 0 0,-5 1 0 0 0,-15-2-3041 0 0,5-5-2522 0 0,1-5-3714 0 0,9 1 3902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8:40.9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0 304 5288 0 0,'0'-3'897'0'0,"0"-7"23"0"0,0 1-4 0 0,2-6 36 0 0,7-3 16 0 0,8 2 36 0 0,4-5 0 0 0,7-2 20 0 0,9-1-4 0 0,11 3 0 0 0,10 2-36 0 0,8-2-51 0 0,5 2-125 0 0,1 0-704 0 0,-1-1-3673 0 0,-2-1 1 0 0,-6-4 0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8:35.4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0 389 2296 0 0,'0'-23'2843'0'0,"1"-50"721"0"0,-1-38 597 0 0,2-70 4112 0 0,-1 622-4785 0 0,1 3-2852 0 0,1-477-2897 0 0,10-20-5496 0 0,-3 9 1543 0 0,-2 3 1701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8:35.7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97 116 3304 0 0,'32'-39'3475'0'0,"-28"33"-3035"0"0,1-1 1 0 0,-1 1-1 0 0,1 0 1 0 0,1 0-1 0 0,-1 0 1 0 0,1 1-1 0 0,0 0 0 0 0,0 0 1 0 0,0 0-1 0 0,1 1 1 0 0,0 0-1 0 0,0 0 1 0 0,10-4-1 0 0,-17 8-386 0 0,1 0-1 0 0,-1 0 1 0 0,0 0-1 0 0,1 0 1 0 0,-1 0-1 0 0,1 0 1 0 0,-1 0-1 0 0,1 0 1 0 0,-1 0-1 0 0,1 0 1 0 0,-1 1 0 0 0,1-1-1 0 0,-1 0 1 0 0,1 0-1 0 0,-1 0 1 0 0,1 0-1 0 0,-1 1 1 0 0,0-1-1 0 0,1 0 1 0 0,-1 1-1 0 0,1-1 1 0 0,-1 0-1 0 0,0 1 1 0 0,1-1-1 0 0,-1 0 1 0 0,0 1 0 0 0,1-1-1 0 0,-1 0 1 0 0,0 1-1 0 0,0-1 1 0 0,0 1-1 0 0,1-1 1 0 0,-1 1-1 0 0,0-1 1 0 0,0 1-1 0 0,0-1 1 0 0,0 1-1 0 0,0-1 1 0 0,0 0-1 0 0,0 1 1 0 0,0-1-1 0 0,0 1 1 0 0,0-1 0 0 0,0 1-1 0 0,0-1 1 0 0,0 1-1 0 0,0-1 1 0 0,0 1-1 0 0,0-1 1 0 0,-1 1-1 0 0,-5 26 1273 0 0,-6-1-221 0 0,-2 0 1 0 0,-22 33-1 0 0,0-1-590 0 0,-22 31 65 0 0,7-14-153 0 0,33-41-232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8:36.7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10 24842 0 0,'1'0'7'0'0,"-1"-1"0"0"0,1 0 0 0 0,-1 1 0 0 0,1-1 0 0 0,-1 0 0 0 0,1 1 0 0 0,0-1 0 0 0,-1 1 0 0 0,1-1 0 0 0,0 1 0 0 0,-1-1 0 0 0,1 1 0 0 0,0 0 0 0 0,0-1 0 0 0,0 1 0 0 0,-1 0 0 0 0,1-1-1 0 0,0 1 1 0 0,0 0 0 0 0,0 0 0 0 0,-1 0 0 0 0,1 0 0 0 0,0 0 0 0 0,0 0 0 0 0,0 0 0 0 0,0 0 0 0 0,-1 0 0 0 0,1 0 0 0 0,0 0 0 0 0,0 1 0 0 0,0-1 0 0 0,-1 0 0 0 0,1 0 0 0 0,0 1 0 0 0,1 0 0 0 0,0 2 12 0 0,-1-1 1 0 0,1 1 0 0 0,-1 0-1 0 0,0 0 1 0 0,1-1 0 0 0,-2 1-1 0 0,1 0 1 0 0,0 0 0 0 0,0 0-1 0 0,-1 4 1 0 0,4 29 172 0 0,-1 0 1 0 0,-4 41-1 0 0,0-52-76 0 0,0 0 1 0 0,2 0-1 0 0,1 0 0 0 0,1 0 0 0 0,1 0 0 0 0,8 29 0 0 0,-11-52-102 0 0,0 0 0 0 0,0 0-1 0 0,0 0 1 0 0,0 0 0 0 0,0 0 0 0 0,0 0 0 0 0,1-1-1 0 0,-1 1 1 0 0,1 0 0 0 0,-1-1 0 0 0,1 1 0 0 0,0-1-1 0 0,0 1 1 0 0,0-1 0 0 0,0 0 0 0 0,-1 0-1 0 0,2 0 1 0 0,2 1 0 0 0,-1 0-1 0 0,1-1 1 0 0,-1 0-1 0 0,1 0 1 0 0,0 0-1 0 0,-1-1 0 0 0,1 0 1 0 0,0 0-1 0 0,7-1 0 0 0,-3 0 0 0 0,-1 0 0 0 0,0-1-1 0 0,1 0 1 0 0,-1-1-1 0 0,0 0 1 0 0,0 0-1 0 0,0 0 1 0 0,-1-1 0 0 0,11-7-1 0 0,-12 6 1 0 0,0 0-1 0 0,0 0 1 0 0,-1-1-1 0 0,0 1 1 0 0,0-1-1 0 0,8-12 1 0 0,-7 15 47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8:37.0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39 1608 0 0,'0'0'336'0'0,"0"-2"84"0"0,0-2 68 0 0,0-4 628 0 0,0 5-512 0 0,0-4 661 0 0,0 0-609 0 0,0 6 0 0 0,0-3 16 0 0,0 1 1416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8:37.3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 2064 0 0,'6'-2'16492'0'0,"-2"2"-17338"0"0,4 6 1183 0 0,1 1 0 0 0,-1-1 0 0 0,0 1 0 0 0,-1 1 0 0 0,0 0 0 0 0,0 0 0 0 0,8 13 0 0 0,9 9 153 0 0,8 5-72 0 0,2-2 0 0 0,1-1 0 0 0,2-1 0 0 0,0-3 0 0 0,2-1 0 0 0,1-1 0 0 0,55 24 0 0 0,-69-37-197 0 0,-12-8-52 0 0,0 2 1 0 0,0 0 0 0 0,-1 0-1 0 0,0 1 1 0 0,0 1 0 0 0,19 17-1 0 0,-32-25-103 0 0,1 0-1 0 0,0-1 0 0 0,-1 1 0 0 0,1 0 0 0 0,-1 0 1 0 0,0 0-1 0 0,1 0 0 0 0,-1 0 0 0 0,0 0 0 0 0,1 0 1 0 0,-1 0-1 0 0,0 0 0 0 0,0 0 0 0 0,0 0 0 0 0,0 2 1 0 0,-2 3-1933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8:38.2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0 157 3328 0 0,'0'-139'7867'0'0,"0"122"205"0"0,13 952-3184 0 0,-13-923-4800 0 0,2 36 174 0 0,-2-46-248 0 0,0-1-1 0 0,0 0 0 0 0,0 0 0 0 0,0 0 1 0 0,0 0-1 0 0,1 0 0 0 0,-1 0 0 0 0,0-1 1 0 0,0 1-1 0 0,1 0 0 0 0,-1 0 1 0 0,0 0-1 0 0,1 0 0 0 0,-1 0 0 0 0,1 0 1 0 0,0 0-1 0 0,-1-1 0 0 0,1 1 0 0 0,0 0 1 0 0,-1 0-1 0 0,1-1 0 0 0,0 1 0 0 0,0 0 1 0 0,-1-1-1 0 0,1 1 0 0 0,0-1 1 0 0,0 1-1 0 0,0-1 0 0 0,0 1 0 0 0,0-1 1 0 0,0 0-1 0 0,0 0 0 0 0,0 1 0 0 0,0-1 1 0 0,1 0-1 0 0,2-2 7 0 0,0 0 0 0 0,0-1 1 0 0,0 1-1 0 0,-1-1 0 0 0,1 0 0 0 0,-1 0 0 0 0,0 0 1 0 0,0 0-1 0 0,0-1 0 0 0,0 1 0 0 0,-1-1 0 0 0,3-4 1 0 0,15-29 26 0 0,-2 0 0 0 0,-1 0 1 0 0,18-65-1 0 0,-21 57 11 0 0,3 0 1 0 0,25-49-1 0 0,-41 91-48 0 0,0 1-1 0 0,1-1 0 0 0,-1 1 1 0 0,1-1-1 0 0,-1 1 0 0 0,1 0 1 0 0,0 0-1 0 0,0 0 0 0 0,0 0 1 0 0,0 0-1 0 0,0 0 0 0 0,1 1 1 0 0,-1-1-1 0 0,0 1 0 0 0,1-1 1 0 0,4-1-1 0 0,-6 3 0 0 0,1 0 1 0 0,0 0-1 0 0,-1 0 0 0 0,1 1 1 0 0,0-1-1 0 0,-1 0 1 0 0,1 1-1 0 0,-1-1 0 0 0,1 1 1 0 0,-1 0-1 0 0,1-1 0 0 0,-1 1 1 0 0,1 0-1 0 0,-1 0 1 0 0,0 0-1 0 0,1 0 0 0 0,-1 0 1 0 0,0 0-1 0 0,0 0 1 0 0,0 0-1 0 0,0 1 0 0 0,0-1 1 0 0,0 0-1 0 0,0 1 0 0 0,0-1 1 0 0,0 1-1 0 0,-1-1 1 0 0,1 1-1 0 0,0 2 0 0 0,12 28 110 0 0,-1 1 0 0 0,-2 0-1 0 0,-2 0 1 0 0,8 56 0 0 0,0 0 103 0 0,-11-60-135 0 0,14 50 183 0 0,-17-73-233 0 0,0 0 0 0 0,0-1 0 0 0,0 0 0 0 0,1 0-1 0 0,0 1 1 0 0,0-1 0 0 0,0-1 0 0 0,0 1 0 0 0,1 0 0 0 0,8 7 0 0 0,-10-11-25 0 0,0 0 0 0 0,-1 1 1 0 0,1-1-1 0 0,0 0 0 0 0,0-1 1 0 0,0 1-1 0 0,0 0 1 0 0,-1 0-1 0 0,1-1 0 0 0,0 1 1 0 0,0-1-1 0 0,0 0 1 0 0,0 0-1 0 0,0 1 0 0 0,1-1 1 0 0,-1-1-1 0 0,0 1 1 0 0,0 0-1 0 0,2-1 0 0 0,1 0-36 0 0,-1-1 0 0 0,1 1 0 0 0,-1-1 0 0 0,0 0 0 0 0,0-1 0 0 0,0 1-1 0 0,0-1 1 0 0,4-3 0 0 0,4-4-193 0 0,-1 0 0 0 0,-1-1 0 0 0,0-1 0 0 0,11-14 0 0 0,-9 6-188 0 0,-1 0 1 0 0,-1-1-1 0 0,0 0 0 0 0,-1-1 1 0 0,-2 0-1 0 0,0 0 1 0 0,-2 0-1 0 0,0-1 0 0 0,-1 0 1 0 0,-1 0-1 0 0,-1-26 1 0 0,-4 26-531 0 0,-2 43 569 0 0,1-3 430 0 0,-3 13 136 0 0,2-1 0 0 0,1 1-1 0 0,2 46 1 0 0,1-72-144 0 0,0 0-1 0 0,0-1 1 0 0,1 1-1 0 0,-1 0 1 0 0,1-1 0 0 0,0 1-1 0 0,0-1 1 0 0,1 1-1 0 0,-1-1 1 0 0,1 1-1 0 0,-1-1 1 0 0,1 0-1 0 0,0 0 1 0 0,0 0-1 0 0,0 0 1 0 0,1 0 0 0 0,-1 0-1 0 0,1-1 1 0 0,0 1-1 0 0,3 2 1 0 0,-2-3 23 0 0,-1-1-1 0 0,1 1 1 0 0,0-1 0 0 0,0 1 0 0 0,0-1-1 0 0,0 0 1 0 0,0-1 0 0 0,1 1 0 0 0,-1-1-1 0 0,0 0 1 0 0,0 0 0 0 0,0 0 0 0 0,0 0-1 0 0,1-1 1 0 0,-1 0 0 0 0,0 1 0 0 0,6-4 0 0 0,-3 2 13 0 0,0 0 1 0 0,0-1 0 0 0,0 0-1 0 0,-1 0 1 0 0,1-1 0 0 0,-1 1 0 0 0,0-2-1 0 0,0 1 1 0 0,0-1 0 0 0,0 1 0 0 0,-1-2-1 0 0,0 1 1 0 0,0 0 0 0 0,-1-1-1 0 0,1 0 1 0 0,-1 0 0 0 0,0-1 0 0 0,-1 1-1 0 0,0-1 1 0 0,0 1 0 0 0,0-1-1 0 0,-1 0 1 0 0,0 0 0 0 0,0-1 0 0 0,0 1-1 0 0,-1 0 1 0 0,-1 0 0 0 0,1-1 0 0 0,-1 1-1 0 0,0-1 1 0 0,-1 1 0 0 0,1 0-1 0 0,-2 0 1 0 0,1-1 0 0 0,-1 1 0 0 0,0 0-1 0 0,0 0 1 0 0,-1 0 0 0 0,-4-7 0 0 0,5 9-51 0 0,-1 0 0 0 0,1 1 0 0 0,-1-1 0 0 0,0 1 0 0 0,-1 0 0 0 0,1 0 0 0 0,-1 0 0 0 0,0 1 0 0 0,0-1 0 0 0,0 1 0 0 0,0 0 0 0 0,0 0 0 0 0,-8-3 0 0 0,10 5-135 0 0,0 0 0 0 0,1 0 1 0 0,-1 1-1 0 0,-1-1 0 0 0,1 1 1 0 0,0 0-1 0 0,0-1 0 0 0,0 1 1 0 0,0 0-1 0 0,0 0 0 0 0,0 0 0 0 0,0 1 1 0 0,0-1-1 0 0,-4 1 0 0 0,3 0-308 0 0,1 1 0 0 0,0-1 0 0 0,-1 0 1 0 0,1 1-1 0 0,0-1 0 0 0,0 1 0 0 0,0-1 0 0 0,0 1 0 0 0,1 0 0 0 0,-1 0 0 0 0,0 0 0 0 0,1 0 0 0 0,-1 0 0 0 0,-1 5 0 0 0,0-2-1329 0 0,1 0 1 0 0,-1 0-1 0 0,1 0 1 0 0,1 1-1 0 0,-3 8 1 0 0,1 7-3460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8:39.3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377 158 5120 0 0,'0'-29'4584'0'0,"0"26"-4348"0"0,0-2 374 0 0,0 0 1 0 0,0-1 0 0 0,0 1-1 0 0,-1 0 1 0 0,0 0 0 0 0,0 0-1 0 0,-2-9 1 0 0,1 13-429 0 0,1-1 0 0 0,0 0-1 0 0,0 1 1 0 0,-1-1 0 0 0,1 1 0 0 0,0 0 0 0 0,-1-1 0 0 0,0 1-1 0 0,1 0 1 0 0,-1 0 0 0 0,0 0 0 0 0,1 0 0 0 0,-1 0 0 0 0,0 0 0 0 0,0 1-1 0 0,0-1 1 0 0,0 1 0 0 0,0-1 0 0 0,0 1 0 0 0,0 0 0 0 0,0-1-1 0 0,0 1 1 0 0,-2 0 0 0 0,-9 0 186 0 0,0 1 0 0 0,0 0 0 0 0,0 0 0 0 0,0 2-1 0 0,1-1 1 0 0,-1 1 0 0 0,1 1 0 0 0,0 0 0 0 0,0 1 0 0 0,0 1-1 0 0,1 0 1 0 0,0 0 0 0 0,-17 13 0 0 0,14-10-303 0 0,1 2 1 0 0,1 0-1 0 0,0 0 1 0 0,0 1-1 0 0,1 0 1 0 0,1 1-1 0 0,0 1 1 0 0,0-1-1 0 0,2 2 1 0 0,-8 15-1 0 0,14-26-43 0 0,0 0 0 0 0,0 1 0 0 0,1-1 1 0 0,0 1-1 0 0,0-1 0 0 0,0 1 0 0 0,0-1 0 0 0,1 1 0 0 0,-1 0 0 0 0,1-1 1 0 0,0 1-1 0 0,1 0 0 0 0,1 6 0 0 0,-2-9-14 0 0,1 0 1 0 0,0 0-1 0 0,0 1 1 0 0,0-1-1 0 0,1 0 1 0 0,-1 0-1 0 0,0 0 0 0 0,1-1 1 0 0,-1 1-1 0 0,1 0 1 0 0,0 0-1 0 0,-1-1 0 0 0,1 1 1 0 0,0-1-1 0 0,0 0 1 0 0,0 1-1 0 0,0-1 1 0 0,0 0-1 0 0,1 0 0 0 0,-1 0 1 0 0,0-1-1 0 0,0 1 1 0 0,1-1-1 0 0,-1 1 1 0 0,0-1-1 0 0,5 1 0 0 0,12 1-11 0 0,0-1 0 0 0,0 0 0 0 0,0-2 0 0 0,0 0 0 0 0,0-1 0 0 0,37-8 0 0 0,-50 8-6 0 0,1 0 0 0 0,0 0 1 0 0,-1-1-1 0 0,1 1 1 0 0,-1-1-1 0 0,0-1 1 0 0,0 1-1 0 0,0-1 1 0 0,-1 0-1 0 0,1-1 1 0 0,-1 1-1 0 0,0-1 1 0 0,0 0-1 0 0,0 0 1 0 0,-1 0-1 0 0,0-1 1 0 0,0 0-1 0 0,0 0 0 0 0,-1 0 1 0 0,0 0-1 0 0,0 0 1 0 0,2-9-1 0 0,2-19 2 0 0,-1-1 0 0 0,-2 0 0 0 0,-1 0 0 0 0,-3-50 0 0 0,0 54 217 0 0,-14 230 1154 0 0,14-177-1262 0 0,-1-3 55 0 0,1-1-1 0 0,1 1 0 0 0,1 0 1 0 0,0-1-1 0 0,6 23 1 0 0,-7-37-145 0 0,0-1 1 0 0,1 1-1 0 0,-1-1 1 0 0,0 0-1 0 0,1 0 1 0 0,0 0-1 0 0,-1 0 1 0 0,1 0-1 0 0,1 0 0 0 0,-1 0 1 0 0,0-1-1 0 0,1 1 1 0 0,-1-1-1 0 0,1 1 1 0 0,0-1-1 0 0,0 0 1 0 0,-1 0-1 0 0,2 0 1 0 0,-1-1-1 0 0,0 1 1 0 0,0-1-1 0 0,0 1 1 0 0,1-1-1 0 0,-1 0 1 0 0,1-1-1 0 0,-1 1 1 0 0,1 0-1 0 0,-1-1 1 0 0,1 0-1 0 0,-1 0 1 0 0,1 0-1 0 0,-1 0 1 0 0,1-1-1 0 0,5 0 1 0 0,-4-1-43 0 0,1 1-1 0 0,-1-1 1 0 0,0 0 0 0 0,0 0 0 0 0,0 0 0 0 0,0 0 0 0 0,0-1 0 0 0,-1 0 0 0 0,1 0 0 0 0,-1 0 0 0 0,0-1 0 0 0,0 0 0 0 0,0 0 0 0 0,0 0 0 0 0,4-6-1 0 0,5-8-174 0 0,-1-1 0 0 0,16-32-1 0 0,4-6-287 0 0,-27 48 422 0 0,6-6-323 0 0,-8 17 188 0 0,-3 11 73 0 0,-13 40-155 0 0,4-20 192 0 0,10-27 83 0 0,4-10 23 0 0,0-2-3 0 0,0 1 0 0 0,0 0 0 0 0,1 0 0 0 0,-1 0 0 0 0,1 1 0 0 0,0 0 0 0 0,0 0 0 0 0,7-3 0 0 0,-11 6-3 0 0,0-1 1 0 0,1 1-1 0 0,-1 1 1 0 0,0-1-1 0 0,0 0 1 0 0,0 0-1 0 0,1 1 1 0 0,-1-1-1 0 0,0 1 1 0 0,0 0-1 0 0,1 0 1 0 0,-1-1-1 0 0,0 2 1 0 0,1-1-1 0 0,-1 0 1 0 0,0 0-1 0 0,0 1 1 0 0,1-1-1 0 0,-1 1 1 0 0,0 0-1 0 0,0-1 1 0 0,0 1-1 0 0,1 0 1 0 0,-1 1-1 0 0,0-1 1 0 0,-1 0-1 0 0,1 0 1 0 0,3 3-1 0 0,4 7 38 0 0,-1 1-1 0 0,0 0 1 0 0,0 1-1 0 0,10 24 1 0 0,-11-21 30 0 0,1 0 0 0 0,14 18 0 0 0,-18-28-44 0 0,0-1-1 0 0,1 0 0 0 0,0 0 1 0 0,0 0-1 0 0,0 0 0 0 0,0-1 1 0 0,1 0-1 0 0,0 0 0 0 0,10 5 1 0 0,-7-5 10 0 0,1-1 0 0 0,-1 1 0 0 0,1-2 0 0 0,0 1 0 0 0,0-1 0 0 0,0-1 0 0 0,0 0 0 0 0,0 0 1 0 0,0-1-1 0 0,1 0 0 0 0,-1-1 0 0 0,0 0 0 0 0,0-1 0 0 0,0 0 0 0 0,0 0 0 0 0,17-7 0 0 0,-19 5-17 0 0,0 1-1 0 0,0-1 1 0 0,0-1-1 0 0,0 1 1 0 0,-1-1-1 0 0,0-1 1 0 0,0 1-1 0 0,0-1 0 0 0,-1-1 1 0 0,0 1-1 0 0,0-1 1 0 0,0 0-1 0 0,-1 0 1 0 0,0-1-1 0 0,0 1 1 0 0,-1-1-1 0 0,0 0 1 0 0,-1-1-1 0 0,3-8 1 0 0,-2 5-16 0 0,-1 0 1 0 0,0 0 0 0 0,-1-1 0 0 0,-1 1 0 0 0,0-1 0 0 0,-1 0 0 0 0,0 1 0 0 0,-1-1 0 0 0,0 1 0 0 0,-4-17 0 0 0,5 28-6 0 0,-1-1 1 0 0,0 0-1 0 0,1 1 1 0 0,-1-1-1 0 0,0 0 1 0 0,0 1-1 0 0,0-1 1 0 0,0 1-1 0 0,0 0 1 0 0,0-1-1 0 0,0 1 1 0 0,0 0-1 0 0,-1 0 1 0 0,1-1-1 0 0,0 1 1 0 0,-1 0-1 0 0,1 0 1 0 0,-1 1-1 0 0,1-1 1 0 0,-1 0-1 0 0,1 0 1 0 0,-1 1-1 0 0,0-1 1 0 0,1 1-1 0 0,-1-1 1 0 0,0 1-1 0 0,0 0 1 0 0,1 0-1 0 0,-1 0 1 0 0,0 0-1 0 0,0 0 1 0 0,1 0-1 0 0,-1 0 1 0 0,0 0-1 0 0,1 1 1 0 0,-1-1-1 0 0,0 1 1 0 0,-2 0-1 0 0,0 1 1 0 0,0 0 0 0 0,0 0 1 0 0,0 0-1 0 0,0 0 0 0 0,0 0 0 0 0,0 1 0 0 0,1 0 0 0 0,-1 0 0 0 0,1 0 0 0 0,0 0 0 0 0,0 0 1 0 0,0 0-1 0 0,0 1 0 0 0,-2 4 0 0 0,1 1-4 0 0,1 0-1 0 0,0 0 1 0 0,0 1-1 0 0,1-1 1 0 0,0 1 0 0 0,0-1-1 0 0,1 12 1 0 0,2 74-11 0 0,1-41 23 0 0,-2 346 166 0 0,0-344-115 0 0,-3 93 117 0 0,2-131-129 0 0,-1-1 0 0 0,-2 0-1 0 0,1 0 1 0 0,-2 0-1 0 0,0 0 1 0 0,-10 21-1 0 0,13-35-26 0 0,0 1-1 0 0,-1 0 0 0 0,1 0 0 0 0,-1-1 1 0 0,0 1-1 0 0,0-1 0 0 0,0 0 0 0 0,0 0 1 0 0,0 0-1 0 0,-1 0 0 0 0,1 0 0 0 0,-1-1 1 0 0,0 0-1 0 0,0 1 0 0 0,0-2 0 0 0,-7 4 1 0 0,5-3 13 0 0,-1-1 0 0 0,1 0 0 0 0,-1 0 1 0 0,1 0-1 0 0,-1-1 0 0 0,1 0 0 0 0,-1 0 1 0 0,1 0-1 0 0,-1-1 0 0 0,-11-3 0 0 0,11 2 3 0 0,0 0-1 0 0,0 0 0 0 0,0-1 1 0 0,0 1-1 0 0,0-2 0 0 0,1 1 0 0 0,-1-1 1 0 0,1 0-1 0 0,0 0 0 0 0,0-1 1 0 0,0 0-1 0 0,1 0 0 0 0,0 0 1 0 0,0-1-1 0 0,0 1 0 0 0,1-1 0 0 0,-1-1 1 0 0,1 1-1 0 0,1 0 0 0 0,-6-13 1 0 0,6 8 0 0 0,1 1-1 0 0,0 0 1 0 0,1-1 0 0 0,0 0 0 0 0,1 1 0 0 0,0-1 0 0 0,0 1-1 0 0,1-1 1 0 0,1 0 0 0 0,0 1 0 0 0,0 0 0 0 0,1-1 0 0 0,0 1 0 0 0,1 0-1 0 0,8-15 1 0 0,-5 11-66 0 0,2 0 1 0 0,0 1-1 0 0,1 0 0 0 0,0 1 0 0 0,1 0 1 0 0,0 0-1 0 0,1 1 0 0 0,0 0 0 0 0,22-14 1 0 0,-29 22-336 0 0,46-35 53 0 0,-29 13-2865 0 0,-10-3-6368 0 0,-12 12 3955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8:39.5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113 118 5489 0 0,'0'-5'351'0'0,"1"1"0"0"0,0-1 0 0 0,0 1 0 0 0,1 0 0 0 0,-1-1 0 0 0,1 1 0 0 0,0 0 1 0 0,0 0-1 0 0,0 0 0 0 0,1 0 0 0 0,-1 1 0 0 0,1-1 0 0 0,0 0 0 0 0,0 1 1 0 0,1 0-1 0 0,-1 0 0 0 0,0 0 0 0 0,1 0 0 0 0,5-2 0 0 0,-1-1 96 0 0,0 1 0 0 0,0 1 0 0 0,0-1 0 0 0,1 1 0 0 0,-1 1 0 0 0,1 0 0 0 0,0 0 0 0 0,13-2 0 0 0,-20 4-306 0 0,0 1 0 0 0,1 0 0 0 0,-1-1 1 0 0,1 1-1 0 0,-1 0 0 0 0,1 0 1 0 0,-1 0-1 0 0,1 1 0 0 0,-1-1 1 0 0,0 1-1 0 0,1-1 0 0 0,-1 1 1 0 0,1 0-1 0 0,-1 0 0 0 0,0 0 0 0 0,0 0 1 0 0,0 0-1 0 0,1 0 0 0 0,-1 1 1 0 0,0-1-1 0 0,-1 1 0 0 0,1-1 1 0 0,0 1-1 0 0,0 0 0 0 0,-1 0 1 0 0,1 0-1 0 0,-1 0 0 0 0,2 3 1 0 0,-1-2 24 0 0,-1 1 1 0 0,0-1-1 0 0,0 1 1 0 0,-1 0 0 0 0,1-1-1 0 0,-1 1 1 0 0,0 0-1 0 0,0 0 1 0 0,0-1-1 0 0,0 1 1 0 0,-1 0 0 0 0,1-1-1 0 0,-1 1 1 0 0,0 0-1 0 0,0-1 1 0 0,0 1 0 0 0,-1-1-1 0 0,-2 5 1 0 0,-5 8 239 0 0,-1 1 1 0 0,0-2-1 0 0,-1 0 0 0 0,-25 26 1 0 0,-60 50-3756 0 0,72-70 1031 0 0,-33 26-2723 0 0,0 1 1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8:42.2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181 391 3472 0 0,'-1'-3'265'0'0,"0"0"0"0"0,0 0-1 0 0,1 0 1 0 0,-1 0 0 0 0,1-1-1 0 0,-1 1 1 0 0,1 0 0 0 0,0 0-1 0 0,0 0 1 0 0,0 0 0 0 0,2-6 0 0 0,-2 0 277 0 0,0-329 11089 0 0,-22 416-8322 0 0,-9 78-1966 0 0,-79 367 1272 0 0,99-467-2377 0 0,8-32-538 0 0,3-19-261 0 0,2-7-391 0 0,8-30-1730 0 0,-8-19-6320 0 0,-2 22 5373 0 0,3-11-964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8:43.3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38 570 4096 0 0,'-6'-14'1011'0'0,"0"0"0"0"0,0-1 0 0 0,2 1-1 0 0,0-1 1 0 0,0 0 0 0 0,-2-29 0 0 0,5 41-834 0 0,1 0 1 0 0,0 0 0 0 0,0 0-1 0 0,-1 0 1 0 0,2 0-1 0 0,-1 0 1 0 0,0 0 0 0 0,1 0-1 0 0,-1-1 1 0 0,1 1-1 0 0,0 0 1 0 0,0 0 0 0 0,0 1-1 0 0,0-1 1 0 0,1 0-1 0 0,-1 0 1 0 0,1 1 0 0 0,3-5-1 0 0,-1 3 80 0 0,0 1 1 0 0,0 0-1 0 0,1 0 0 0 0,-1 0 0 0 0,1 1 0 0 0,-1-1 0 0 0,1 1 0 0 0,0 0 1 0 0,0 1-1 0 0,10-3 0 0 0,42-6 954 0 0,1 2 1 0 0,1 2-1 0 0,85 4 1 0 0,-66 1-1048 0 0,57 3 190 0 0,62-4 22 0 0,-194 2-369 0 0,0 0 0 0 0,0 0 0 0 0,0-1 0 0 0,0 1-1 0 0,0-1 1 0 0,0 0 0 0 0,0 0 0 0 0,0 0 0 0 0,0 0-1 0 0,-1 0 1 0 0,1-1 0 0 0,0 1 0 0 0,-1-1 0 0 0,1 0-1 0 0,-1 0 1 0 0,4-3 0 0 0,-4 2 0 0 0,0 0 1 0 0,0-1-1 0 0,0 1 0 0 0,0-1 1 0 0,-1 1-1 0 0,0-1 1 0 0,1 1-1 0 0,-2-1 0 0 0,1 0 1 0 0,0 0-1 0 0,-1 1 0 0 0,1-1 1 0 0,-1-4-1 0 0,0 8-7 0 0,1-26 32 0 0,0 0 0 0 0,-5-38 0 0 0,3 57-19 0 0,0 0 0 0 0,0-1 1 0 0,-1 1-1 0 0,0 0 1 0 0,-1 0-1 0 0,1 1 1 0 0,-1-1-1 0 0,-1 0 0 0 0,1 1 1 0 0,-1 0-1 0 0,0 0 1 0 0,-1 0-1 0 0,-9-10 0 0 0,11 13-3 0 0,0 0-1 0 0,0 1 0 0 0,-1-1 0 0 0,1 1 1 0 0,-1 0-1 0 0,0 0 0 0 0,1 0 0 0 0,-1 1 0 0 0,0-1 1 0 0,0 1-1 0 0,0 0 0 0 0,0 0 0 0 0,0 0 0 0 0,0 0 1 0 0,0 1-1 0 0,-1 0 0 0 0,1 0 0 0 0,0 0 1 0 0,0 0-1 0 0,0 0 0 0 0,0 1 0 0 0,0 0 0 0 0,0 0 1 0 0,0 0-1 0 0,0 1 0 0 0,0-1 0 0 0,-4 3 1 0 0,2-1 5 0 0,1 0 1 0 0,0 1 0 0 0,-1 0 0 0 0,1 0 0 0 0,1 0 0 0 0,-1 0 0 0 0,1 1 0 0 0,-1 0 0 0 0,1 0-1 0 0,1 0 1 0 0,-1 0 0 0 0,1 1 0 0 0,0-1 0 0 0,0 1 0 0 0,0 0 0 0 0,1 0 0 0 0,-2 7 0 0 0,-2 20 81 0 0,1 1 0 0 0,-1 40 0 0 0,5-61-74 0 0,-5 302 465 0 0,7-216-335 0 0,-1-66-84 0 0,-2-14-9 0 0,2 0-1 0 0,0 0 0 0 0,2 0 1 0 0,0 0-1 0 0,1 0 0 0 0,7 24 1 0 0,-10-41-51 0 0,1 1 0 0 0,0-1 0 0 0,0 1-1 0 0,1-1 1 0 0,-1 0 0 0 0,0 1 0 0 0,1-1 0 0 0,0 0 0 0 0,-1 0 0 0 0,1 0 0 0 0,0 0 0 0 0,0 0 0 0 0,0 0 0 0 0,0-1 0 0 0,0 1 0 0 0,1-1 0 0 0,-1 0 0 0 0,0 1 0 0 0,1-1 0 0 0,-1 0 0 0 0,1 0 0 0 0,-1 0 0 0 0,1-1 0 0 0,-1 1-1 0 0,1-1 1 0 0,0 1 0 0 0,-1-1 0 0 0,1 0 0 0 0,0 0 0 0 0,-1 0 0 0 0,1 0 0 0 0,0-1 0 0 0,-1 1 0 0 0,1-1 0 0 0,-1 1 0 0 0,1-1 0 0 0,0 0 0 0 0,2-2 0 0 0,4 0 1 0 0,-1-1 1 0 0,0 0-1 0 0,-1-1 1 0 0,1 0-1 0 0,-1 0 0 0 0,0-1 1 0 0,0 0-1 0 0,0 0 1 0 0,-1 0-1 0 0,8-11 1 0 0,-1-3 10 0 0,-2-1 1 0 0,0-1-1 0 0,-1 0 1 0 0,-1 0 0 0 0,8-29-1 0 0,-8 22 64 0 0,2 0-1 0 0,19-38 1 0 0,-30 66-73 0 0,0 0-1 0 0,1 0 0 0 0,-1 0 1 0 0,0 0-1 0 0,1 1 1 0 0,-1-1-1 0 0,1 0 1 0 0,-1 0-1 0 0,1 0 1 0 0,0 0-1 0 0,-1 1 1 0 0,1-1-1 0 0,0 0 1 0 0,0 0-1 0 0,-1 1 1 0 0,1-1-1 0 0,0 1 0 0 0,0-1 1 0 0,0 1-1 0 0,0-1 1 0 0,0 1-1 0 0,0-1 1 0 0,0 1-1 0 0,0 0 1 0 0,0 0-1 0 0,1-1 1 0 0,-1 2 3 0 0,-1-1 0 0 0,1 1 1 0 0,0 0-1 0 0,0 0 0 0 0,0 0 0 0 0,0-1 1 0 0,-1 1-1 0 0,1 0 0 0 0,0 0 0 0 0,-1 0 1 0 0,1 0-1 0 0,-1 0 0 0 0,1 0 1 0 0,-1 0-1 0 0,0 1 0 0 0,1-1 0 0 0,-1 0 1 0 0,0 1-1 0 0,8 59 391 0 0,-7 3-93 0 0,8 90 349 0 0,-7-139-575 0 0,1 0 1 0 0,0 0 0 0 0,1 0 0 0 0,1 0 0 0 0,0-1-1 0 0,1 1 1 0 0,14 22 0 0 0,-18-34-84 0 0,0 0 0 0 0,1 0 0 0 0,0 0 0 0 0,-1 0 0 0 0,1-1 0 0 0,0 1 0 0 0,0-1 0 0 0,1 0 0 0 0,-1 0 0 0 0,0 0 0 0 0,1 0 0 0 0,-1-1 0 0 0,1 1 0 0 0,-1-1 0 0 0,1 0 0 0 0,0 0 0 0 0,0 0 0 0 0,0-1 0 0 0,-1 1 1 0 0,1-1-1 0 0,0 0 0 0 0,0 0 0 0 0,0 0 0 0 0,0-1 0 0 0,-1 1 0 0 0,6-2 0 0 0,1 0-37 0 0,0-1 1 0 0,0 0-1 0 0,0 0 1 0 0,0-1-1 0 0,-1 0 1 0 0,0-1-1 0 0,1 0 1 0 0,11-10-1 0 0,-14 10 3 0 0,-1-1 0 0 0,1-1 0 0 0,-1 1 0 0 0,-1-1 0 0 0,1 0 0 0 0,-1 0 0 0 0,0-1 0 0 0,-1 1 0 0 0,0-1-1 0 0,0 0 1 0 0,-1 0 0 0 0,0 0 0 0 0,3-10 0 0 0,-2-3-105 0 0,0 0-1 0 0,-1 0 1 0 0,-1-1-1 0 0,-1-25 1 0 0,-10 116-80 0 0,9-47 196 0 0,-1-15 13 0 0,1 1 0 0 0,0 0 1 0 0,0 0-1 0 0,1-1 0 0 0,0 1 1 0 0,0 0-1 0 0,3 7 1 0 0,-3-12 6 0 0,0-1 0 0 0,0 0 0 0 0,1 0-1 0 0,-1 0 1 0 0,1 0 0 0 0,-1 0 0 0 0,1 0 0 0 0,0 0 0 0 0,0 0 0 0 0,-1 0 0 0 0,1-1 0 0 0,0 1 0 0 0,1-1 0 0 0,-1 0 0 0 0,0 0 0 0 0,0 1 0 0 0,1-1 0 0 0,-1-1 0 0 0,0 1 0 0 0,1 0 0 0 0,-1-1 0 0 0,1 1 0 0 0,-1-1 0 0 0,1 1 0 0 0,-1-1 0 0 0,1 0 0 0 0,3-1 0 0 0,6 1 36 0 0,1-1 0 0 0,-1 0 1 0 0,0-1-1 0 0,1-1 0 0 0,-1 0 0 0 0,0 0 1 0 0,-1-2-1 0 0,1 1 0 0 0,-1-1 0 0 0,18-11 1 0 0,-25 13-11 0 0,1 0 1 0 0,-1 0 0 0 0,0 0 0 0 0,0-1 0 0 0,0 1 0 0 0,-1-1 0 0 0,1 0 0 0 0,-1-1 0 0 0,0 1 0 0 0,0 0 0 0 0,-1-1-1 0 0,4-6 1 0 0,-5 7-5 0 0,0 0 0 0 0,0 0 0 0 0,0 0 0 0 0,-1 0-1 0 0,1 0 1 0 0,-1 0 0 0 0,0 0 0 0 0,0 0 0 0 0,-1 0 0 0 0,1 0-1 0 0,-1 0 1 0 0,0 0 0 0 0,0 0 0 0 0,0 0 0 0 0,0 1 0 0 0,-1-1-1 0 0,0 0 1 0 0,-2-3 0 0 0,-2-4 36 0 0,0 1 0 0 0,-1 0 0 0 0,0 0 0 0 0,-1 1 0 0 0,0 0 0 0 0,0 0 0 0 0,-14-10 0 0 0,18 16-40 0 0,0-1 1 0 0,-1 1 0 0 0,1 0 0 0 0,-1 0 0 0 0,0 1 0 0 0,0-1 0 0 0,0 1 0 0 0,-1 0 0 0 0,1 1-1 0 0,0-1 1 0 0,-1 1 0 0 0,1 0 0 0 0,-1 0 0 0 0,1 1 0 0 0,-1 0 0 0 0,1 0 0 0 0,-1 0-1 0 0,-6 1 1 0 0,9 0-28 0 0,1-1-1 0 0,0 1 0 0 0,0 0 1 0 0,0 0-1 0 0,0-1 0 0 0,0 1 1 0 0,0 1-1 0 0,0-1 0 0 0,0 0 1 0 0,1 0-1 0 0,-1 1 0 0 0,0-1 1 0 0,1 1-1 0 0,-1-1 0 0 0,1 1 1 0 0,-1 0-1 0 0,1 0 0 0 0,0 0 1 0 0,0-1-1 0 0,0 1 0 0 0,0 0 1 0 0,0 1-1 0 0,0-1 0 0 0,0 0 1 0 0,1 0-1 0 0,-1 0 0 0 0,1 0 1 0 0,-1 0-1 0 0,1 1 0 0 0,0 2 1 0 0,0-2-27 0 0,0 0 0 0 0,0 0 0 0 0,1 1 0 0 0,-1-1 0 0 0,1 0 0 0 0,0-1 0 0 0,0 1 0 0 0,0 0 0 0 0,0 0 0 0 0,0 0 0 0 0,1 0 0 0 0,-1-1 0 0 0,1 1 0 0 0,-1-1 0 0 0,1 1 0 0 0,0-1 0 0 0,0 0 0 0 0,1 1 0 0 0,-1-1 0 0 0,0 0 0 0 0,4 2 0 0 0,1-1-48 0 0,0 1 0 0 0,0-2 0 0 0,0 1-1 0 0,1-1 1 0 0,-1 0 0 0 0,0 0 0 0 0,1-1 0 0 0,0 0-1 0 0,14-1 1 0 0,7-1-247 0 0,37-6 0 0 0,-33 2 88 0 0,11-2-40 0 0,-31 4 248 0 0,0 1-1 0 0,-1 0 1 0 0,1 1 0 0 0,0 0 0 0 0,0 1 0 0 0,0 0 0 0 0,25 4 0 0 0,-34-2 51 0 0,-1 0 0 0 0,1 0 0 0 0,-1 0 0 0 0,0 0 1 0 0,0 0-1 0 0,0 1 0 0 0,0 0 0 0 0,-1-1 0 0 0,1 1 0 0 0,-1 0 1 0 0,1 0-1 0 0,-1 0 0 0 0,0 1 0 0 0,0-1 0 0 0,0 1 0 0 0,-1-1 1 0 0,1 1-1 0 0,-1-1 0 0 0,0 1 0 0 0,0 0 0 0 0,0 0 1 0 0,0 5-1 0 0,2 7 66 0 0,-1 1 0 0 0,-1-1 0 0 0,-1 23 0 0 0,-1-23 16 0 0,0 0-1 0 0,-2 0 1 0 0,1 0-1 0 0,-2 0 1 0 0,-8 24-1 0 0,10-34-306 0 0,-1 0 0 0 0,0 1 0 0 0,0-2 0 0 0,0 1 0 0 0,-1 0 0 0 0,1-1 1 0 0,-1 1-1 0 0,-1-1 0 0 0,1 0 0 0 0,-1-1 0 0 0,0 1 0 0 0,0-1 0 0 0,0 0 0 0 0,0 0 0 0 0,-10 5 0 0 0,15-9 97 0 0,-11 0-9130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8:43.60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4632 0 0,'0'0'820'0'0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8:49.1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256 273 2376 0 0,'0'0'2818'0'0,"3"-29"4123"0"0,-1 20-6182 0 0,0 0-1 0 0,-1 0 1 0 0,0 0-1 0 0,0 0 1 0 0,-1-1-1 0 0,0 1 1 0 0,-2-10-1 0 0,1 16-705 0 0,0 1 0 0 0,1-1 0 0 0,-1 0 1 0 0,0 1-1 0 0,-1 0 0 0 0,1-1 0 0 0,0 1 0 0 0,-1 0 0 0 0,0-1 0 0 0,1 1 0 0 0,-1 0 1 0 0,0 0-1 0 0,0 0 0 0 0,0 1 0 0 0,0-1 0 0 0,0 0 0 0 0,-1 1 0 0 0,1-1 1 0 0,0 1-1 0 0,-1 0 0 0 0,1 0 0 0 0,-1 0 0 0 0,1 0 0 0 0,-1 0 0 0 0,0 1 0 0 0,1-1 1 0 0,-1 1-1 0 0,-4-1 0 0 0,-3 0 54 0 0,0 0 1 0 0,0 1 0 0 0,0 0 0 0 0,0 1-1 0 0,1 0 1 0 0,-1 0 0 0 0,0 1-1 0 0,0 0 1 0 0,1 1 0 0 0,-15 6-1 0 0,19-7-71 0 0,0 1 0 0 0,0-1 0 0 0,0 1 0 0 0,0 0 0 0 0,1 0 0 0 0,0 1 0 0 0,0 0 0 0 0,0-1-1 0 0,0 1 1 0 0,0 0 0 0 0,1 1 0 0 0,-1-1 0 0 0,1 1 0 0 0,0 0 0 0 0,1-1 0 0 0,-1 1-1 0 0,1 0 1 0 0,0 0 0 0 0,0 1 0 0 0,-1 6 0 0 0,1-2 6 0 0,1 0 0 0 0,-1 0-1 0 0,2 0 1 0 0,-1 0 0 0 0,2 0 0 0 0,-1 0-1 0 0,1 0 1 0 0,1 0 0 0 0,-1-1 0 0 0,6 15-1 0 0,-5-19-26 0 0,0 0 0 0 0,0 0 0 0 0,1 0 0 0 0,0-1 0 0 0,0 1 0 0 0,0-1 0 0 0,0 0 0 0 0,1 0 0 0 0,0 0 0 0 0,-1 0 0 0 0,2 0-1 0 0,-1-1 1 0 0,0 0 0 0 0,1 0 0 0 0,-1 0 0 0 0,1 0 0 0 0,0-1 0 0 0,0 0 0 0 0,0 0 0 0 0,10 3 0 0 0,-5-3 6 0 0,1 0-1 0 0,1 0 1 0 0,-1-1 0 0 0,0-1 0 0 0,0 0 0 0 0,0 0 0 0 0,0-1 0 0 0,0 0 0 0 0,0-1-1 0 0,0-1 1 0 0,0 1 0 0 0,0-2 0 0 0,-1 1 0 0 0,1-2 0 0 0,-1 1 0 0 0,0-1-1 0 0,-1-1 1 0 0,18-12 0 0 0,-10 5-6 0 0,-1-1 0 0 0,-1-1 0 0 0,0 0 0 0 0,-1-1 1 0 0,0-1-1 0 0,-1 0 0 0 0,-1-1 0 0 0,18-36 0 0 0,-27 47-12 0 0,0 1 0 0 0,0-1 0 0 0,0 0 0 0 0,-1 0 1 0 0,0-1-1 0 0,-1 1 0 0 0,2-13 0 0 0,-3 19-1 0 0,0-1 0 0 0,0 1-1 0 0,0-1 1 0 0,0 1 0 0 0,-1-1 0 0 0,1 0 0 0 0,0 1 0 0 0,-1-1-1 0 0,1 1 1 0 0,-1-1 0 0 0,1 1 0 0 0,-1 0 0 0 0,0-1-1 0 0,0 1 1 0 0,1 0 0 0 0,-1-1 0 0 0,0 1 0 0 0,0 0-1 0 0,0 0 1 0 0,0 0 0 0 0,-1 0 0 0 0,1 0 0 0 0,0 0-1 0 0,0 0 1 0 0,-1 0 0 0 0,1 0 0 0 0,0 0 0 0 0,-1 1-1 0 0,1-1 1 0 0,-1 1 0 0 0,1-1 0 0 0,-1 1 0 0 0,1 0-1 0 0,-1-1 1 0 0,1 1 0 0 0,-1 0 0 0 0,0 0 0 0 0,1 0 0 0 0,-1 0-1 0 0,-1 0 1 0 0,-4 0 0 0 0,3 0 10 0 0,1 0 0 0 0,-1 0-1 0 0,1 0 1 0 0,-1 1 0 0 0,1-1 0 0 0,-1 1 0 0 0,-4 1-1 0 0,7-1-6 0 0,0-1 0 0 0,0 1 0 0 0,-1 0 0 0 0,1 0 0 0 0,0 0 0 0 0,0 0 0 0 0,0 0-1 0 0,0 0 1 0 0,0 0 0 0 0,0 0 0 0 0,1 0 0 0 0,-1 0 0 0 0,0 1 0 0 0,0-1 0 0 0,1 0-1 0 0,-1 1 1 0 0,1-1 0 0 0,-1 0 0 0 0,1 1 0 0 0,0-1 0 0 0,0 0 0 0 0,-1 1 0 0 0,1 1-1 0 0,-5 55 116 0 0,5 105-1 0 0,2-67-72 0 0,-1 70 18 0 0,-2 179 39 0 0,0-327-88 0 0,0 1-1 0 0,-2-2 0 0 0,0 1 1 0 0,0 0-1 0 0,-11 28 0 0 0,10-37 9 0 0,0 1 1 0 0,-1 0-1 0 0,0-1 0 0 0,0 0 1 0 0,-1 0-1 0 0,0-1 0 0 0,-1 0 0 0 0,0 0 1 0 0,0 0-1 0 0,-1-1 0 0 0,-9 7 1 0 0,6-6 56 0 0,0-1 0 0 0,-1 0 1 0 0,-18 9-1 0 0,25-14-38 0 0,1 0-1 0 0,0-1 1 0 0,-1 1-1 0 0,0-1 1 0 0,1 0 0 0 0,-1 0-1 0 0,0-1 1 0 0,1 1-1 0 0,-1-1 1 0 0,0 0-1 0 0,0 0 1 0 0,1 0-1 0 0,-1-1 1 0 0,-8-2 0 0 0,10 2-19 0 0,1 0 0 0 0,0 0 0 0 0,1-1 0 0 0,-1 1 0 0 0,0-1 0 0 0,0 1 0 0 0,0-1 0 0 0,1 0 0 0 0,-1 1 0 0 0,1-1 0 0 0,0 0 0 0 0,-1 0 0 0 0,1 0 1 0 0,0 0-1 0 0,0 0 0 0 0,0 0 0 0 0,0 0 0 0 0,1-1 0 0 0,-2-3 0 0 0,-5-48 239 0 0,6 41-219 0 0,0-12-38 0 0,0 0-1 0 0,2-1 0 0 0,1 1 0 0 0,1 0 0 0 0,1 0 0 0 0,1 0 0 0 0,2 1 1 0 0,0 0-1 0 0,1 0 0 0 0,2 0 0 0 0,0 1 0 0 0,2 1 0 0 0,0 0 0 0 0,1 0 1 0 0,2 1-1 0 0,0 1 0 0 0,24-25 0 0 0,105-92-1042 0 0,-46 46-41 0 0,-84 76 952 0 0,-1 0 0 0 0,-1 0 1 0 0,0-1-1 0 0,-1-1 0 0 0,-1 0 0 0 0,0 0 0 0 0,-2-1 0 0 0,10-27 0 0 0,-3-1 96 0 0,-2 0 1 0 0,8-62-1 0 0,-20 84 231 0 0,-1 19 76 0 0,0 17-88 0 0,-9 284 1004 0 0,9-287-1175 0 0,-1 7 52 0 0,0 0 0 0 0,1 0 0 0 0,1 0 0 0 0,1 0 0 0 0,5 23 0 0 0,-6-35-64 0 0,0-1-1 0 0,0 0 0 0 0,0 1 0 0 0,1-1 1 0 0,-1 0-1 0 0,1 0 0 0 0,0 0 0 0 0,0 0 1 0 0,0 0-1 0 0,0-1 0 0 0,1 1 1 0 0,-1-1-1 0 0,1 1 0 0 0,0-1 0 0 0,-1 0 1 0 0,1 0-1 0 0,0 0 0 0 0,0 0 0 0 0,0-1 1 0 0,1 1-1 0 0,-1-1 0 0 0,0 0 1 0 0,0 0-1 0 0,1 0 0 0 0,-1 0 0 0 0,1 0 1 0 0,-1-1-1 0 0,1 0 0 0 0,-1 1 0 0 0,1-1 1 0 0,3-1-1 0 0,8 0-75 0 0,0-1 0 0 0,0-1 0 0 0,0 0 1 0 0,0-1-1 0 0,0 0 0 0 0,-1-1 0 0 0,0-1 0 0 0,0 0 0 0 0,-1-1 0 0 0,1-1 1 0 0,19-14-1 0 0,-4-1-202 0 0,0-1 1 0 0,-2-1 0 0 0,39-46-1 0 0,-57 60 246 0 0,-2 0 0 0 0,1 0 0 0 0,-2-1 0 0 0,1 0 0 0 0,-2 0 0 0 0,1 0 0 0 0,-2-1-1 0 0,0 0 1 0 0,0 0 0 0 0,-1 0 0 0 0,-1 0 0 0 0,0-1 0 0 0,-1 1 0 0 0,0 0 0 0 0,-1-16-1 0 0,0 27 42 0 0,0 0-1 0 0,0 0 0 0 0,-1 1 1 0 0,1-1-1 0 0,0 0 0 0 0,-1 0 0 0 0,1 0 1 0 0,-1 0-1 0 0,0 1 0 0 0,1-1 1 0 0,-1 0-1 0 0,0 1 0 0 0,0-1 0 0 0,0 0 1 0 0,0 1-1 0 0,0-1 0 0 0,-1 1 1 0 0,1 0-1 0 0,0-1 0 0 0,-1 1 0 0 0,1 0 1 0 0,-1 0-1 0 0,1 0 0 0 0,-1 0 0 0 0,0 0 1 0 0,1 0-1 0 0,-1 0 0 0 0,0 1 1 0 0,0-1-1 0 0,1 0 0 0 0,-1 1 0 0 0,0 0 1 0 0,0-1-1 0 0,0 1 0 0 0,0 0 1 0 0,0 0-1 0 0,1 0 0 0 0,-1 0 0 0 0,0 0 1 0 0,0 1-1 0 0,-3 0 0 0 0,-3 0 52 0 0,0 1-1 0 0,-1 0 0 0 0,1 1 1 0 0,0 0-1 0 0,0 0 0 0 0,1 1 1 0 0,-15 9-1 0 0,11-5-14 0 0,1 2-1 0 0,0 0 0 0 0,1 0 1 0 0,0 0-1 0 0,0 1 1 0 0,1 1-1 0 0,0 0 0 0 0,1 0 1 0 0,1 0-1 0 0,0 1 1 0 0,0-1-1 0 0,1 2 0 0 0,1-1 1 0 0,0 0-1 0 0,1 1 1 0 0,0 0-1 0 0,1-1 0 0 0,1 1 1 0 0,0 0-1 0 0,1 0 1 0 0,2 18-1 0 0,-1-29-43 0 0,-1-1-1 0 0,0 1 1 0 0,1-1 0 0 0,0 1 0 0 0,0-1-1 0 0,-1 0 1 0 0,1 1 0 0 0,1-1 0 0 0,-1 0-1 0 0,0 0 1 0 0,1 1 0 0 0,-1-1 0 0 0,1 0-1 0 0,-1-1 1 0 0,1 1 0 0 0,0 0 0 0 0,0 0-1 0 0,0-1 1 0 0,3 3 0 0 0,-1-2-5 0 0,-1-1 0 0 0,1 0 0 0 0,-1 1 1 0 0,1-1-1 0 0,-1-1 0 0 0,1 1 0 0 0,0 0 0 0 0,-1-1 0 0 0,1 0 1 0 0,0 0-1 0 0,0 0 0 0 0,4-1 0 0 0,0 0-13 0 0,0-1 1 0 0,0 1-1 0 0,0-2 1 0 0,-1 1-1 0 0,1-1 0 0 0,-1 0 1 0 0,1-1-1 0 0,-1 0 0 0 0,0 0 1 0 0,0 0-1 0 0,9-9 0 0 0,-10 7-1 0 0,-1-1 0 0 0,1 0 0 0 0,-1 0 0 0 0,-1 0 0 0 0,0 0 0 0 0,0-1 0 0 0,0 1 0 0 0,-1-1 0 0 0,0 0 0 0 0,3-14-1 0 0,0-9-36 0 0,5-48-1 0 0,-8 48 22 0 0,0 7 11 0 0,10-122 11 0 0,-16 285 226 0 0,1 83 108 0 0,2-216-313 0 0,1-1 0 0 0,-1 1 0 0 0,1-1 0 0 0,0 0 1 0 0,0 1-1 0 0,1-1 0 0 0,-1 0 0 0 0,1 0 0 0 0,0 0 0 0 0,1 0 0 0 0,3 6 0 0 0,-4-8-20 0 0,0-1 1 0 0,1 0-1 0 0,-1 0 0 0 0,0 0 0 0 0,1 0 0 0 0,0-1 0 0 0,-1 1 0 0 0,1 0 0 0 0,0-1 1 0 0,0 0-1 0 0,0 0 0 0 0,0 0 0 0 0,0 0 0 0 0,0 0 0 0 0,0-1 0 0 0,0 1 0 0 0,0-1 1 0 0,0 0-1 0 0,0 1 0 0 0,0-2 0 0 0,5 1 0 0 0,1-1-58 0 0,0 0-1 0 0,-1 0 1 0 0,1-1 0 0 0,-1 0 0 0 0,1 0-1 0 0,-1-1 1 0 0,0 0 0 0 0,0-1 0 0 0,0 0-1 0 0,-1 0 1 0 0,1 0 0 0 0,-1-1-1 0 0,0 0 1 0 0,0-1 0 0 0,-1 1 0 0 0,0-1-1 0 0,0-1 1 0 0,0 1 0 0 0,0-1 0 0 0,-1 0-1 0 0,7-13 1 0 0,-2-1-98 0 0,0 0 0 0 0,-2 0 0 0 0,0-1 0 0 0,-1 0 0 0 0,-2-1 0 0 0,0 0 0 0 0,1-23 0 0 0,-2 18 44 0 0,1-7 36 0 0,0-41 0 0 0,-33 153 370 0 0,14 5-210 0 0,9-45-49 0 0,2-24-8 0 0,1 0-1 0 0,0 0 1 0 0,1 0 0 0 0,0 0-1 0 0,2 17 1 0 0,-1-30-21 0 0,0 1 1 0 0,0-1-1 0 0,0 1 0 0 0,0-1 1 0 0,0 1-1 0 0,0 0 1 0 0,0-1-1 0 0,0 1 0 0 0,0-1 1 0 0,1 1-1 0 0,-1-1 0 0 0,0 1 1 0 0,0-1-1 0 0,1 1 0 0 0,-1-1 1 0 0,0 1-1 0 0,1-1 0 0 0,-1 1 1 0 0,0-1-1 0 0,1 1 0 0 0,-1-1 1 0 0,1 0-1 0 0,-1 1 0 0 0,0-1 1 0 0,1 0-1 0 0,-1 1 1 0 0,1-1-1 0 0,-1 0 0 0 0,1 0 1 0 0,-1 1-1 0 0,1-1 0 0 0,0 0 1 0 0,-1 0-1 0 0,1 0 0 0 0,-1 0 1 0 0,1 0-1 0 0,-1 0 0 0 0,1 0 1 0 0,0 0-1 0 0,-1 0 0 0 0,1 0 1 0 0,-1 0-1 0 0,1 0 0 0 0,-1 0 1 0 0,1 0-1 0 0,-1-1 1 0 0,1 1-1 0 0,0 0 0 0 0,-1 0 1 0 0,1-1-1 0 0,-1 1 0 0 0,0 0 1 0 0,1-1-1 0 0,-1 1 0 0 0,1 0 1 0 0,-1-1-1 0 0,1 1 0 0 0,-1-1 1 0 0,33-28 50 0 0,103-134 192 0 0,-102 119-38 0 0,-34 44-201 0 0,0 0-1 0 0,0 0 1 0 0,0 1 0 0 0,0-1-1 0 0,0 0 1 0 0,0 0 0 0 0,0 1-1 0 0,0-1 1 0 0,0 0 0 0 0,0 0-1 0 0,0 1 1 0 0,0-1 0 0 0,0 0-1 0 0,0 0 1 0 0,0 1-1 0 0,0-1 1 0 0,0 0 0 0 0,0 0-1 0 0,0 0 1 0 0,1 1 0 0 0,-1-1-1 0 0,0 0 1 0 0,0 0 0 0 0,0 0-1 0 0,0 1 1 0 0,1-1 0 0 0,-1 0-1 0 0,0 0 1 0 0,0 0 0 0 0,0 0-1 0 0,1 0 1 0 0,-1 1-1 0 0,0-1 1 0 0,0 0 0 0 0,0 0-1 0 0,1 0 1 0 0,-1 0 0 0 0,0 0-1 0 0,0 0 1 0 0,1 0 0 0 0,-1 0-1 0 0,0 0 1 0 0,0 0 0 0 0,1 0-1 0 0,-1 0 1 0 0,0 0 0 0 0,0 0-1 0 0,1 0 1 0 0,-1 0-1 0 0,0 0 1 0 0,0 0 0 0 0,1 0-1 0 0,-1 0 1 0 0,0-1 0 0 0,0 1-1 0 0,0 0 1 0 0,1 0 0 0 0,-1 0-1 0 0,0 0 1 0 0,0 0 0 0 0,0-1-1 0 0,0 1 1 0 0,1 0 0 0 0,-1 0-1 0 0,0-1 1 0 0,2 30 220 0 0,-6 31 167 0 0,1-32-104 0 0,1 0-1 0 0,1-1 0 0 0,2 1 0 0 0,6 44 0 0 0,-6-69-236 0 0,-1 0 0 0 0,1-1 0 0 0,0 1-1 0 0,0 0 1 0 0,1-1 0 0 0,-1 1 0 0 0,0-1-1 0 0,1 1 1 0 0,-1-1 0 0 0,1 0-1 0 0,0 1 1 0 0,0-1 0 0 0,0 0 0 0 0,0 0-1 0 0,0 0 1 0 0,1-1 0 0 0,-1 1 0 0 0,4 2-1 0 0,-1-2 11 0 0,-1 0 1 0 0,1-1-1 0 0,0 0 0 0 0,0 1 0 0 0,-1-1 0 0 0,1-1 0 0 0,0 1 0 0 0,0-1 0 0 0,0 0 0 0 0,6 0 1 0 0,0-1 31 0 0,0-1 1 0 0,-1 0 0 0 0,1 0 0 0 0,-1-1 0 0 0,1-1 0 0 0,-1 0 0 0 0,0 0 0 0 0,0-1-1 0 0,11-7 1 0 0,-17 9-87 0 0,-1 0 0 0 0,0-1 0 0 0,0 1 1 0 0,0-1-1 0 0,0 0 0 0 0,0 0 0 0 0,-1 0 0 0 0,0 0 0 0 0,0 0 0 0 0,0 0 0 0 0,0-1 0 0 0,-1 1 0 0 0,1-1 0 0 0,-1 1 0 0 0,0-1 0 0 0,0-7 0 0 0,0-2-258 0 0,0 0 0 0 0,-1-1 0 0 0,0 1 0 0 0,-4-18 0 0 0,4 29-77 0 0,-1 0 1 0 0,0-1-1 0 0,0 1 1 0 0,0 0-1 0 0,0 0 1 0 0,-1 0-1 0 0,1 0 1 0 0,-4-6-1 0 0,-20-17-8847 0 0,10 12 4107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8:49.3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54 0 5224 0 0,'-45'0'7510'0'0,"37"0"-3490"0"0,30 0-1399 0 0,-4 0-3268 0 0,26 0-10040 0 0,-27 0 6674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8:51.9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132 70 2704 0 0,'-1'-9'6777'0'0,"-1"-25"-2059"0"0,3 32-4522 0 0,-1 1 0 0 0,0 0-1 0 0,1-1 1 0 0,0 1 0 0 0,-1-1 0 0 0,1 1 0 0 0,0 0 0 0 0,0-1 0 0 0,-1 1 0 0 0,1 0 0 0 0,0 0 0 0 0,0 0 0 0 0,0 0 0 0 0,0 0 0 0 0,1 0 0 0 0,-1 0 0 0 0,0 0 0 0 0,0 0 0 0 0,1 0 0 0 0,-1 1 0 0 0,0-1 0 0 0,1 0 0 0 0,1 0 0 0 0,-2 1-145 0 0,0 0 0 0 0,0 0 1 0 0,0 0-1 0 0,0 0 1 0 0,0 0-1 0 0,0 0 1 0 0,0 0-1 0 0,0 1 0 0 0,0-1 1 0 0,0 0-1 0 0,0 1 1 0 0,0-1-1 0 0,0 0 1 0 0,0 1-1 0 0,0-1 1 0 0,-1 1-1 0 0,1-1 0 0 0,0 1 1 0 0,0 0-1 0 0,0-1 1 0 0,-1 1-1 0 0,1 0 1 0 0,0 0-1 0 0,-1-1 0 0 0,1 1 1 0 0,-1 0-1 0 0,1 0 1 0 0,-1 0-1 0 0,1 0 1 0 0,-1-1-1 0 0,0 1 0 0 0,1 0 1 0 0,-1 0-1 0 0,0 0 1 0 0,0 2-1 0 0,4 10 199 0 0,-2 1-1 0 0,0 0 1 0 0,-1-1 0 0 0,0 1-1 0 0,-1 0 1 0 0,0 0 0 0 0,-1 0-1 0 0,-5 20 1 0 0,5-28-206 0 0,0-1 0 0 0,0 1 0 0 0,-1-1 0 0 0,0 1 0 0 0,0-1 0 0 0,-1 0 0 0 0,1 0 0 0 0,-1 0 1 0 0,0 0-1 0 0,-1 0 0 0 0,1-1 0 0 0,-1 1 0 0 0,0-1 0 0 0,0 0 0 0 0,0 0 0 0 0,-1 0 0 0 0,1-1 0 0 0,-1 0 0 0 0,0 1 0 0 0,0-2 0 0 0,0 1 0 0 0,-9 3 1 0 0,6-3 68 0 0,-1-1 1 0 0,1 0-1 0 0,-1 0 1 0 0,0-1 0 0 0,-9 1-1 0 0,16-2-315 0 0,1 0 0 0 0,-1-1 0 0 0,0 1-1 0 0,0 0 1 0 0,1 0 0 0 0,-1-1 0 0 0,0 1-1 0 0,0-1 1 0 0,1 0 0 0 0,-1 1 0 0 0,1-1-1 0 0,-1 0 1 0 0,-1-1 0 0 0,2 1-471 0 0,0-1 1 0 0,0 1-1 0 0,0 0 1 0 0,0 0-1 0 0,0 0 0 0 0,0 0 1 0 0,1-1-1 0 0,-1 1 1 0 0,1 0-1 0 0,-1-1 0 0 0,1 1 1 0 0,-1-1-1 0 0,1 1 1 0 0,0 0-1 0 0,-1-1 1 0 0,1 1-1 0 0,0-1 0 0 0,0-2 1 0 0,0-7-3869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8:52.4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45 11 4560 0 0,'-38'-7'8280'0'0,"31"3"-3663"0"0,27 4-1733 0 0,12 4-2125 0 0,-1 0-1 0 0,0 3 1 0 0,-1 0-1 0 0,1 2 0 0 0,28 13 1 0 0,-42-15-594 0 0,0 1-1 0 0,0 0 1 0 0,-1 1 0 0 0,0 1-1 0 0,-1 1 1 0 0,0 1 0 0 0,-1 0 0 0 0,0 0-1 0 0,22 27 1 0 0,-16-8 414 0 0,-17-25-4418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8:53.6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 0 3656 0 0,'-23'5'16155'0'0,"47"-3"-14201"0"0,37 9-1 0 0,-16-2-1510 0 0,282 51 736 0 0,-303-56-1573 0 0,-7-2-2778 0 0,0 2-3745 0 0,-11-2 1965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9:08.6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78 334 3388 0 0,'-74'-2'11015'0'0,"74"2"-10864"0"0,0 0 0 0 0,0-1 0 0 0,-1 1-1 0 0,1 0 1 0 0,0 0 0 0 0,0 0-1 0 0,0 0 1 0 0,-1 0 0 0 0,1-1 0 0 0,0 1-1 0 0,0 0 1 0 0,0 0 0 0 0,0 0 0 0 0,-1-1-1 0 0,1 1 1 0 0,0 0 0 0 0,0 0 0 0 0,0 0-1 0 0,0-1 1 0 0,0 1 0 0 0,0 0 0 0 0,0 0-1 0 0,0-1 1 0 0,0 1 0 0 0,0 0 0 0 0,0 0-1 0 0,0-1 1 0 0,0 1 0 0 0,0 0 0 0 0,0 0-1 0 0,0-1 1 0 0,0 1 0 0 0,0 0-1 0 0,0-1 1 0 0,0 0-76 0 0,0 0 1 0 0,0 0-1 0 0,0 0 0 0 0,1 0 0 0 0,-1 0 0 0 0,0-1 1 0 0,1 1-1 0 0,-1 0 0 0 0,1 0 0 0 0,-1 0 1 0 0,1 0-1 0 0,-1 0 0 0 0,1 0 0 0 0,0 1 0 0 0,1-2 1 0 0,83-48 649 0 0,108-45 0 0 0,-75 39-309 0 0,-96 45-311 0 0,20-11 280 0 0,1 2 0 0 0,1 2 1 0 0,59-16-1 0 0,-103 34-378 0 0,1 0 0 0 0,-1 0 1 0 0,0 0-1 0 0,1 0 0 0 0,-1 0 0 0 0,0 0 1 0 0,1 0-1 0 0,-1 0 0 0 0,0 0 0 0 0,1 0 1 0 0,-1 0-1 0 0,0 0 0 0 0,0 0 0 0 0,1 0 1 0 0,-1 0-1 0 0,0 0 0 0 0,1 1 0 0 0,-1-1 1 0 0,0 0-1 0 0,0 0 0 0 0,1 0 1 0 0,-1 0-1 0 0,0 1 0 0 0,0-1 0 0 0,1 0 1 0 0,-1 0-1 0 0,0 1 0 0 0,0-1 0 0 0,0 0 1 0 0,0 0-1 0 0,1 1 0 0 0,-1-1 0 0 0,0 0 1 0 0,0 1-1 0 0,0-1 0 0 0,0 0 0 0 0,0 0 1 0 0,0 1-1 0 0,0-1 0 0 0,0 20-3227 0 0,-9 17-8944 0 0,1-22 7515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9:09.2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6 374 4472 0 0,'-6'-2'10653'0'0,"27"-4"-8254"0"0,53-39 323 0 0,79-62-1 0 0,2-3-2273 0 0,-119 88-40 0 0,1 1 0 0 0,57-24-1 0 0,-81 41-253 0 0,0 1 1 0 0,0 0-1 0 0,0 0 0 0 0,1 2 0 0 0,-1-1 0 0 0,25 2 1 0 0,-35 0-1519 0 0,2 1 4070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9:12.4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65 4456 0 0,'0'0'712'0'0,"0"-2"41"0"0,0-2 31 0 0,3-3 32 0 0,2-1 36 0 0,4-3 16 0 0,-1-5 36 0 0,5-1 12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9:13.5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201 28 24530 0 0,'-2'-3'-2'0'0,"0"1"0"0"0,0 0-1 0 0,-1 0 1 0 0,1 0 0 0 0,0 0-1 0 0,-1 0 1 0 0,1 0-1 0 0,-1 1 1 0 0,0-1 0 0 0,1 1-1 0 0,-1 0 1 0 0,0 0 0 0 0,0 0-1 0 0,0 0 1 0 0,0 0 0 0 0,0 0-1 0 0,0 1 1 0 0,0 0 0 0 0,0 0-1 0 0,0 0 1 0 0,0 0 0 0 0,0 0-1 0 0,-1 0 1 0 0,1 1 0 0 0,0-1-1 0 0,0 1 1 0 0,1 0 0 0 0,-1 0-1 0 0,0 0 1 0 0,0 0-1 0 0,0 1 1 0 0,1-1 0 0 0,-1 1-1 0 0,-2 2 1 0 0,-1 0 4 0 0,0 0 0 0 0,0 1-1 0 0,1-1 1 0 0,0 2 0 0 0,0-1 0 0 0,1 0 0 0 0,-1 1-1 0 0,1 0 1 0 0,0 0 0 0 0,1 0 0 0 0,-1 0-1 0 0,1 1 1 0 0,-4 12 0 0 0,-3 29 46 0 0,1 0 0 0 0,-3 74 0 0 0,8 104 168 0 0,4-200-182 0 0,11 317 462 0 0,-10-288-361 0 0,-1-37-53 0 0,0-34-66 0 0,1-19-1252 0 0,1 14-3397 0 0,-2 6-6753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9:15.0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231 323 2400 0 0,'0'0'1634'0'0,"-11"11"4424"0"0,9-4-5529 0 0,0-1 0 0 0,1 1 0 0 0,0-1 0 0 0,0 1 0 0 0,1-1 1 0 0,-1 1-1 0 0,1 0 0 0 0,2 7 0 0 0,-2 4 498 0 0,0 7 104 0 0,-1-10-368 0 0,1 1-1 0 0,3 20 1 0 0,-3-36-730 0 0,0 1 0 0 0,0-1 0 0 0,0 1 0 0 0,0-1 0 0 0,0 1 0 0 0,1 0-1 0 0,-1-1 1 0 0,0 1 0 0 0,0-1 0 0 0,0 1 0 0 0,1-1 0 0 0,-1 1 0 0 0,0-1 0 0 0,0 1 0 0 0,1-1 0 0 0,-1 1 0 0 0,1-1 0 0 0,-1 0 0 0 0,0 1 0 0 0,1-1 0 0 0,-1 1 0 0 0,1-1 0 0 0,-1 0 0 0 0,1 0 0 0 0,-1 1 0 0 0,1-1 0 0 0,-1 0 0 0 0,1 0 0 0 0,-1 1 0 0 0,1-1 0 0 0,-1 0-1 0 0,1 0 1 0 0,0 0 0 0 0,1 0 25 0 0,0 0 0 0 0,0-1 0 0 0,-1 1 0 0 0,1-1-1 0 0,0 1 1 0 0,-1-1 0 0 0,1 0 0 0 0,0 0 0 0 0,-1 1-1 0 0,4-3 1 0 0,0-2 56 0 0,1 1 1 0 0,0-1-1 0 0,-1 0 0 0 0,7-9 0 0 0,-4 2-34 0 0,-2 0-1 0 0,1 0 0 0 0,-2-1 1 0 0,1 0-1 0 0,-2 0 0 0 0,0 0 0 0 0,0 0 1 0 0,-2-1-1 0 0,1 0 0 0 0,-2 1 1 0 0,0-1-1 0 0,0 0 0 0 0,-1 0 1 0 0,-1 0-1 0 0,-1 1 0 0 0,-3-19 0 0 0,3 25-52 0 0,0 0 0 0 0,-1 0 0 0 0,1 0 0 0 0,-2 0 0 0 0,1 1 0 0 0,-1-1 0 0 0,0 1 0 0 0,0 0 0 0 0,0 0-1 0 0,-1 0 1 0 0,0 1 0 0 0,0 0 0 0 0,-1 0 0 0 0,1 0 0 0 0,-11-6 0 0 0,11 8-12 0 0,1 0 1 0 0,-1 1-1 0 0,0 0 1 0 0,0 0 0 0 0,0 0-1 0 0,0 1 1 0 0,-1-1-1 0 0,1 1 1 0 0,0 1-1 0 0,-1-1 1 0 0,1 1-1 0 0,0 0 1 0 0,-1 0-1 0 0,1 0 1 0 0,0 1-1 0 0,-1 0 1 0 0,1 0-1 0 0,0 0 1 0 0,0 1-1 0 0,0-1 1 0 0,0 1-1 0 0,-7 4 1 0 0,5-1 7 0 0,0-1 1 0 0,0 1-1 0 0,1 1 0 0 0,0-1 1 0 0,0 1-1 0 0,0 0 0 0 0,1 1 1 0 0,0-1-1 0 0,0 1 0 0 0,0 0 1 0 0,1 0-1 0 0,0 0 1 0 0,1 1-1 0 0,0 0 0 0 0,-3 9 1 0 0,-3 11 72 0 0,2 0 1 0 0,-7 58 0 0 0,5 29 146 0 0,5 1 0 0 0,4 0 0 0 0,22 152 1 0 0,-21-250-218 0 0,2-1 1 0 0,0 0 0 0 0,1 0 0 0 0,0 0-1 0 0,2-1 1 0 0,0 1 0 0 0,0-1 0 0 0,2-1-1 0 0,14 24 1 0 0,-18-33-13 0 0,0-1-1 0 0,1 0 1 0 0,0 0-1 0 0,0 0 1 0 0,0 0 0 0 0,1-1-1 0 0,-1 0 1 0 0,1 0-1 0 0,0 0 1 0 0,0-1-1 0 0,1 0 1 0 0,6 3 0 0 0,-2-3 7 0 0,1 0 1 0 0,-1 0-1 0 0,0-1 0 0 0,1-1 1 0 0,-1 1-1 0 0,21-2 1 0 0,-4-3 14 0 0,0 0 0 0 0,-1-2 0 0 0,1-1 0 0 0,-1-1 0 0 0,31-13 0 0 0,-31 9-51 0 0,-1 0 0 0 0,-1-1-1 0 0,0-2 1 0 0,-1-1-1 0 0,-1-1 1 0 0,0 0-1 0 0,-1-2 1 0 0,-1-1-1 0 0,-1 0 1 0 0,0-2 0 0 0,-1 0-1 0 0,-2-1 1 0 0,0-1-1 0 0,-2 0 1 0 0,0-1-1 0 0,-1-1 1 0 0,-2-1-1 0 0,16-44 1 0 0,-5-8-232 0 0,-3-2 0 0 0,-3 0 0 0 0,-4-1 0 0 0,-4 0 0 0 0,-3-1 0 0 0,-5-101 0 0 0,-1 173 237 0 0,0 0 0 0 0,-1 1 0 0 0,0-1 0 0 0,0 0 0 0 0,-1 1 0 0 0,0-1 0 0 0,-1 1 0 0 0,0 0 0 0 0,0 0 0 0 0,-9-17 0 0 0,11 24 17 0 0,-1 0 0 0 0,1 1 0 0 0,0-1 0 0 0,-1 0 0 0 0,1 1 0 0 0,-1-1-1 0 0,1 0 1 0 0,-1 1 0 0 0,0 0 0 0 0,1-1 0 0 0,-1 1 0 0 0,0 0 0 0 0,0 0 0 0 0,0 0 0 0 0,0 0 0 0 0,0 1-1 0 0,0-1 1 0 0,0 0 0 0 0,0 1 0 0 0,0-1 0 0 0,-1 1 0 0 0,1 0 0 0 0,0 0 0 0 0,0 0 0 0 0,0 0 0 0 0,-1 0-1 0 0,1 0 1 0 0,0 1 0 0 0,0-1 0 0 0,0 1 0 0 0,0-1 0 0 0,0 1 0 0 0,0 0 0 0 0,0 0 0 0 0,0 0 0 0 0,0 0-1 0 0,0 0 1 0 0,0 0 0 0 0,0 0 0 0 0,1 1 0 0 0,-1-1 0 0 0,0 1 0 0 0,1-1 0 0 0,0 1 0 0 0,-1 0 0 0 0,1 0-1 0 0,0-1 1 0 0,0 1 0 0 0,0 0 0 0 0,0 0 0 0 0,-1 3 0 0 0,-4 16 50 0 0,0 1-1 0 0,2-1 1 0 0,1 1 0 0 0,1-1-1 0 0,0 1 1 0 0,3 27 0 0 0,-2-11-1 0 0,-2 582 725 0 0,4-385-465 0 0,-1-232-317 0 0,3 31 30 0 0,-3-33-28 0 0,0-1 1 0 0,0 0-1 0 0,0 1 0 0 0,1-1 0 0 0,-1 0 0 0 0,0 1 0 0 0,0-1 0 0 0,0 0 0 0 0,1 1 0 0 0,-1-1 0 0 0,0 0 0 0 0,0 1 0 0 0,1-1 0 0 0,-1 0 0 0 0,0 1 0 0 0,1-1 1 0 0,-1 0-1 0 0,0 0 0 0 0,1 0 0 0 0,-1 1 0 0 0,0-1 0 0 0,1 0 0 0 0,-1 0 0 0 0,0 0 0 0 0,1 0 0 0 0,-1 0 0 0 0,1 1 0 0 0,0-2 1 0 0,1 1 0 0 0,-1 0 0 0 0,0-1 0 0 0,0 1 0 0 0,0-1 0 0 0,0 1 0 0 0,0-1 0 0 0,0 0 0 0 0,0 1 0 0 0,0-1 0 0 0,0 0 0 0 0,0 0 0 0 0,0 0 0 0 0,1-1 0 0 0,9-13-11 0 0,-1 1 1 0 0,0-2-1 0 0,-1 1 0 0 0,-1-1 1 0 0,10-28-1 0 0,-6 18 1 0 0,42-110-19 0 0,31-65 68 0 0,-81 195-28 0 0,-1 0-1 0 0,1 0 0 0 0,0 1 1 0 0,8-9-1 0 0,-12 13-9 0 0,1 0 0 0 0,0 1-1 0 0,-1-1 1 0 0,1 1 0 0 0,-1-1-1 0 0,1 1 1 0 0,0-1 0 0 0,0 1-1 0 0,-1 0 1 0 0,1-1 0 0 0,0 1 0 0 0,0 0-1 0 0,-1-1 1 0 0,1 1 0 0 0,0 0-1 0 0,0 0 1 0 0,0 0 0 0 0,-1 0-1 0 0,2 0 1 0 0,-1 0 0 0 0,-1 0 0 0 0,1 1 0 0 0,0-1 0 0 0,-1 1 0 0 0,1-1 0 0 0,0 1 0 0 0,-1 0 1 0 0,1-1-1 0 0,-1 1 0 0 0,1-1 0 0 0,-1 1 0 0 0,1 0 0 0 0,-1-1 0 0 0,0 1 0 0 0,1 0 0 0 0,-1 0 0 0 0,0-1 0 0 0,0 1 0 0 0,1 0 0 0 0,-1 0 0 0 0,0 0 1 0 0,0-1-1 0 0,0 1 0 0 0,0 1 0 0 0,5 44 147 0 0,-1 74 0 0 0,-5-88-87 0 0,1 0-1 0 0,2 0 0 0 0,1 0 1 0 0,1 0-1 0 0,13 46 0 0 0,-16-75-54 0 0,0 1 0 0 0,1-1-1 0 0,-1 1 1 0 0,0-1 0 0 0,1 1 0 0 0,0-1-1 0 0,0 0 1 0 0,0 0 0 0 0,0 0-1 0 0,0 0 1 0 0,1 0 0 0 0,-1 0-1 0 0,1-1 1 0 0,0 1 0 0 0,0-1-1 0 0,0 0 1 0 0,0 0 0 0 0,0 0-1 0 0,0 0 1 0 0,1-1 0 0 0,-1 1-1 0 0,1-1 1 0 0,-1 0 0 0 0,1 0-1 0 0,-1 0 1 0 0,1 0 0 0 0,0 0-1 0 0,-1-1 1 0 0,1 0 0 0 0,0 0-1 0 0,-1 0 1 0 0,1 0 0 0 0,0 0 0 0 0,0-1-1 0 0,5-1 1 0 0,0-1 1 0 0,1 0 0 0 0,0-1 0 0 0,-1 0 0 0 0,0 0 1 0 0,0-1-1 0 0,0-1 0 0 0,-1 1 0 0 0,0-1 0 0 0,0 0 0 0 0,0-1 0 0 0,13-15 0 0 0,-7 3-5 0 0,0 0-1 0 0,-2-1 0 0 0,0-1 0 0 0,15-35 1 0 0,26-92-93 0 0,-53 148 89 0 0,0 0-1 0 0,0 0 0 0 0,0 0 1 0 0,0 0-1 0 0,0 0 0 0 0,0 0 0 0 0,0 1 1 0 0,0-1-1 0 0,0 0 0 0 0,0 0 1 0 0,1 0-1 0 0,-1 0 0 0 0,0 0 0 0 0,0 0 1 0 0,0 0-1 0 0,0 0 0 0 0,0 0 0 0 0,0 0 1 0 0,0 0-1 0 0,0 0 0 0 0,0 0 1 0 0,1 0-1 0 0,-1 0 0 0 0,0 0 0 0 0,0 0 1 0 0,0 0-1 0 0,0 0 0 0 0,0 0 0 0 0,0-1 1 0 0,0 1-1 0 0,0 0 0 0 0,0 0 1 0 0,0 0-1 0 0,0 0 0 0 0,1 0 0 0 0,-1 0 1 0 0,0 0-1 0 0,0 0 0 0 0,0 0 1 0 0,0 0-1 0 0,1 19-8 0 0,-2 26 3 0 0,-2 77 104 0 0,3-76-44 0 0,0-41-43 0 0,0-1 0 0 0,0 0 0 0 0,0 0 0 0 0,1 0-1 0 0,-1 0 1 0 0,1 0 0 0 0,0 0 0 0 0,1 0 0 0 0,-1 0-1 0 0,0 0 1 0 0,5 7 0 0 0,-5-9-9 0 0,1-1-1 0 0,0 1 1 0 0,-1-1 0 0 0,1 1-1 0 0,-1-1 1 0 0,1 0 0 0 0,0 0-1 0 0,0 0 1 0 0,0 0 0 0 0,0 0-1 0 0,0 0 1 0 0,0-1 0 0 0,0 1-1 0 0,0-1 1 0 0,0 1 0 0 0,0-1-1 0 0,0 0 1 0 0,0 0 0 0 0,0 0-1 0 0,0 0 1 0 0,1 0 0 0 0,-1 0-1 0 0,0-1 1 0 0,0 1 0 0 0,3-1-1 0 0,6-2-217 0 0,0 1 1 0 0,-1-1-1 0 0,1-1 0 0 0,0 0 0 0 0,17-10 1 0 0,-4-3-3238 0 0,-5-4-4030 0 0,-10 3 2399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9:18.6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98 1832 0 0,'0'61'8831'0'0,"0"-86"-6509"0"0,0-63-566 0 0,0 51-350 0 0,0 29 2247 0 0,0 1082 2254 0 0,-2-1255-8231 0 0,0 119-2128 0 0,0 2-5466 0 0,0 33 5417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9:19.6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0 695 3760 0 0,'0'-30'5646'0'0,"1"27"-5392"0"0,-1-1 0 0 0,1 1-1 0 0,0 0 1 0 0,0 0 0 0 0,0 0 0 0 0,0 0-1 0 0,0 0 1 0 0,1 0 0 0 0,-1 0 0 0 0,1 0-1 0 0,0 0 1 0 0,0 1 0 0 0,0-1 0 0 0,0 1-1 0 0,1 0 1 0 0,-1-1 0 0 0,1 1 0 0 0,-1 0-1 0 0,1 0 1 0 0,0 0 0 0 0,-1 1 0 0 0,7-3-1 0 0,1-1 326 0 0,-1 1 0 0 0,1 0 0 0 0,0 1 0 0 0,0 0 0 0 0,21-3 0 0 0,-30 6-490 0 0,15-2 691 0 0,-1 0 0 0 0,24 2-1 0 0,-34 0-676 0 0,1 1-1 0 0,-1 0 0 0 0,0 0 1 0 0,0 0-1 0 0,0 0 0 0 0,0 1 1 0 0,0 0-1 0 0,0 0 0 0 0,0 1 0 0 0,0-1 1 0 0,7 6-1 0 0,-7-3-16 0 0,0 0 0 0 0,0 0 0 0 0,-1 0 0 0 0,1 0 0 0 0,-1 1 0 0 0,0 0 0 0 0,-1 0 0 0 0,1 0 0 0 0,-1 0 0 0 0,0 0 0 0 0,-1 1 0 0 0,0-1 0 0 0,0 1 0 0 0,0 0 0 0 0,0-1 0 0 0,-1 1 0 0 0,-1 0 0 0 0,1 0 0 0 0,-1 0 0 0 0,0 0 0 0 0,-1 0 0 0 0,1 0 0 0 0,-1 0 0 0 0,-3 10 0 0 0,-2-3 27 0 0,0 1 0 0 0,0-1 0 0 0,-1-1 0 0 0,-1 0 0 0 0,-1 0 0 0 0,1 0 0 0 0,-2-1 0 0 0,0 0 0 0 0,0-1 0 0 0,-22 18 0 0 0,11-12 16 0 0,-1-1-1 0 0,-1 0 0 0 0,0-2 1 0 0,-1-1-1 0 0,-32 13 0 0 0,56-26-137 0 0,0 0 1 0 0,0 0-1 0 0,-1 0 0 0 0,1 0 1 0 0,0 0-1 0 0,0 0 0 0 0,0 0 1 0 0,0 0-1 0 0,0 0 0 0 0,0 0 0 0 0,0 0 1 0 0,0 0-1 0 0,-1 0 0 0 0,1 0 1 0 0,0 0-1 0 0,0 0 0 0 0,0 0 1 0 0,0 0-1 0 0,0 0 0 0 0,0 0 0 0 0,0 0 1 0 0,0 0-1 0 0,-1-1 0 0 0,1 1 1 0 0,0 0-1 0 0,0 0 0 0 0,0 0 1 0 0,0 0-1 0 0,0 0 0 0 0,0 0 1 0 0,0 0-1 0 0,0 0 0 0 0,0 0 0 0 0,0 0 1 0 0,0-1-1 0 0,0 1 0 0 0,0 0 1 0 0,0 0-1 0 0,0 0 0 0 0,0 0 1 0 0,-1 0-1 0 0,1 0 0 0 0,0 0 1 0 0,0-1-1 0 0,0 1 0 0 0,0 0 0 0 0,1 0 1 0 0,-1 0-1 0 0,0 0 0 0 0,0 0 1 0 0,0 0-1 0 0,0 0 0 0 0,0 0 1 0 0,0-1-1 0 0,0 1 0 0 0,0 0 0 0 0,0 0 1 0 0,0 0-1 0 0,0 0 0 0 0,0 0 1 0 0,0 0-1 0 0,0 0 0 0 0,0 0 1 0 0,0 0-1 0 0,1-1 0 0 0,-1 1 1 0 0,6-15-366 0 0,11-14-152 0 0,190-281-4671 0 0,-181 280 5078 0 0,0 2 0 0 0,3 1 0 0 0,32-25-1 0 0,-23 21 594 0 0,41-45 1 0 0,-68 63-344 0 0,-1 1-1 0 0,0-1 1 0 0,-1 0 0 0 0,0-1 0 0 0,-1 0 0 0 0,-1-1 0 0 0,10-27 0 0 0,-5 5 142 0 0,8-50 1 0 0,-17 72-202 0 0,-1-1 0 0 0,-1 0 0 0 0,0 0 1 0 0,-2 0-1 0 0,1 1 0 0 0,-4-19 0 0 0,4 32-59 0 0,-1 1-1 0 0,1-1 1 0 0,0 1-1 0 0,-1-1 0 0 0,1 1 1 0 0,-1-1-1 0 0,1 1 1 0 0,-1-1-1 0 0,1 1 1 0 0,-1 0-1 0 0,0-1 0 0 0,0 1 1 0 0,0 0-1 0 0,0 0 1 0 0,0-1-1 0 0,0 1 0 0 0,0 0 1 0 0,0 0-1 0 0,0 0 1 0 0,-1 0-1 0 0,1 0 1 0 0,0 1-1 0 0,-1-1 0 0 0,1 0 1 0 0,0 1-1 0 0,-1-1 1 0 0,1 1-1 0 0,-1-1 0 0 0,1 1 1 0 0,-1-1-1 0 0,1 1 1 0 0,-1 0-1 0 0,1 0 1 0 0,-1 0-1 0 0,0 0 0 0 0,1 0 1 0 0,-1 0-1 0 0,1 1 1 0 0,-1-1-1 0 0,1 0 0 0 0,-1 1 1 0 0,1-1-1 0 0,-1 1 1 0 0,1-1-1 0 0,0 1 1 0 0,-1 0-1 0 0,1 0 0 0 0,0-1 1 0 0,-1 1-1 0 0,1 0 1 0 0,0 0-1 0 0,-1 2 0 0 0,-7 3 26 0 0,1 1 0 0 0,0 1-1 0 0,0 0 1 0 0,1 0 0 0 0,0 0-1 0 0,1 1 1 0 0,-1 0 0 0 0,2 0-1 0 0,-10 20 1 0 0,1 4 78 0 0,-16 59 0 0 0,12-17 68 0 0,3 2 0 0 0,3 0-1 0 0,4 1 1 0 0,1 106 0 0 0,7-157-95 0 0,-1-8 7 0 0,1 0-1 0 0,1 0 0 0 0,1 0 1 0 0,0 0-1 0 0,6 22 0 0 0,-8-40-89 0 0,0 0 1 0 0,0 0-1 0 0,0 0 0 0 0,1 0 0 0 0,-1 0 0 0 0,0 0 0 0 0,1 0 0 0 0,-1 0 0 0 0,1 0 0 0 0,-1 0 1 0 0,1 0-1 0 0,-1 0 0 0 0,1 0 0 0 0,0 0 0 0 0,-1 0 0 0 0,1-1 0 0 0,0 1 0 0 0,0 0 0 0 0,-1 0 0 0 0,1-1 1 0 0,0 1-1 0 0,0 0 0 0 0,0-1 0 0 0,0 1 0 0 0,0-1 0 0 0,0 0 0 0 0,0 1 0 0 0,0-1 0 0 0,0 0 1 0 0,0 1-1 0 0,0-1 0 0 0,0 0 0 0 0,0 0 0 0 0,1 0 0 0 0,-1 0 0 0 0,0 0 0 0 0,0 0 0 0 0,0 0 1 0 0,0 0-1 0 0,0-1 0 0 0,0 1 0 0 0,0 0 0 0 0,0-1 0 0 0,0 1 0 0 0,0 0 0 0 0,0-1 0 0 0,0 1 0 0 0,0-1 1 0 0,0 0-1 0 0,0 1 0 0 0,0-1 0 0 0,-1 0 0 0 0,1 0 0 0 0,0 1 0 0 0,0-1 0 0 0,0-1 0 0 0,5-4 1 0 0,1-1 0 0 0,-2 0-1 0 0,1 0 1 0 0,-1 0-1 0 0,6-12 1 0 0,49-116 25 0 0,-40 86-30 0 0,29-52 0 0 0,-25 69 13 0 0,-23 30-11 0 0,0 1 0 0 0,0 0 0 0 0,0 0 0 0 0,0 0 1 0 0,0 0-1 0 0,1 0 0 0 0,-1 0 0 0 0,0 1 0 0 0,0-1 0 0 0,1 0 0 0 0,-1 0 0 0 0,1 1 0 0 0,-1-1 0 0 0,0 1 0 0 0,1 0 0 0 0,-1-1 0 0 0,1 1 1 0 0,-1 0-1 0 0,1 0 0 0 0,-1 0 0 0 0,1 0 0 0 0,-1 0 0 0 0,1 0 0 0 0,1 0 0 0 0,-1 3 11 0 0,0-1-1 0 0,0 1 1 0 0,0-1 0 0 0,-1 1 0 0 0,1 0-1 0 0,-1 0 1 0 0,0 0 0 0 0,0-1-1 0 0,0 1 1 0 0,0 0 0 0 0,0 1-1 0 0,-1-1 1 0 0,1 0 0 0 0,-1 6 0 0 0,0-8-13 0 0,3 37 123 0 0,-1 0-1 0 0,-6 52 0 0 0,1-58-30 0 0,2 0 0 0 0,1 1-1 0 0,2-1 1 0 0,5 33 0 0 0,-7-63-91 0 0,0-1 1 0 0,1 0-1 0 0,-1 1 0 0 0,0-1 1 0 0,1 0-1 0 0,-1 1 0 0 0,1-1 1 0 0,-1 0-1 0 0,1 0 0 0 0,-1 0 1 0 0,1 1-1 0 0,0-1 1 0 0,0 0-1 0 0,0 0 0 0 0,-1 0 1 0 0,1 0-1 0 0,0 0 0 0 0,0-1 1 0 0,0 1-1 0 0,1 0 1 0 0,-1 0-1 0 0,0-1 0 0 0,0 1 1 0 0,0 0-1 0 0,2 0 0 0 0,0-1 0 0 0,-1 0-1 0 0,1 0 0 0 0,-1 0 1 0 0,0 0-1 0 0,1 0 0 0 0,-1 0 1 0 0,0-1-1 0 0,1 0 1 0 0,-1 1-1 0 0,0-1 0 0 0,1 0 1 0 0,-1 0-1 0 0,2-1 0 0 0,6-4-1 0 0,0 0-1 0 0,-1 0 1 0 0,0-1-1 0 0,16-15 0 0 0,-10 4 5 0 0,0 0 0 0 0,-2-2-1 0 0,0 1 1 0 0,-1-2-1 0 0,-1 1 1 0 0,-1-2-1 0 0,-1 1 1 0 0,11-39-1 0 0,-14 23 20 0 0,-4 23 39 0 0,-1 37 17 0 0,-1 267 724 0 0,0-287-779 0 0,0 1-1 0 0,0-1 1 0 0,1 0 0 0 0,-1 0 0 0 0,1 0-1 0 0,0 0 1 0 0,-1 0 0 0 0,1 0 0 0 0,1 0-1 0 0,-1 0 1 0 0,0-1 0 0 0,1 1-1 0 0,0 0 1 0 0,-1-1 0 0 0,1 1 0 0 0,0-1-1 0 0,0 1 1 0 0,0-1 0 0 0,1 0 0 0 0,4 3-1 0 0,-5-3-21 0 0,-1-1 0 0 0,1-1 1 0 0,0 1-1 0 0,1 0 0 0 0,-1 0 0 0 0,0-1 0 0 0,0 0 0 0 0,0 1 0 0 0,0-1 0 0 0,0 0 0 0 0,1 0 0 0 0,-1 0 1 0 0,0 0-1 0 0,0 0 0 0 0,0 0 0 0 0,0-1 0 0 0,0 1 0 0 0,0-1 0 0 0,1 0 0 0 0,-1 1 0 0 0,0-1 0 0 0,0 0 0 0 0,-1 0 1 0 0,1 0-1 0 0,0-1 0 0 0,0 1 0 0 0,0 0 0 0 0,-1-1 0 0 0,1 1 0 0 0,2-4 0 0 0,2-3-194 0 0,1 1 0 0 0,-2-2 0 0 0,1 1 0 0 0,-1-1 0 0 0,0 0 0 0 0,-1 0 0 0 0,0 0 0 0 0,5-17 0 0 0,4-20-4814 0 0,-6 21-1527 0 0,-1 3 1408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9:20.2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2 428 4528 0 0,'-1'-5'8752'0'0,"1"5"-8593"0"0,8-12 2570 0 0,13-10-1296 0 0,111-82 4802 0 0,77-37-3548 0 0,-67 48-893 0 0,-141 92-1820 0 0,25-20 880 0 0,-26 19-962 0 0,1 0-1 0 0,0 0 0 0 0,0 0 0 0 0,0 0 1 0 0,-1 0-1 0 0,1 0 0 0 0,-1 0 0 0 0,0 0 1 0 0,0-1-1 0 0,0 1 0 0 0,0-4 1 0 0,-26 14-22317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9:25.0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46 109 3480 0 0,'-3'-5'646'0'0,"0"0"-1"0"0,0 0 0 0 0,1 0 1 0 0,0 0-1 0 0,0 0 1 0 0,-2-9-1 0 0,0 2 412 0 0,-5-5 286 0 0,7 13-535 0 0,0 0 0 0 0,0 0-1 0 0,0 0 1 0 0,1 0 0 0 0,-1 0-1 0 0,0-7 1 0 0,10 18 2898 0 0,10 13-2596 0 0,17 18-580 0 0,1-2 1 0 0,1-1-1 0 0,2-2 1 0 0,49 32 0 0 0,5 5 76 0 0,-82-61-474 0 0,0 0 1 0 0,0 1 0 0 0,14 17 0 0 0,-23-25-241 0 0,0 1 0 0 0,0 0 0 0 0,0 0 0 0 0,0 0 1 0 0,0 0-1 0 0,-1 0 0 0 0,0 0 0 0 0,1 0 0 0 0,-1 0 0 0 0,0 1 0 0 0,-1-1 0 0 0,1 0 0 0 0,0 1 0 0 0,-1-1 0 0 0,0 0 1 0 0,0 1-1 0 0,0-1 0 0 0,0 1 0 0 0,-1-1 0 0 0,-1 7 0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9:25.2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533 26 4016 0 0,'14'-26'10481'0'0,"-157"153"-2763"0"0,50-48-6736 0 0,-26 34-181 0 0,-41 36-794 0 0,158-148-162 0 0,0 1 0 0 0,0-1 1 0 0,0 1-1 0 0,0-1 0 0 0,0 0 0 0 0,0 0 1 0 0,0 0-1 0 0,0 0 0 0 0,-1 0 1 0 0,1 0-1 0 0,0-1 0 0 0,-4 1 0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9:26.5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456 99 4224 0 0,'0'-29'7202'0'0,"0"28"-7073"0"0,0 0 0 0 0,0 1 0 0 0,0-1 0 0 0,-1 0 0 0 0,1 1 0 0 0,0-1 0 0 0,0 0 0 0 0,-1 1 0 0 0,1-1 0 0 0,0 0 0 0 0,-1 1 0 0 0,1-1 0 0 0,0 1 0 0 0,-1-1-1 0 0,1 1 1 0 0,-1-1 0 0 0,1 1 0 0 0,-1-1 0 0 0,0 1 0 0 0,1-1 0 0 0,-1 1 0 0 0,1 0 0 0 0,-1-1 0 0 0,0 1 0 0 0,0 0 0 0 0,-26-6 1683 0 0,-27 6 385 0 0,30 3-1641 0 0,-1 1-1 0 0,1 1 0 0 0,0 0 0 0 0,0 2 1 0 0,1 1-1 0 0,0 1 0 0 0,0 1 1 0 0,-40 25-1 0 0,54-29-497 0 0,-1 1 0 0 0,1 0 1 0 0,1 1-1 0 0,-1 0 0 0 0,1 1 1 0 0,1-1-1 0 0,0 1 0 0 0,0 1 1 0 0,-7 11-1 0 0,11-13-7 0 0,-1 0 0 0 0,1 0 0 0 0,0 0 1 0 0,1 1-1 0 0,-1-1 0 0 0,2 1 0 0 0,-1-1 0 0 0,1 1 1 0 0,1 0-1 0 0,0-1 0 0 0,0 1 0 0 0,0 0 0 0 0,3 12 1 0 0,-3-19-53 0 0,1 1-1 0 0,-1 0 1 0 0,1 0 0 0 0,0-1 0 0 0,0 1 0 0 0,0 0 0 0 0,0-1 0 0 0,1 1 0 0 0,-1-1 0 0 0,0 1 0 0 0,1-1 0 0 0,0 0 0 0 0,0 0-1 0 0,-1 1 1 0 0,1-1 0 0 0,0-1 0 0 0,1 1 0 0 0,-1 0 0 0 0,3 1 0 0 0,-2-1-15 0 0,1 0 0 0 0,0-1 1 0 0,0 0-1 0 0,-1 0 0 0 0,1 0 0 0 0,0 0 0 0 0,0-1 1 0 0,0 1-1 0 0,0-1 0 0 0,0 0 0 0 0,0 0 0 0 0,5-1 1 0 0,2-1-64 0 0,-1 0 1 0 0,1-1-1 0 0,-1 0 0 0 0,1-1 1 0 0,-1 0-1 0 0,0 0 1 0 0,-1-1-1 0 0,1-1 0 0 0,10-7 1 0 0,-1-3-164 0 0,0 0-1 0 0,-1-1 1 0 0,0-1 0 0 0,-2 0 0 0 0,0-1-1 0 0,-1-1 1 0 0,-2-1 0 0 0,0 0 0 0 0,0 0-1 0 0,15-41 1 0 0,-17 17-39 0 0,-10 43 304 0 0,-1-1 0 0 0,1 0-1 0 0,-1 0 1 0 0,0 0 0 0 0,1 0 0 0 0,-1 0 0 0 0,-1 0-1 0 0,1 0 1 0 0,0 0 0 0 0,-1 0 0 0 0,0 0 0 0 0,-1-4-1 0 0,1 7 17 0 0,1 0-1 0 0,-1 1 0 0 0,0-1 0 0 0,0 0 0 0 0,1 1 1 0 0,-1-1-1 0 0,0 0 0 0 0,1 1 0 0 0,-1-1 0 0 0,0 1 1 0 0,1-1-1 0 0,-1 1 0 0 0,1-1 0 0 0,-1 1 0 0 0,1 0 1 0 0,-1-1-1 0 0,1 1 0 0 0,-1-1 0 0 0,1 1 0 0 0,0 0 1 0 0,-1 0-1 0 0,1 1 0 0 0,-14 20 414 0 0,5 1-103 0 0,1 0 0 0 0,1 1 0 0 0,1 0 0 0 0,-3 27 0 0 0,7-35-177 0 0,1-1 0 0 0,0 1 0 0 0,1 0 0 0 0,1-1 0 0 0,0 1 1 0 0,2-1-1 0 0,5 26 0 0 0,-6-37-155 0 0,-1 1 0 0 0,0-1 0 0 0,1 0 1 0 0,0 0-1 0 0,0-1 0 0 0,1 1 0 0 0,-1 0 1 0 0,1-1-1 0 0,-1 1 0 0 0,1-1 0 0 0,0 0 1 0 0,0 0-1 0 0,1 0 0 0 0,-1 0 0 0 0,0-1 0 0 0,1 1 1 0 0,0-1-1 0 0,0 0 0 0 0,0 0 0 0 0,0 0 1 0 0,0 0-1 0 0,0-1 0 0 0,0 0 0 0 0,0 0 1 0 0,5 1-1 0 0,-3-2-57 0 0,0 1 1 0 0,0-1-1 0 0,1-1 1 0 0,-1 1 0 0 0,0-1-1 0 0,0 0 1 0 0,-1 0-1 0 0,1-1 1 0 0,0 0-1 0 0,0 0 1 0 0,-1 0-1 0 0,1-1 1 0 0,-1 0-1 0 0,1 0 1 0 0,-1 0 0 0 0,0-1-1 0 0,7-6 1 0 0,8-10-113 0 0,-2-2-1 0 0,0 0 1 0 0,-1 0 0 0 0,-2-2 0 0 0,17-32 0 0 0,-6 12-40 0 0,-22 36 158 0 0,6-8-57 0 0,-6 16 59 0 0,-3 11 25 0 0,-2 2 15 0 0,-1 0-1 0 0,0 0 1 0 0,-1-1 0 0 0,0 0-1 0 0,-8 18 1 0 0,-4 16 27 0 0,-5 4-2 0 0,10-24-3 0 0,9-23-7 0 0,6-8 7 0 0,51-86 37 0 0,-34 54-43 0 0,1 2 0 0 0,54-66 0 0 0,-76 100-19 0 0,0 0 1 0 0,-1 1 0 0 0,1-1-1 0 0,0 0 1 0 0,0 0-1 0 0,0 0 1 0 0,0 1 0 0 0,0-1-1 0 0,0 0 1 0 0,0 1-1 0 0,0-1 1 0 0,0 1-1 0 0,1-1 1 0 0,-1 1 0 0 0,2-1-1 0 0,-2 1-1 0 0,-1 0 0 0 0,1 0-1 0 0,-1 1 1 0 0,1-1 0 0 0,-1 0-1 0 0,0 0 1 0 0,1 0 0 0 0,-1 1 0 0 0,1-1-1 0 0,-1 0 1 0 0,0 1 0 0 0,1-1 0 0 0,-1 0-1 0 0,1 1 1 0 0,-1-1 0 0 0,0 0 0 0 0,1 1-1 0 0,-1-1 1 0 0,0 0 0 0 0,0 1-1 0 0,1-1 1 0 0,-1 1 0 0 0,0-1 0 0 0,0 1-1 0 0,0-1 1 0 0,0 1 0 0 0,2 6 30 0 0,-1 0 0 0 0,0 0 0 0 0,-1-1 0 0 0,0 12 1 0 0,1-5-3 0 0,0 51 129 0 0,-2-40-87 0 0,2 0 0 0 0,1 0 0 0 0,5 27-1 0 0,-4-39-32 0 0,0 0 0 0 0,1 0 0 0 0,1 0 0 0 0,-1 0 0 0 0,2 0 0 0 0,0-1-1 0 0,0 0 1 0 0,1 0 0 0 0,1-1 0 0 0,-1 0 0 0 0,13 12 0 0 0,-14-17-24 0 0,-1 0 1 0 0,1-1 0 0 0,-1 1 0 0 0,1-2-1 0 0,0 1 1 0 0,1 0 0 0 0,-1-1-1 0 0,1 0 1 0 0,-1-1 0 0 0,1 0-1 0 0,0 0 1 0 0,0 0 0 0 0,0-1-1 0 0,0 1 1 0 0,0-2 0 0 0,0 1-1 0 0,0-1 1 0 0,1 0 0 0 0,-1-1-1 0 0,0 0 1 0 0,12-2 0 0 0,-11 1-15 0 0,0-1 1 0 0,0 1-1 0 0,-1-1 0 0 0,1-1 1 0 0,0 1-1 0 0,-1-1 1 0 0,0-1-1 0 0,0 1 0 0 0,0-1 1 0 0,-1-1-1 0 0,1 1 1 0 0,7-10-1 0 0,-6 5-10 0 0,-1 0 0 0 0,0 0 0 0 0,-1 0-1 0 0,0-1 1 0 0,-1 0 0 0 0,0 0 0 0 0,6-21 0 0 0,-2-9-53 0 0,-2 0 0 0 0,-1-1 0 0 0,0-80 0 0 0,-6 96 33 0 0,1 9 3 0 0,0 0 10 0 0,-1 0 0 0 0,0 0 0 0 0,-4-22 0 0 0,4 38 15 0 0,0 0-1 0 0,0 0 0 0 0,-1 1 1 0 0,1-1-1 0 0,0 0 0 0 0,0 0 1 0 0,0 1-1 0 0,0-1 0 0 0,-1 0 1 0 0,1 1-1 0 0,0-1 0 0 0,-1 0 1 0 0,1 1-1 0 0,-1-1 0 0 0,1 1 1 0 0,0-1-1 0 0,-1 1 0 0 0,1-1 1 0 0,-1 1-1 0 0,0-1 0 0 0,1 1 1 0 0,-1-1-1 0 0,0 0 0 0 0,0 1 1 0 0,1 1 0 0 0,-1-1 0 0 0,1 0 0 0 0,-1 0-1 0 0,0 0 1 0 0,1 0 0 0 0,-1 1 0 0 0,1-1 0 0 0,-1 0-1 0 0,1 0 1 0 0,-1 1 0 0 0,1-1 0 0 0,-1 1 0 0 0,1-1-1 0 0,-1 0 1 0 0,1 1 0 0 0,-1-1 0 0 0,1 1 0 0 0,0-1-1 0 0,-1 1 1 0 0,1 0 0 0 0,-16 32 45 0 0,8 7-5 0 0,2 0-1 0 0,2 0 0 0 0,2 48 1 0 0,-5 43 51 0 0,-38 194 156 0 0,27-229 16 0 0,-39 118 1 0 0,50-194-169 0 0,0-1 0 0 0,-15 27 0 0 0,20-42-61 0 0,0 0-1 0 0,-1 0 0 0 0,1 0 0 0 0,-1 0 0 0 0,0-1 0 0 0,0 1 0 0 0,0-1 0 0 0,0 0 0 0 0,-1 0 0 0 0,0 0 0 0 0,1 0 0 0 0,-1-1 0 0 0,0 1 0 0 0,0-1 1 0 0,-7 3-1 0 0,10-5-18 0 0,0 1 0 0 0,0-1 0 0 0,-1 0 0 0 0,1 0 0 0 0,0 0 0 0 0,-1 1 0 0 0,1-1 0 0 0,0 0 0 0 0,0-1 0 0 0,-1 1 0 0 0,1 0 0 0 0,0 0 0 0 0,0 0 0 0 0,-1-1 0 0 0,1 1 0 0 0,0-1 0 0 0,0 1 0 0 0,0-1 0 0 0,0 1 0 0 0,-1-1 0 0 0,1 0 0 0 0,0 0 0 0 0,0 1 0 0 0,-1-3 0 0 0,0 1 14 0 0,0-1-1 0 0,0 0 1 0 0,0 0-1 0 0,1 0 1 0 0,-1 1 0 0 0,1-2-1 0 0,0 1 1 0 0,0 0-1 0 0,-1-5 1 0 0,-1-6 63 0 0,1-1 0 0 0,0 1 1 0 0,1-20-1 0 0,2 10-42 0 0,1 0 0 0 0,1 0 0 0 0,1 1 1 0 0,1-1-1 0 0,2 1 0 0 0,0 0 0 0 0,1 1 0 0 0,12-24 0 0 0,15-22-153 0 0,53-74 1 0 0,-36 61-385 0 0,-43 66-187 0 0,-1 1 1 0 0,-1-2 0 0 0,0 1 0 0 0,9-33 0 0 0,-9 10-4679 0 0,-3-2-4339 0 0,-2 16 4485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9:26.8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 0 5072 0 0,'-1'2'273'0'0,"0"-1"0"0"0,0 1-1 0 0,0-1 1 0 0,0 1-1 0 0,0-1 1 0 0,0 1-1 0 0,1 0 1 0 0,-1-1-1 0 0,0 1 1 0 0,1 0-1 0 0,0 0 1 0 0,-1 0-1 0 0,1-1 1 0 0,0 1 0 0 0,0 0-1 0 0,0 0 1 0 0,0 0-1 0 0,0 0 1 0 0,0-1-1 0 0,0 1 1 0 0,1 2-1 0 0,0-1 88 0 0,-1 1 0 0 0,1 0 0 0 0,0-1 0 0 0,0 0 0 0 0,1 1 0 0 0,-1-1 0 0 0,1 1 0 0 0,0-1 0 0 0,3 5 0 0 0,-1-4-57 0 0,1-1 1 0 0,-1 0-1 0 0,1 0 0 0 0,0 0 1 0 0,-1 0-1 0 0,1-1 1 0 0,0 0-1 0 0,1 0 0 0 0,-1 0 1 0 0,0-1-1 0 0,1 1 0 0 0,-1-1 1 0 0,0-1-1 0 0,7 1 1 0 0,13 1 1122 0 0,41-4 0 0 0,-24-2 239 0 0,65-14 1 0 0,41-19-1636 0 0,-83 19-1493 0 0,-13 11-8511 0 0,-17 4 923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9:27.1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5320 0 0,'1'4'783'0'0,"1"1"0"0"0,0-1 0 0 0,0 0 0 0 0,0 0 0 0 0,1 0-1 0 0,-1 0 1 0 0,1-1 0 0 0,0 1 0 0 0,4 3 0 0 0,3 5 803 0 0,-6-6-820 0 0,37 50 6389 0 0,-18-18 570 0 0,-22-36-7052 0 0,1 3-3481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9:29.4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0 466 3496 0 0,'0'0'1432'0'0,"6"0"2772"0"0,20 0-1065 0 0,-21 0-2482 0 0,0 0-1 0 0,0 0 1 0 0,0-1 0 0 0,0 0-1 0 0,0 0 1 0 0,-1 0 0 0 0,1-1-1 0 0,0 1 1 0 0,-1-1-1 0 0,1 0 1 0 0,-1 0 0 0 0,0-1-1 0 0,7-5 1 0 0,107-56-140 0 0,93-72 433 0 0,-162 103-689 0 0,44-32 934 0 0,137-69 0 0 0,-182 124-1049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6:56.3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868 68 3360 0 0,'-4'-1'538'0'0,"-1"0"0"0"0,1 0 1 0 0,-1-1-1 0 0,1 1 0 0 0,0-1 0 0 0,-8-4 0 0 0,-13-5 596 0 0,-1 5-251 0 0,-1 1-1 0 0,0 2 0 0 0,0 1 0 0 0,0 1 1 0 0,0 1-1 0 0,0 1 0 0 0,0 2 0 0 0,-44 9 1 0 0,37-4-426 0 0,-1 1 1 0 0,2 3-1 0 0,0 0 1 0 0,0 2-1 0 0,1 1 1 0 0,-34 22-1 0 0,48-24-363 0 0,0 0-1 0 0,0 1 0 0 0,2 0 0 0 0,0 2 0 0 0,0 0 0 0 0,1 0 0 0 0,1 2 1 0 0,-17 27-1 0 0,18-22-36 0 0,1 0 0 0 0,1 1 0 0 0,2 1 0 0 0,0 0 0 0 0,1 0 0 0 0,-8 48 0 0 0,11-43-30 0 0,1 0 0 0 0,2 0 0 0 0,0 0 0 0 0,3 0 0 0 0,3 37 0 0 0,-2-54-17 0 0,1 0 0 0 0,0-1 1 0 0,0 1-1 0 0,2-1 0 0 0,-1 0 1 0 0,1 0-1 0 0,1 0 0 0 0,0-1 0 0 0,1 0 1 0 0,0 0-1 0 0,1 0 0 0 0,0-1 0 0 0,1 0 1 0 0,15 14-1 0 0,-6-11 3 0 0,0-1-1 0 0,1-1 1 0 0,0 0 0 0 0,1-1 0 0 0,38 12-1 0 0,-55-20-10 0 0,30 9 5 0 0,-1-2-1 0 0,1 0 1 0 0,1-2 0 0 0,-1-2 0 0 0,1-1-1 0 0,0-2 1 0 0,0-1 0 0 0,1-1 0 0 0,-1-2-1 0 0,-1-2 1 0 0,1-1 0 0 0,0-1-1 0 0,-1-2 1 0 0,0-2 0 0 0,-1-1 0 0 0,0-1-1 0 0,-1-1 1 0 0,0-2 0 0 0,37-25 0 0 0,-43 25-6 0 0,-1-2 1 0 0,0-1 0 0 0,-2-1 0 0 0,0-1 0 0 0,-1-1 0 0 0,31-39 0 0 0,-39 41 5 0 0,0 0 0 0 0,-2-1-1 0 0,0-1 1 0 0,-1 0 0 0 0,-1 0 0 0 0,-1-1 0 0 0,-1 0 0 0 0,0 0 0 0 0,2-25 0 0 0,-1 0 78 0 0,1-95 0 0 0,-9 123-52 0 0,-1 1 0 0 0,-1 0 0 0 0,-1 0 0 0 0,0 0 1 0 0,-1 0-1 0 0,-1 1 0 0 0,0-1 0 0 0,-12-22 0 0 0,11 29-8 0 0,-1 1 0 0 0,0 0 0 0 0,-1 1 0 0 0,0-1 0 0 0,-1 1 0 0 0,1 1 0 0 0,-2 0 0 0 0,1 0 0 0 0,-1 1 0 0 0,-1 0 0 0 0,1 1 0 0 0,-1 0 0 0 0,0 0 0 0 0,0 1 0 0 0,-1 1 0 0 0,-20-6 0 0 0,-3 2-79 0 0,-1 1 0 0 0,0 1 0 0 0,0 2 0 0 0,-52 1 0 0 0,65 4-869 0 0,-45 7 0 0 0,-21 13-6590 0 0,49-10 3341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6:55.2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734 54 3028 0 0,'0'-1'187'0'0,"-1"-1"-1"0"0,1 0 1 0 0,0 1-1 0 0,-1-1 1 0 0,1 0-1 0 0,-1 1 0 0 0,0-1 1 0 0,0 1-1 0 0,1-1 1 0 0,-1 1-1 0 0,0-1 1 0 0,0 1-1 0 0,0 0 1 0 0,0 0-1 0 0,-1-1 0 0 0,1 1 1 0 0,0 0-1 0 0,-1 0 1 0 0,1 0-1 0 0,0 0 1 0 0,-1 0-1 0 0,1 0 1 0 0,-1 1-1 0 0,1-1 0 0 0,-1 0 1 0 0,0 1-1 0 0,1 0 1 0 0,-1-1-1 0 0,0 1 1 0 0,1 0-1 0 0,-3-1 1 0 0,-9-1 419 0 0,0 1 1 0 0,0 0 0 0 0,-14 1 0 0 0,16 1-19 0 0,-11 0-145 0 0,1 1 1 0 0,-1 1 0 0 0,1 1-1 0 0,0 0 1 0 0,0 2-1 0 0,0 1 1 0 0,1 0 0 0 0,0 2-1 0 0,0 0 1 0 0,-23 16 0 0 0,6-2-198 0 0,1 3 0 0 0,1 1 1 0 0,2 1-1 0 0,-34 37 1 0 0,51-46-154 0 0,0 0 0 0 0,1 2 0 0 0,1-1 0 0 0,1 2 1 0 0,1 0-1 0 0,0 0 0 0 0,2 1 0 0 0,-8 27 0 0 0,9-22-14 0 0,2 0 1 0 0,1 0-1 0 0,1 1 0 0 0,2-1 0 0 0,0 1 0 0 0,3 52 0 0 0,1-67-56 0 0,0-1-1 0 0,1 1 1 0 0,1-1 0 0 0,0 0-1 0 0,0 0 1 0 0,2 0-1 0 0,-1 0 1 0 0,2-1-1 0 0,0 1 1 0 0,0-1-1 0 0,1-1 1 0 0,0 1-1 0 0,1-1 1 0 0,1 0-1 0 0,-1-1 1 0 0,2 0-1 0 0,-1-1 1 0 0,2 0-1 0 0,-1 0 1 0 0,1-1-1 0 0,19 11 1 0 0,-4-6 2 0 0,1 0 1 0 0,0-2-1 0 0,1-2 1 0 0,0 0-1 0 0,53 9 1 0 0,-57-15-5 0 0,0-1 1 0 0,0 0-1 0 0,0-2 0 0 0,0-1 1 0 0,0 0-1 0 0,0-2 0 0 0,36-9 1 0 0,-43 6-10 0 0,0-1 0 0 0,0 0 0 0 0,-1-1 0 0 0,0-1-1 0 0,-1 0 1 0 0,0-1 0 0 0,0-1 0 0 0,-1 0 0 0 0,0-1 0 0 0,-1 0 0 0 0,14-18 0 0 0,-2-1-8 0 0,-1 0 0 0 0,-2-2-1 0 0,-2 0 1 0 0,20-41 0 0 0,-32 54 4 0 0,-1 0 0 0 0,0 0 0 0 0,-2 0 1 0 0,0-1-1 0 0,-1 1 0 0 0,-1-1 0 0 0,0-24 0 0 0,-2 17 34 0 0,-2 0-1 0 0,0 0 1 0 0,-2 0 0 0 0,-12-50-1 0 0,10 63 8 0 0,-1 0-1 0 0,0 1 1 0 0,0 0 0 0 0,-2 0-1 0 0,0 1 1 0 0,0 0-1 0 0,-1 0 1 0 0,-1 1 0 0 0,0 0-1 0 0,0 1 1 0 0,-1 0-1 0 0,-1 1 1 0 0,0 0-1 0 0,0 0 1 0 0,-17-8 0 0 0,-20-10 212 0 0,-1 2 0 0 0,-95-35 0 0 0,144 61-260 0 0,-14-6 97 0 0,0 1 0 0 0,0 1-1 0 0,-25-5 1 0 0,35 9-400 0 0,-1-1 0 0 0,1 1 0 0 0,-1 0 0 0 0,0 1 0 0 0,-8 1 0 0 0,10-1-516 0 0,0 0 1 0 0,1 0 0 0 0,-1 0 0 0 0,1 1-1 0 0,-1-1 1 0 0,1 1 0 0 0,0 0 0 0 0,0 0-1 0 0,-5 4 1 0 0,-7 7-3427 0 0,-1 4-1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6:57.7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704 219 3752 0 0,'-43'-19'5508'0'0,"26"17"-4947"0"0,1 2 0 0 0,-1 0 1 0 0,0 1-1 0 0,1 0 0 0 0,-1 1 1 0 0,1 1-1 0 0,0 1 1 0 0,0 0-1 0 0,0 1 0 0 0,0 1 1 0 0,1 0-1 0 0,-20 12 0 0 0,2 0-200 0 0,1 3 0 0 0,0 0 0 0 0,2 2 0 0 0,-36 35 0 0 0,44-35-248 0 0,1 1 0 0 0,1 1-1 0 0,1 0 1 0 0,1 2 0 0 0,1 0-1 0 0,2 1 1 0 0,1 0 0 0 0,1 1 0 0 0,1 1-1 0 0,-14 57 1 0 0,12-24 18 0 0,3 1 0 0 0,3 0 0 0 0,2 1 0 0 0,5 86 0 0 0,1-119-88 0 0,3 0 0 0 0,0 0 0 0 0,2-1 0 0 0,12 42 0 0 0,-13-60-32 0 0,0 0 1 0 0,1-1-1 0 0,1 1 0 0 0,0-1 0 0 0,1 0 0 0 0,0 0 1 0 0,1-1-1 0 0,0 0 0 0 0,1 0 0 0 0,0-1 0 0 0,1 0 1 0 0,16 13-1 0 0,-2-6-6 0 0,-1-2 1 0 0,2-1-1 0 0,0 0 1 0 0,0-2-1 0 0,1-1 1 0 0,1-1-1 0 0,0-1 1 0 0,0-2-1 0 0,1 0 1 0 0,0-2-1 0 0,0-1 1 0 0,51 0-1 0 0,-63-5 4 0 0,1-1 0 0 0,-1-1-1 0 0,0 0 1 0 0,0-2 0 0 0,0 1-1 0 0,-1-2 1 0 0,1 0 0 0 0,-1-1-1 0 0,0-1 1 0 0,-1 0 0 0 0,0-1-1 0 0,0 0 1 0 0,24-23 0 0 0,-5 0 57 0 0,-1 0 1 0 0,-1-3 0 0 0,47-69 0 0 0,-53 67-5 0 0,-1-2 0 0 0,-2 0 0 0 0,-2-1 0 0 0,-2-2 0 0 0,-2 0 0 0 0,-1 0 0 0 0,-2-1 0 0 0,-2-1 0 0 0,-2 0 0 0 0,4-62 0 0 0,-11 64-2 0 0,-1-1 1 0 0,-2 0-1 0 0,-2 1 0 0 0,-10-47 1 0 0,9 69-49 0 0,-1 0 0 0 0,-1 1 1 0 0,-1-1-1 0 0,0 1 0 0 0,-2 1 1 0 0,0 0-1 0 0,-1 0 0 0 0,0 1 1 0 0,-2 0-1 0 0,-25-28 0 0 0,13 21 50 0 0,-2 1 0 0 0,-1 1 0 0 0,-1 2-1 0 0,0 0 1 0 0,-2 2 0 0 0,0 2-1 0 0,-1 0 1 0 0,-57-19 0 0 0,-128-25-557 0 0,70 29-3323 0 0,38 10-1885 0 0,68 11 1463 0 0,5-1-1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6:58.9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57 2748 0 0,'0'0'466'0'0,"-8"-37"6948"0"0,12 18-2627 0 0,-3 19-4721 0 0,-1-1 0 0 0,1 1 1 0 0,0 0-1 0 0,0 0 1 0 0,-1 1-1 0 0,1-1 1 0 0,0 0-1 0 0,0 0 0 0 0,0 0 1 0 0,-1 0-1 0 0,1 1 1 0 0,0-1-1 0 0,0 0 1 0 0,-1 1-1 0 0,1-1 0 0 0,0 0 1 0 0,-1 1-1 0 0,1-1 1 0 0,0 1-1 0 0,-1-1 1 0 0,1 1-1 0 0,-1 0 0 0 0,1-1 1 0 0,-1 1-1 0 0,1-1 1 0 0,-1 1-1 0 0,1 0 1 0 0,-1 1-1 0 0,14 11 122 0 0,-2 1-1 0 0,0 1 1 0 0,0 1-1 0 0,-1-1 1 0 0,-1 2 0 0 0,8 17-1 0 0,70 170 373 0 0,62 124-105 0 0,-78-215-221 0 0,147 179-1 0 0,-19-30-31 0 0,-132-154-95 0 0,93 202 1 0 0,-11-17 93 0 0,69 43 31 0 0,63 3 42 0 0,-198-244-220 0 0,-45-51-45 0 0,-3 1 1 0 0,-2 2-1 0 0,-2 2 1 0 0,37 74-1 0 0,-16-15-33 0 0,122 181 0 0 0,-144-245 35 0 0,109 159 148 0 0,-48-71 136 0 0,158 176 0 0 0,-212-266-256 0 0,-2 2-1 0 0,-1 2 1 0 0,-3 1-1 0 0,30 61 0 0 0,-45-74-41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7:00.1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597 387 4572 0 0,'6'-10'536'0'0,"0"0"0"0"0,-1 0 0 0 0,0-1 0 0 0,0 0 0 0 0,-1 0 0 0 0,0 0 0 0 0,-1 0 0 0 0,0 0 0 0 0,-1-1 0 0 0,-1 1 0 0 0,1-23 0 0 0,-1 31-381 0 0,-1 0 0 0 0,0 0-1 0 0,0 0 1 0 0,0 0 0 0 0,-1-1-1 0 0,1 1 1 0 0,-1 0-1 0 0,1 0 1 0 0,-1 0 0 0 0,0 1-1 0 0,0-1 1 0 0,0 0 0 0 0,-1 0-1 0 0,1 0 1 0 0,-1 1 0 0 0,0-1-1 0 0,1 1 1 0 0,-1-1 0 0 0,0 1-1 0 0,0 0 1 0 0,-1-1-1 0 0,1 1 1 0 0,0 0 0 0 0,-1 1-1 0 0,1-1 1 0 0,-1 0 0 0 0,0 1-1 0 0,1-1 1 0 0,-1 1 0 0 0,0 0-1 0 0,0 0 1 0 0,-4-1-1 0 0,-8-2 95 0 0,0 2 0 0 0,0-1 0 0 0,0 2 0 0 0,-1 0 0 0 0,1 1 0 0 0,0 0 0 0 0,0 1 0 0 0,0 1 0 0 0,-1 1 0 0 0,-15 4 0 0 0,15-3-158 0 0,0 0 1 0 0,0 1-1 0 0,1 0 1 0 0,0 1-1 0 0,0 1 1 0 0,1 1-1 0 0,0 0 1 0 0,0 1-1 0 0,1 0 1 0 0,-13 12-1 0 0,10-6-22 0 0,2 0-1 0 0,0 1 0 0 0,1 1 0 0 0,0 0 1 0 0,2 0-1 0 0,0 1 0 0 0,1 1 0 0 0,-9 22 1 0 0,14-29-45 0 0,-11 24 61 0 0,2 0-1 0 0,2 1 1 0 0,-13 69-1 0 0,-9 141 181 0 0,31-205-214 0 0,2-1 0 0 0,2 1 1 0 0,1-1-1 0 0,13 61 0 0 0,-13-89-34 0 0,2 0 0 0 0,0 0 0 0 0,0-1 0 0 0,1 1 0 0 0,1-1 0 0 0,0 0 0 0 0,0-1 0 0 0,16 21 0 0 0,-16-25-12 0 0,0-1 0 0 0,1 1 1 0 0,0-2-1 0 0,0 1 1 0 0,0 0-1 0 0,1-1 1 0 0,0-1-1 0 0,0 1 0 0 0,0-1 1 0 0,1-1-1 0 0,-1 1 1 0 0,1-2-1 0 0,0 1 1 0 0,17 2-1 0 0,3-1 2 0 0,1-1 0 0 0,0-2 0 0 0,-1 0 0 0 0,1-2 0 0 0,43-8 0 0 0,-24-2-1 0 0,0-2 1 0 0,-1-2-1 0 0,-1-3 0 0 0,0-1 0 0 0,-2-3 1 0 0,0-1-1 0 0,-2-2 0 0 0,0-3 0 0 0,-2-1 1 0 0,-1-1-1 0 0,-2-3 0 0 0,-1-1 0 0 0,-1-2 1 0 0,-2-1-1 0 0,-2-2 0 0 0,-2-1 0 0 0,36-60 1 0 0,-47 64 8 0 0,-2 0 0 0 0,-1 0 0 0 0,-1-2 1 0 0,-3 0-1 0 0,14-67 0 0 0,-22 86 0 0 0,-1-1 0 0 0,-1 1 1 0 0,-1 0-1 0 0,-1-1 0 0 0,-1 1 0 0 0,0-1 0 0 0,-1 1 0 0 0,-2 0 0 0 0,1 0 0 0 0,-2 0 0 0 0,-1 0 0 0 0,0 1 0 0 0,-12-22 0 0 0,14 32-7 0 0,0 1 0 0 0,-1-1 0 0 0,0 1 0 0 0,-1 0-1 0 0,0 0 1 0 0,0 1 0 0 0,0 0 0 0 0,-1 0 0 0 0,0 0-1 0 0,0 1 1 0 0,0 0 0 0 0,-10-5 0 0 0,-15-8 17 0 0,0 1 1 0 0,-1 2-1 0 0,0 1 0 0 0,-1 2 1 0 0,-36-8-1 0 0,-35 1-120 0 0,0 5-1 0 0,0 4 0 0 0,-145 5 0 0 0,119 12-2852 0 0,40 6-3471 0 0,53-6 2243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7:01.8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 0 4424 0 0,'-22'4'7594'0'0,"45"1"-5250"0"0,-12-4-1637 0 0,17 2 721 0 0,41 2 0 0 0,29 2-1083 0 0,1 9-179 0 0,119 35 0 0 0,91 68 174 0 0,-189-67-231 0 0,112 44 71 0 0,346 132 122 0 0,-77-31-185 0 0,315 83-33 0 0,-591-207-80 0 0,-3 10 0 0 0,311 165 0 0 0,-471-216-4 0 0,420 212-8 0 0,-332-176 46 0 0,203 61-1 0 0,-265-102-24 0 0,353 111 76 0 0,-9 27 14 0 0,-229-72-76 0 0,321 130 83 0 0,-257-125 13 0 0,434 144 246 0 0,-561-198-325 0 0,159 74 0 0 0,-234-90-9 0 0,1-3 0 0 0,1-4 0 0 0,71 14 0 0 0,36 0 37 0 0,631 79 143 0 0,-797-113-214 0 0,22 3-906 0 0,80 12 2530 0 0,-57-2-4770 0 0,-5 9-7556 0 0,-42-18 6688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7:03.1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1 600 4216 0 0,'20'0'3143'0'0,"-1"-1"-2357"0"0,0-2 0 0 0,0 0 0 0 0,-1-1 0 0 0,1-1 0 0 0,22-9 0 0 0,22-6 739 0 0,80-9 949 0 0,268-21 0 0 0,-195 30-1782 0 0,653-66 165 0 0,4 48-436 0 0,-505 39-383 0 0,911-20 112 0 0,-1138 5-151 0 0,208-48-1 0 0,-50 6 1 0 0,64 13-3 0 0,52-8-1 0 0,-361 42-4 0 0,261-47 182 0 0,-289 50-830 0 0,21-3 1371 0 0,-32 7-4928 0 0,0 1-4405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7:04.9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111 2144 3632 0 0,'-19'2'1828'0'0,"0"0"0"0"0,-35 10-1 0 0,36-8-549 0 0,98-25 4906 0 0,69-23-4120 0 0,77-20-2026 0 0,-190 54-3 0 0,803-236 419 0 0,-448 97-216 0 0,356-115 341 0 0,-533 208-395 0 0,53-8 42 0 0,-20 3-77 0 0,302-116 0 0 0,-247 47-159 0 0,106-38-19 0 0,-169 92 9 0 0,-105 36 0 0 0,148-66 1 0 0,-160 48-15 0 0,73-32-36 0 0,-155 74 68 0 0,2 2 0 0 0,82-17 0 0 0,-80 23 28 0 0,-1-2 1 0 0,1-2-1 0 0,73-30 0 0 0,105-58 31 0 0,-195 86-48 0 0,164-74-20 0 0,-182 84-1537 0 0,-26 5-9392 0 0,5-1 6867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7:06.8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32 300 2216 0 0,'1'-8'504'0'0,"0"0"0"0"0,0 0-1 0 0,1-1 1 0 0,5-14-1 0 0,4-17 846 0 0,12-107 3055 0 0,-15 91 3064 0 0,-14 102-6905 0 0,-2-1 1 0 0,-20 64-1 0 0,13-56-358 0 0,1-4-52 0 0,-1 1-14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7:07.7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1 0 20638 0 0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7:07.8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74 94 4184 0 0,'-5'-1'509'0'0,"0"0"1"0"0,0 0-1 0 0,0 0 0 0 0,1-1 0 0 0,-1 0 0 0 0,0 0 0 0 0,1-1 0 0 0,-1 1 0 0 0,1-1 0 0 0,0 0 0 0 0,0 0 0 0 0,0 0 0 0 0,0-1 0 0 0,-4-3 0 0 0,8 6-455 0 0,0 1-1 0 0,0 0 1 0 0,-1 0-1 0 0,1-1 1 0 0,0 1-1 0 0,0 0 1 0 0,0 0-1 0 0,-1-1 1 0 0,1 1-1 0 0,0 0 0 0 0,0-1 1 0 0,0 1-1 0 0,0 0 1 0 0,0-1-1 0 0,-1 1 1 0 0,1 0-1 0 0,0-1 1 0 0,0 1-1 0 0,0 0 1 0 0,0-1-1 0 0,0 1 0 0 0,0 0 1 0 0,0-1-1 0 0,0 1 1 0 0,0 0-1 0 0,1-1 1 0 0,-1 1-1 0 0,0 0 1 0 0,0-1-1 0 0,0 1 1 0 0,0 0-1 0 0,0-1 0 0 0,0 1 1 0 0,1-1-1 0 0,13-8 1241 0 0,22-2 290 0 0,-35 11-1515 0 0,59-10 1038 0 0,0 2 1 0 0,0 3 0 0 0,86 4 0 0 0,-107 1-1104 0 0,137 4-1079 0 0,-136-3-1047 0 0,93-1-7505 0 0,-79-4 5506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7:09.0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390 87 1856 0 0,'0'0'782'0'0,"0"-30"4218"0"0,1 18-3659 0 0,-1 10-966 0 0,1-1-1 0 0,-1 0 1 0 0,0 1-1 0 0,0-1 1 0 0,0 0 0 0 0,0 0-1 0 0,0 1 1 0 0,0-1-1 0 0,-1 0 1 0 0,0 1 0 0 0,1-1-1 0 0,-1 1 1 0 0,0-1 0 0 0,0 1-1 0 0,-2-3 1 0 0,0 8-63 0 0,0 0 0 0 0,0 0 0 0 0,1 0 0 0 0,-1 1 0 0 0,1-1 0 0 0,-1 1 1 0 0,-1 4-1 0 0,1-3-56 0 0,-22 40 562 0 0,-25 63 0 0 0,-34 110-351 0 0,-94 282-250 0 0,174-484-201 0 0,4-14-12 0 0,0 1-1 0 0,-1-1 0 0 0,1 0 1 0 0,-1 1-1 0 0,0-1 0 0 0,0 0 1 0 0,1 1-1 0 0,-1-1 0 0 0,-1 0 1 0 0,1 0-1 0 0,0 0 1 0 0,-3 3-1 0 0,1-43 54 0 0,3-32-475 0 0,2 0-1 0 0,4 0 1 0 0,26-125-1 0 0,-1 66-126 0 0,35-118 85 0 0,-63 239 525 0 0,1 0-1 0 0,-1 0 0 0 0,2 0 0 0 0,-1 1 0 0 0,1-1 1 0 0,0 1-1 0 0,1 0 0 0 0,6-6 0 0 0,-10 11-7 0 0,1 0 0 0 0,-1 0 0 0 0,0 0-1 0 0,0 1 1 0 0,1-1 0 0 0,-1 1 0 0 0,1-1-1 0 0,-1 1 1 0 0,1 0 0 0 0,0 0 0 0 0,-1 0-1 0 0,6-1 1 0 0,-7 2-24 0 0,1 0 0 0 0,0 0 0 0 0,0 1 1 0 0,0-1-1 0 0,0 0 0 0 0,-1 1 0 0 0,1-1 0 0 0,0 1 0 0 0,0-1 0 0 0,-1 1 0 0 0,1 0 0 0 0,0 0 0 0 0,-1 0 0 0 0,1 0 0 0 0,-1 0 0 0 0,1 0 0 0 0,-1 0 1 0 0,1 0-1 0 0,-1 0 0 0 0,0 1 0 0 0,2 1 0 0 0,9 14 85 0 0,-1 0 0 0 0,-1 1 1 0 0,-1 0-1 0 0,0 1 0 0 0,-1-1 1 0 0,6 24-1 0 0,4 7 31 0 0,84 173 489 0 0,-81-184-484 0 0,3-1 0 0 0,1-1-1 0 0,47 52 1 0 0,-58-72-105 0 0,31 32 176 0 0,55 76 1 0 0,-94-115-207 0 0,-1 1 0 0 0,-1-1 0 0 0,1 1 0 0 0,-1 0 0 0 0,-1 0 0 0 0,0 0 0 0 0,-1 0 0 0 0,1 1 1 0 0,-2-1-1 0 0,0 1 0 0 0,0 11 0 0 0,-2 0 108 0 0,-1-39-1252 0 0,-1-27-11607 0 0,0 27 8355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7:10.2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74 136 4692 0 0,'0'-40'3852'0'0,"0"-21"300"0"0,0 38 3000 0 0,-3 502-5509 0 0,0-16-659 0 0,-9-739-990 0 0,1 85-50 0 0,3-203-111 0 0,8 390 168 0 0,1 0-1 0 0,-1 0 1 0 0,1 0 0 0 0,0 0-1 0 0,0 0 1 0 0,0 0 0 0 0,1 0-1 0 0,0 1 1 0 0,-1-1 0 0 0,1 0-1 0 0,0 1 1 0 0,1 0-1 0 0,-1-1 1 0 0,0 1 0 0 0,1 0-1 0 0,0 0 1 0 0,0 0 0 0 0,0 1-1 0 0,0-1 1 0 0,0 1 0 0 0,1 0-1 0 0,-1 0 1 0 0,1 0 0 0 0,6-3-1 0 0,-6 3 10 0 0,0 1 1 0 0,0-1-1 0 0,0 1 0 0 0,0 0 0 0 0,1 0 0 0 0,-1 0 0 0 0,0 1 0 0 0,1-1 0 0 0,-1 1 0 0 0,0 0 0 0 0,1 0 1 0 0,-1 1-1 0 0,0-1 0 0 0,1 1 0 0 0,-1 0 0 0 0,0 0 0 0 0,0 1 0 0 0,0-1 0 0 0,0 1 0 0 0,0 0 1 0 0,0 0-1 0 0,7 5 0 0 0,-3 1 20 0 0,0 0 0 0 0,0 1 1 0 0,-1 0-1 0 0,0 0 0 0 0,0 1 1 0 0,-1 0-1 0 0,-1 0 0 0 0,1 1 0 0 0,-2-1 1 0 0,0 1-1 0 0,0 0 0 0 0,0 0 1 0 0,-2 1-1 0 0,1-1 0 0 0,-2 1 1 0 0,1-1-1 0 0,-2 1 0 0 0,0 19 0 0 0,0-15 10 0 0,-2 0 0 0 0,0-1 0 0 0,0 1-1 0 0,-1 0 1 0 0,-1-1 0 0 0,-1 0-1 0 0,0 0 1 0 0,-1 0 0 0 0,-1-1-1 0 0,0 1 1 0 0,-1-1 0 0 0,0-1-1 0 0,-13 16 1 0 0,9-15-10 0 0,6-9-13 0 0,0 2 0 0 0,1-1 0 0 0,0 1 0 0 0,0 0 0 0 0,0 0-1 0 0,-5 13 1 0 0,10-20-15 0 0,0 1 0 0 0,0 0 0 0 0,0 0-1 0 0,0-1 1 0 0,0 1 0 0 0,0 0 0 0 0,0-1 0 0 0,1 1 0 0 0,-1 0-1 0 0,0-1 1 0 0,1 1 0 0 0,-1-1 0 0 0,0 1 0 0 0,1 0 0 0 0,-1-1-1 0 0,1 1 1 0 0,-1-1 0 0 0,0 1 0 0 0,1-1 0 0 0,0 1 0 0 0,-1-1-1 0 0,1 1 1 0 0,-1-1 0 0 0,1 0 0 0 0,-1 1 0 0 0,1-1 0 0 0,0 0-1 0 0,-1 0 1 0 0,1 1 0 0 0,0-1 0 0 0,-1 0 0 0 0,2 0 0 0 0,30 9 0 0 0,-23-7 3 0 0,33 9-3 0 0,59 23 0 0 0,-88-28-3 0 0,0-1 0 0 0,0 2 0 0 0,-1 0 0 0 0,0 0 0 0 0,0 1 0 0 0,-1 1 0 0 0,0 0 0 0 0,16 17 0 0 0,-25-24 2 0 0,-1 0 0 0 0,1-1 0 0 0,0 1 0 0 0,-1 0 0 0 0,1 1 0 0 0,-1-1 0 0 0,0 0 0 0 0,0 0 1 0 0,0 0-1 0 0,0 1 0 0 0,0-1 0 0 0,0 1 0 0 0,-1-1 0 0 0,1 1 0 0 0,-1-1 0 0 0,1 1 0 0 0,-1-1 0 0 0,0 1 0 0 0,0-1 0 0 0,0 1 0 0 0,-1-1 1 0 0,1 1-1 0 0,-1-1 0 0 0,1 1 0 0 0,-1-1 0 0 0,0 1 0 0 0,0-1 0 0 0,0 0 0 0 0,0 1 0 0 0,0-1 0 0 0,0 0 0 0 0,-1 0 0 0 0,1 0 1 0 0,-1 0-1 0 0,1 0 0 0 0,-1 0 0 0 0,0 0 0 0 0,0-1 0 0 0,0 1 0 0 0,0-1 0 0 0,-3 3 0 0 0,-9 5 10 0 0,0-1 1 0 0,-1 0-1 0 0,0-1 0 0 0,-30 10 1 0 0,44-17-12 0 0,-198 59 930 0 0,123-40-3291 0 0,2 3-6154 0 0,65-19 3855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7:11.1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453 307 4372 0 0,'1'-6'557'0'0,"0"-1"-1"0"0,1 1 0 0 0,-1-1 1 0 0,1 1-1 0 0,1-1 0 0 0,3-8 1 0 0,5-12 556 0 0,-7 12-511 0 0,18-70 2209 0 0,-20 77-2369 0 0,-1-1 0 0 0,0 0 0 0 0,0 0 0 0 0,-1 0 1 0 0,0 0-1 0 0,0 0 0 0 0,-3-12 0 0 0,2 19-281 0 0,1 0-1 0 0,-1 0 1 0 0,0 0-1 0 0,0 0 1 0 0,0 1-1 0 0,0-1 1 0 0,0 0-1 0 0,0 0 1 0 0,0 1-1 0 0,-1-1 1 0 0,1 0-1 0 0,0 1 1 0 0,-1-1 0 0 0,0 1-1 0 0,1 0 1 0 0,-1 0-1 0 0,0-1 1 0 0,-3 0-1 0 0,0 0 24 0 0,0 0 0 0 0,0 0 0 0 0,0 1-1 0 0,0 0 1 0 0,0 0 0 0 0,0 0 0 0 0,-8 0 0 0 0,-4 1 36 0 0,1 1 1 0 0,-1 1 0 0 0,-30 7 0 0 0,26-4-136 0 0,0 2-1 0 0,1 0 1 0 0,-1 1 0 0 0,2 1-1 0 0,-1 1 1 0 0,2 1 0 0 0,-1 1-1 0 0,-31 26 1 0 0,38-28-56 0 0,2 0-1 0 0,-1 1 1 0 0,2 0-1 0 0,-1 1 1 0 0,2 0 0 0 0,0 0-1 0 0,0 1 1 0 0,1 0 0 0 0,0 0-1 0 0,1 1 1 0 0,1-1-1 0 0,0 1 1 0 0,-5 29 0 0 0,5-17 20 0 0,2 0 1 0 0,1 0 0 0 0,1 0-1 0 0,1-1 1 0 0,6 44-1 0 0,-4-60-25 0 0,-1 0 1 0 0,2-1-1 0 0,-1 1 0 0 0,1-1 0 0 0,0 1 0 0 0,1-1 0 0 0,0 0 1 0 0,0-1-1 0 0,1 1 0 0 0,0-1 0 0 0,0 0 0 0 0,0 0 0 0 0,1 0 0 0 0,0-1 1 0 0,1 0-1 0 0,0 0 0 0 0,-1 0 0 0 0,2-1 0 0 0,-1 0 0 0 0,11 5 1 0 0,0-2 52 0 0,1-1 1 0 0,0 0 0 0 0,1-2-1 0 0,0 0 1 0 0,0-1 0 0 0,22 1-1 0 0,125 0 575 0 0,-131-5-459 0 0,56 2 1390 0 0,-47-1-3317 0 0,0 0-8976 0 0,-31-1 5970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7:12.1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23 188 4828 0 0,'-3'-51'4367'0'0,"0"29"29"0"0,2 28-1779 0 0,-5 147 3129 0 0,5-68-5240 0 0,-7 631 1715 0 0,8-678-2138 0 0,3-240-3049 0 0,0-92 57 0 0,-9-165 942 0 0,6 438 2153 0 0,5-38 1 0 0,-5 54-114 0 0,1 0 0 0 0,0 0 0 0 0,0 0 0 0 0,1 1 0 0 0,-1-1 0 0 0,1 0 0 0 0,0 1 0 0 0,0 0 0 0 0,1-1 0 0 0,-1 1 0 0 0,1 0 0 0 0,0 0 0 0 0,6-6 0 0 0,-8 9-32 0 0,0 0 0 0 0,0 0 0 0 0,0 1 0 0 0,1-1 1 0 0,-1 0-1 0 0,0 1 0 0 0,1-1 0 0 0,-1 0 0 0 0,1 1 0 0 0,-1 0 0 0 0,1-1 0 0 0,-1 1 0 0 0,1 0 1 0 0,-1 0-1 0 0,1 0 0 0 0,-1 0 0 0 0,1 0 0 0 0,-1 0 0 0 0,1 0 0 0 0,-1 0 0 0 0,1 1 0 0 0,-1-1 0 0 0,1 1 1 0 0,-1-1-1 0 0,0 1 0 0 0,1-1 0 0 0,-1 1 0 0 0,0 0 0 0 0,1 0 0 0 0,-1-1 0 0 0,0 1 0 0 0,0 0 1 0 0,0 0-1 0 0,1 0 0 0 0,-1 1 0 0 0,0-1 0 0 0,1 2 0 0 0,5 6 207 0 0,0 1 0 0 0,-1 0 1 0 0,11 20-1 0 0,-11-17-83 0 0,113 183 1314 0 0,-97-164-1343 0 0,4 6 63 0 0,0 1 1 0 0,-3 1-1 0 0,-1 2 0 0 0,18 48 0 0 0,-36-77-137 0 0,0-1 0 0 0,-1 1 1 0 0,0 0-1 0 0,-1 0 0 0 0,-1-1 1 0 0,0 1-1 0 0,0 1 0 0 0,-1-1 0 0 0,-1 0 1 0 0,0 0-1 0 0,-1 0 0 0 0,0-1 1 0 0,-1 1-1 0 0,-1 0 0 0 0,0-1 0 0 0,0 0 1 0 0,-2 0-1 0 0,1 0 0 0 0,-13 19 1 0 0,4-12 52 0 0,-1 0 1 0 0,-1-1-1 0 0,-1-1 1 0 0,-30 24-1 0 0,17-17 6 0 0,0 1 0 0 0,2 2-1 0 0,-37 43 1 0 0,62-66-164 0 0,1 1 0 0 0,-1-1 0 0 0,1 1 1 0 0,0 0-1 0 0,0-1 0 0 0,0 1 0 0 0,-1 7 1 0 0,2-3-5167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09:34.2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 15 3620 0 0,'-46'0'14997'0'0,"52"-15"-11103"0"0,-3 16-3801 0 0,1 0 0 0 0,0 0 0 0 0,-1 0 0 0 0,1 0 0 0 0,-1 1 0 0 0,1-1 0 0 0,-1 1 0 0 0,1 0 0 0 0,-1 0 0 0 0,0 0-1 0 0,0 0 1 0 0,0 1 0 0 0,0-1 0 0 0,-1 1 0 0 0,1 0 0 0 0,-1 0 0 0 0,1-1 0 0 0,1 5 0 0 0,9 11 79 0 0,18 35 1 0 0,-27-44-68 0 0,21 36 91 0 0,26 51 374 0 0,102 145 1 0 0,-143-228-479 0 0,1-1 1 0 0,0 0-1 0 0,1-1 1 0 0,21 15-1 0 0,-30-24-71 0 0,-3-2 31 0 0,0 26-655 0 0,0-21-3093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10:03.7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25 184 3952 0 0,'-13'-142'9893'0'0,"9"100"-3770"0"0,-1 76-4524 0 0,3 42-976 0 0,1 50-39 0 0,46 283 854 0 0,-38-307-945 0 0,-7-59-275 0 0,0-34-166 0 0,-1-11-55 0 0,-16-199-4206 0 0,15 158-411 0 0,2-1-3342 0 0,0 18 3873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10:04.2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14 107 3576 0 0,'-9'-36'6476'0'0,"7"25"-5519"0"0,1 7-410 0 0,1 1 1 0 0,-1-1-1 0 0,1 1 0 0 0,0-1 0 0 0,0 1 0 0 0,0-1 0 0 0,0 1 1 0 0,1-1-1 0 0,0-4 0 0 0,0 7-390 0 0,0-1 0 0 0,0 1-1 0 0,0 0 1 0 0,0-1 0 0 0,0 1 0 0 0,0 0 0 0 0,1 0-1 0 0,-1 0 1 0 0,0 0 0 0 0,1 0 0 0 0,-1 0-1 0 0,1 1 1 0 0,-1-1 0 0 0,1 0 0 0 0,-1 1 0 0 0,1-1-1 0 0,-1 1 1 0 0,1-1 0 0 0,-1 1 0 0 0,1 0-1 0 0,0-1 1 0 0,-1 1 0 0 0,1 0 0 0 0,2 1 0 0 0,7-2 30 0 0,0 1 1 0 0,-1 0 0 0 0,1 1 0 0 0,-1 0 0 0 0,1 0 0 0 0,-1 1 0 0 0,20 7 0 0 0,-23-7-143 0 0,-1 1-1 0 0,1 1 1 0 0,-1-1 0 0 0,0 1-1 0 0,0 0 1 0 0,-1 0 0 0 0,1 1-1 0 0,-1 0 1 0 0,0 0 0 0 0,0 0-1 0 0,0 0 1 0 0,-1 1 0 0 0,7 10-1 0 0,-3 0 9 0 0,-1 1-1 0 0,0 0 0 0 0,-1 0 0 0 0,-1 0 1 0 0,0 1-1 0 0,-2-1 0 0 0,0 1 1 0 0,0 0-1 0 0,-2 0 0 0 0,-1 1 0 0 0,-2 25 1 0 0,-1-5 5 0 0,-3 0 0 0 0,-1 0 0 0 0,-1 0 0 0 0,-20 50 0 0 0,22-75-31 0 0,0 0 0 0 0,-13 20 0 0 0,-3 5 96 0 0,18-34-59 0 0,2-7-17 0 0,1-15 6 0 0,7-26-6 0 0,-3 33-43 0 0,0 0 1 0 0,0 0-1 0 0,1 0 0 0 0,0 1 0 0 0,1-1 1 0 0,0 1-1 0 0,0 0 0 0 0,1 0 0 0 0,0 1 1 0 0,1 0-1 0 0,0 0 0 0 0,0 0 0 0 0,1 1 1 0 0,0 0-1 0 0,12-8 0 0 0,2 4-4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10:06.60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19 22114 0 0,'0'-18'-6871'0'0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10:07.6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51 87 2488 0 0,'-3'0'1184'0'0,"-26"-1"5827"0"0,28 1-6759 0 0,0-1-1 0 0,0 1 1 0 0,0 0-1 0 0,1 0 1 0 0,-1 0-1 0 0,0 0 1 0 0,0 0-1 0 0,1-1 1 0 0,-1 1-1 0 0,0 0 1 0 0,1-1-1 0 0,-1 1 1 0 0,0-1-1 0 0,1 1 1 0 0,-1 0-1 0 0,1-1 1 0 0,-1 1-1 0 0,0-1 1 0 0,1 0-1 0 0,-1 1 1 0 0,1-1-1 0 0,0 1 1 0 0,-1-1-1 0 0,1 0 1 0 0,-1 1-1 0 0,1-1 1 0 0,0 0-1 0 0,0 0 1 0 0,-1 1-1 0 0,1-2 1 0 0,37-9 1415 0 0,-8 2-1274 0 0,119-28 557 0 0,-123 32-844 0 0,0 1-1 0 0,-1 1 1 0 0,1 1 0 0 0,26 2 0 0 0,-48 0-86 0 0,1 1-1 0 0,-1-1 0 0 0,0 1 1 0 0,0 0-1 0 0,0 0 0 0 0,0 0 1 0 0,0 0-1 0 0,0 0 0 0 0,0 0 0 0 0,0 1 1 0 0,0 0-1 0 0,0-1 0 0 0,-1 1 1 0 0,1 0-1 0 0,-1 1 0 0 0,1-1 1 0 0,-1 0-1 0 0,0 1 0 0 0,0-1 1 0 0,0 1-1 0 0,0-1 0 0 0,0 1 0 0 0,-1 0 1 0 0,1 0-1 0 0,-1 0 0 0 0,0 0 1 0 0,0 0-1 0 0,0 0 0 0 0,0 0 1 0 0,-1 0-1 0 0,1 1 0 0 0,0 4 1 0 0,0 9 57 0 0,-1 1 1 0 0,0-1 0 0 0,-1 0 0 0 0,-6 31-1 0 0,2-24-13 0 0,0-1 0 0 0,-1 1-1 0 0,-2-1 1 0 0,0 0 0 0 0,-23 42-1 0 0,24-52-24 0 0,-1-1-1 0 0,-1 1 1 0 0,0-1-1 0 0,0-1 0 0 0,-1 0 1 0 0,-1 0-1 0 0,0-1 1 0 0,0 0-1 0 0,-1-1 1 0 0,-23 15-1 0 0,28-21 23 0 0,-1 1-1 0 0,1-1 1 0 0,0 0-1 0 0,-1-1 1 0 0,1 0-1 0 0,-1 0 1 0 0,0-1-1 0 0,0 0 1 0 0,0 0-1 0 0,0 0 1 0 0,0-1-1 0 0,1-1 1 0 0,-1 1-1 0 0,0-1 1 0 0,0 0-1 0 0,0-1 1 0 0,1 0-1 0 0,-1 0 1 0 0,1-1-1 0 0,-1 0 1 0 0,1 0-1 0 0,0-1 1 0 0,-10-6-1 0 0,15 8-6 0 0,0 0 0 0 0,0 0 0 0 0,0 0 0 0 0,0-1-1 0 0,0 1 1 0 0,0-1 0 0 0,1 1 0 0 0,-1-1 0 0 0,1 0-1 0 0,-2-3 1 0 0,0-9-3077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10:08.1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120 154 4432 0 0,'1'-5'956'0'0,"-1"-1"0"0"0,-1 0 0 0 0,1 1 0 0 0,-1-1 0 0 0,0 1 0 0 0,0-1 1 0 0,-1 1-1 0 0,-2-8 0 0 0,4 13-920 0 0,-1 0 0 0 0,1 0 0 0 0,0-1 0 0 0,0 1 0 0 0,0 0 1 0 0,0 0-1 0 0,0 0 0 0 0,0 0 0 0 0,0 0 0 0 0,0 0 0 0 0,0 0 1 0 0,0 0-1 0 0,0 0 0 0 0,0-1 0 0 0,0 1 0 0 0,0 0 0 0 0,0 0 1 0 0,0 0-1 0 0,0 0 0 0 0,-1 0 0 0 0,1 0 0 0 0,0 0 0 0 0,0 0 1 0 0,0 0-1 0 0,0 0 0 0 0,0 0 0 0 0,0 0 0 0 0,0 0 0 0 0,0 0 1 0 0,-1 0-1 0 0,1 0 0 0 0,0 0 0 0 0,0 0 0 0 0,0 0 0 0 0,0 0 0 0 0,0 0 1 0 0,0 0-1 0 0,0 0 0 0 0,0 0 0 0 0,-1 0 0 0 0,1 0 0 0 0,0 0 1 0 0,0 0-1 0 0,0 0 0 0 0,0 0 0 0 0,0 0 0 0 0,0 0 0 0 0,0 0 1 0 0,0 0-1 0 0,0 0 0 0 0,0 0 0 0 0,0 1 0 0 0,-1-1 0 0 0,1 0 1 0 0,0 0-1 0 0,0 0 0 0 0,0 0 0 0 0,0 0 0 0 0,0 0 0 0 0,0 0 1 0 0,0 0-1 0 0,0 0 0 0 0,0 1 0 0 0,0-1 0 0 0,0 0 0 0 0,-5 13 1356 0 0,-1 19 206 0 0,5-30-1362 0 0,-13 130 4108 0 0,13 71-2324 0 0,2-99-1081 0 0,1-82-611 0 0,0-13-140 0 0,0-10-198 0 0,-5-45-1048 0 0,2-34-4649 0 0,-4 1 3861 0 0,-32-181 5302 0 0,12 152-6313 0 0,13 75 2341 0 0,9 27 338 0 0,9 20 594 0 0,1-3-2313 0 0,2-2-3767 0 0,-6-7 4334 0 0,7 6-3235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10:08.9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0 423 4704 0 0,'4'-1'5539'0'0,"18"-2"-3814"0"0,10-12-319 0 0,0-1 0 0 0,-1-1 0 0 0,0-2-1 0 0,-2-1 1 0 0,0-1 0 0 0,45-44 0 0 0,-62 53-1254 0 0,0 0 0 0 0,0-1 0 0 0,-1-1 0 0 0,12-20 0 0 0,-18 26-86 0 0,0-1 0 0 0,-1 0 0 0 0,0 0 0 0 0,-1 0-1 0 0,0 0 1 0 0,0 0 0 0 0,-1 0 0 0 0,0-1 0 0 0,-1 1 0 0 0,1-14-1 0 0,-2 21-39 0 0,0 0-1 0 0,0 0 0 0 0,0 0 0 0 0,0 0 0 0 0,0 0 0 0 0,-1 0 0 0 0,1 0 0 0 0,-1 0 0 0 0,1 0 0 0 0,-1 1 0 0 0,0-1 0 0 0,0 0 0 0 0,1 0 0 0 0,-1 1 0 0 0,-1-1 0 0 0,1 0 0 0 0,0 1 1 0 0,0-1-1 0 0,-1 1 0 0 0,1-1 0 0 0,0 1 0 0 0,-1 0 0 0 0,1 0 0 0 0,-4-2 0 0 0,3 2 4 0 0,0 1-1 0 0,0-1 1 0 0,-1 0 0 0 0,1 1-1 0 0,-1 0 1 0 0,1-1 0 0 0,0 1-1 0 0,-1 0 1 0 0,1 0 0 0 0,-1 0-1 0 0,1 1 1 0 0,0-1 0 0 0,-1 1-1 0 0,1-1 1 0 0,-1 1 0 0 0,1 0 0 0 0,0 0-1 0 0,0 0 1 0 0,-4 2 0 0 0,-3 3 23 0 0,0-1 0 0 0,1 2 0 0 0,0-1 0 0 0,0 1 0 0 0,1 0 0 0 0,0 1 0 0 0,0 0 0 0 0,0 0 1 0 0,1 0-1 0 0,1 1 0 0 0,-1 0 0 0 0,1 0 0 0 0,1 0 0 0 0,0 1 0 0 0,-4 13 0 0 0,2-4-15 0 0,2 0 0 0 0,0 1 0 0 0,1-1 0 0 0,1 1 0 0 0,1 0 0 0 0,0 0-1 0 0,3 24 1 0 0,-1-35-27 0 0,1 0-1 0 0,-1 0 1 0 0,1 0-1 0 0,1 0 0 0 0,-1-1 1 0 0,2 1-1 0 0,-1-1 1 0 0,1 1-1 0 0,0-1 1 0 0,1 0-1 0 0,0-1 1 0 0,8 11-1 0 0,-9-14-4 0 0,0 0 1 0 0,0 0-1 0 0,0-1 1 0 0,0 0-1 0 0,1 0 0 0 0,-1 0 1 0 0,1 0-1 0 0,0-1 0 0 0,-1 0 1 0 0,1 0-1 0 0,1 0 1 0 0,-1 0-1 0 0,0-1 0 0 0,0 0 1 0 0,0 0-1 0 0,1 0 1 0 0,-1-1-1 0 0,0 0 0 0 0,1 0 1 0 0,-1 0-1 0 0,0 0 1 0 0,1-1-1 0 0,7-2 0 0 0,-2 0-5 0 0,0-1-1 0 0,0 1 1 0 0,0-2 0 0 0,-1 0-1 0 0,0 0 1 0 0,0-1-1 0 0,0 0 1 0 0,-1-1-1 0 0,1 0 1 0 0,-2 0 0 0 0,1-1-1 0 0,-1 0 1 0 0,0 0-1 0 0,-1-1 1 0 0,0 0-1 0 0,9-16 1 0 0,-7 8-15 0 0,0 0 1 0 0,-1-1 0 0 0,0 0-1 0 0,-2 0 1 0 0,0-1-1 0 0,-1 0 1 0 0,-1 0-1 0 0,-1 0 1 0 0,1-26-1 0 0,-2-43-81 0 0,-1 70 82 0 0,-1 16 22 0 0,0 4 14 0 0,-1 56 38 0 0,0-13-29 0 0,2 1 0 0 0,1-1 0 0 0,14 70 0 0 0,-15-109-26 0 0,1 0 0 0 0,0 0-1 0 0,0 0 1 0 0,1-1 0 0 0,-1 1 0 0 0,1-1-1 0 0,0 1 1 0 0,0-1 0 0 0,1 0-1 0 0,0 0 1 0 0,0 0 0 0 0,0-1-1 0 0,8 7 1 0 0,-10-9-3 0 0,1 0 0 0 0,0-1 1 0 0,0 1-1 0 0,-1-1 0 0 0,1 1 0 0 0,0-1 1 0 0,0 0-1 0 0,0 0 0 0 0,1 0 0 0 0,-1-1 1 0 0,0 1-1 0 0,0-1 0 0 0,0 0 0 0 0,0 1 0 0 0,1-1 1 0 0,-1-1-1 0 0,0 1 0 0 0,0 0 0 0 0,0-1 1 0 0,1 0-1 0 0,-1 0 0 0 0,0 0 0 0 0,0 0 0 0 0,0 0 1 0 0,0 0-1 0 0,-1-1 0 0 0,5-2 0 0 0,1-2 3 0 0,0 0-1 0 0,-1 0 0 0 0,0-1 1 0 0,0 0-1 0 0,0 0 0 0 0,-1-1 1 0 0,0 0-1 0 0,-1 0 0 0 0,0 0 1 0 0,0 0-1 0 0,0-1 0 0 0,-1 0 1 0 0,-1 0-1 0 0,1 0 0 0 0,-2 0 1 0 0,4-17-1 0 0,0-11 30 0 0,-2 0-1 0 0,-1-72 1 0 0,-3 103-29 0 0,-8 168 135 0 0,7-145-119 0 0,0 0 0 0 0,2 0 1 0 0,0-1-1 0 0,5 30 0 0 0,-5-43-14 0 0,-1-1-1 0 0,1 1 1 0 0,0-1-1 0 0,0 1 1 0 0,0-1-1 0 0,0 0 1 0 0,1 1 0 0 0,-1-1-1 0 0,0 0 1 0 0,1 0-1 0 0,0 0 1 0 0,-1 0-1 0 0,1 0 1 0 0,0 0-1 0 0,0-1 1 0 0,4 3-1 0 0,-4-3 0 0 0,1 0-1 0 0,-1 0 0 0 0,1-1 0 0 0,-1 1 0 0 0,1-1 0 0 0,-1 0 0 0 0,1 0 0 0 0,0 0 1 0 0,-1 0-1 0 0,1 0 0 0 0,-1 0 0 0 0,1-1 0 0 0,-1 0 0 0 0,1 1 0 0 0,-1-1 0 0 0,1 0 1 0 0,-1 0-1 0 0,1 0 0 0 0,-1 0 0 0 0,4-3 0 0 0,0 0 18 0 0,0 0-1 0 0,0 0 1 0 0,0 0-1 0 0,-1-1 1 0 0,0 0 0 0 0,1 0-1 0 0,-2 0 1 0 0,1-1 0 0 0,-1 0-1 0 0,0 0 1 0 0,0 0-1 0 0,0 0 1 0 0,-1-1 0 0 0,0 1-1 0 0,0-1 1 0 0,-1 0-1 0 0,1 0 1 0 0,1-13 0 0 0,-1 0-475 0 0,0 0 1 0 0,-1-35-1 0 0,-3-8-5198 0 0,-1 9-4753 0 0,2 30 5598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10:09.4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82 4512 0 0,'0'-25'4751'0'0,"1"22"-4455"0"0,-1 1-1 0 0,1-1 1 0 0,-1 0 0 0 0,1 1 0 0 0,0-1-1 0 0,0 1 1 0 0,0-1 0 0 0,1 1 0 0 0,-1 0-1 0 0,1 0 1 0 0,-1-1 0 0 0,1 1 0 0 0,0 0-1 0 0,-1 0 1 0 0,1 0 0 0 0,0 1 0 0 0,0-1 0 0 0,0 0-1 0 0,1 1 1 0 0,-1-1 0 0 0,0 1 0 0 0,1 0-1 0 0,-1 0 1 0 0,1 0 0 0 0,-1 0 0 0 0,1 0-1 0 0,-1 0 1 0 0,6 0 0 0 0,-2 0 314 0 0,1 0 0 0 0,0 1 0 0 0,0 0 0 0 0,0 0 0 0 0,0 0 0 0 0,0 1 1 0 0,0 0-1 0 0,0 1 0 0 0,11 3 0 0 0,-17-5-844 0 0,-1 1 1 0 0,1-1-1 0 0,-1 0 0 0 0,1 1 1 0 0,-1-1-1 0 0,1 1 1 0 0,0-1-1 0 0,-1 1 0 0 0,0 0 1 0 0,1-1-1 0 0,-1 1 1 0 0,1 0-1 0 0,-1-1 0 0 0,0 1 1 0 0,1 0-1 0 0,-1-1 1 0 0,0 1-1 0 0,0 0 0 0 0,0-1 1 0 0,0 1-1 0 0,1 0 1 0 0,-1 0-1 0 0,0-1 0 0 0,0 1 1 0 0,0 0-1 0 0,-1 1 1 0 0,-2 19-8296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10:09.6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50 118 5056 0 0,'6'-10'802'0'0,"1"0"-1"0"0,0 1 0 0 0,1-1 1 0 0,-1 2-1 0 0,2-1 0 0 0,-1 1 1 0 0,1 0-1 0 0,0 1 0 0 0,1 0 1 0 0,0 1-1 0 0,0-1 0 0 0,18-7 0 0 0,-27 14-731 0 0,0-1-1 0 0,-1 1 0 0 0,1 0 0 0 0,0-1 0 0 0,-1 1 0 0 0,1-1 0 0 0,0 1 0 0 0,-1 0 0 0 0,1 0 0 0 0,0-1 0 0 0,0 1 0 0 0,0 0 1 0 0,-1 0-1 0 0,1 0 0 0 0,0 0 0 0 0,0 0 0 0 0,-1 0 0 0 0,1 0 0 0 0,0 0 0 0 0,0 0 0 0 0,0 0 0 0 0,-1 1 0 0 0,1-1 0 0 0,0 0 1 0 0,0 0-1 0 0,-1 1 0 0 0,1-1 0 0 0,0 1 0 0 0,-1-1 0 0 0,1 0 0 0 0,0 1 0 0 0,-1-1 0 0 0,1 1 0 0 0,-1 0 0 0 0,1-1 1 0 0,-1 1-1 0 0,1-1 0 0 0,-1 1 0 0 0,1 0 0 0 0,-1-1 0 0 0,0 1 0 0 0,1 0 0 0 0,-1-1 0 0 0,0 1 0 0 0,1 0 0 0 0,-1 0 0 0 0,0 0 1 0 0,0-1-1 0 0,0 2 0 0 0,0 2 140 0 0,0 0 1 0 0,0 0-1 0 0,0 0 0 0 0,-1 0 1 0 0,0 0-1 0 0,0 0 1 0 0,0-1-1 0 0,0 1 1 0 0,-2 3-1 0 0,-39 71 1702 0 0,-35 33-8757 0 0,29-44 92 0 0,16-19 2089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10:11.0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381 745 4672 0 0,'-1'-25'4247'0'0,"0"23"-4052"0"0,-1-1 1 0 0,1 0 0 0 0,0 1-1 0 0,-1-1 1 0 0,0 1-1 0 0,1 0 1 0 0,-1-1-1 0 0,0 1 1 0 0,0 0 0 0 0,0 0-1 0 0,-1 0 1 0 0,1 1-1 0 0,0-1 1 0 0,-1 0-1 0 0,1 1 1 0 0,-1 0 0 0 0,1-1-1 0 0,-1 1 1 0 0,0 0-1 0 0,0 0 1 0 0,1 1-1 0 0,-1-1 1 0 0,0 0 0 0 0,0 1-1 0 0,0 0 1 0 0,-5 0-1 0 0,-3-1 212 0 0,1 1 0 0 0,-1 1 1 0 0,0 0-1 0 0,1 0 0 0 0,0 1 0 0 0,-13 4 0 0 0,6-1 187 0 0,1 2 0 0 0,-1 0 0 0 0,1 0 1 0 0,1 2-1 0 0,-1 0 0 0 0,-23 19 0 0 0,30-20-368 0 0,0-1 1 0 0,1 1 0 0 0,0 1-1 0 0,1-1 1 0 0,0 1-1 0 0,0 1 1 0 0,1-1-1 0 0,0 1 1 0 0,1 0-1 0 0,0 0 1 0 0,-6 19-1 0 0,10-28-206 0 0,1 1 0 0 0,-1-1 1 0 0,1 0-1 0 0,0 1 0 0 0,-1-1 0 0 0,1 0 0 0 0,0 1 0 0 0,0-1 0 0 0,0 1 1 0 0,0-1-1 0 0,0 0 0 0 0,0 1 0 0 0,0-1 0 0 0,1 1 0 0 0,-1-1 0 0 0,0 0 1 0 0,1 1-1 0 0,-1-1 0 0 0,1 0 0 0 0,0 1 0 0 0,-1-1 0 0 0,1 0 0 0 0,0 0 1 0 0,0 0-1 0 0,0 0 0 0 0,-1 1 0 0 0,1-1 0 0 0,0 0 0 0 0,1-1 0 0 0,-1 1 1 0 0,0 0-1 0 0,0 0 0 0 0,0 0 0 0 0,0-1 0 0 0,1 1 0 0 0,-1 0 0 0 0,0-1 1 0 0,1 1-1 0 0,-1-1 0 0 0,0 0 0 0 0,1 1 0 0 0,-1-1 0 0 0,1 0 0 0 0,-1 0 1 0 0,0 0-1 0 0,3 0 0 0 0,4 0 39 0 0,1 0 0 0 0,-1-1 0 0 0,0 1 1 0 0,0-2-1 0 0,0 1 0 0 0,0-1 0 0 0,8-3 0 0 0,7-3-94 0 0,0-1 0 0 0,0-2-1 0 0,-1 0 1 0 0,0-1 0 0 0,-1-1-1 0 0,27-22 1 0 0,-40 28-92 0 0,0-1 0 0 0,-1 0 1 0 0,0 0-1 0 0,0 0 0 0 0,-1-1 1 0 0,0 1-1 0 0,0-2 0 0 0,-1 1 0 0 0,0-1 1 0 0,-1 1-1 0 0,0-1 0 0 0,0-1 1 0 0,-1 1-1 0 0,-1 0 0 0 0,1-1 0 0 0,-2 1 1 0 0,1-16-1 0 0,-2-378-2809 0 0,0 395 2920 0 0,-1-28-102 0 0,-6-42 0 0 0,5 68 238 0 0,0 1-1 0 0,0 0 0 0 0,-1-1 1 0 0,-1 1-1 0 0,0 0 0 0 0,0 1 1 0 0,-1-1-1 0 0,-9-14 1 0 0,14 24-92 0 0,-1-1 1 0 0,1 1 0 0 0,0 0 0 0 0,0-1 0 0 0,0 1 0 0 0,0 0-1 0 0,0-1 1 0 0,-1 1 0 0 0,1 0 0 0 0,0 0 0 0 0,0-1 0 0 0,-1 1-1 0 0,1 0 1 0 0,0 0 0 0 0,0-1 0 0 0,-1 1 0 0 0,1 0 0 0 0,0 0-1 0 0,-1 0 1 0 0,1 0 0 0 0,0-1 0 0 0,-1 1 0 0 0,1 0 0 0 0,0 0-1 0 0,-1 0 1 0 0,1 0 0 0 0,0 0 0 0 0,-1 0 0 0 0,1 0 0 0 0,0 0-1 0 0,-1 0 1 0 0,1 0 0 0 0,0 0 0 0 0,-1 0 0 0 0,-3 13 561 0 0,3 28-57 0 0,2-32-381 0 0,4 96 734 0 0,21 120-1 0 0,-14-138-587 0 0,9 127 341 0 0,6 40 103 0 0,-26-244-714 0 0,8 36 99 0 0,-8-44-121 0 0,-1 0-1 0 0,1 0 1 0 0,0-1 0 0 0,0 1 0 0 0,0 0-1 0 0,-1-1 1 0 0,2 1 0 0 0,-1 0 0 0 0,0-1-1 0 0,0 0 1 0 0,0 1 0 0 0,1-1-1 0 0,-1 0 1 0 0,1 1 0 0 0,-1-1 0 0 0,1 0-1 0 0,-1 0 1 0 0,1 0 0 0 0,0 0 0 0 0,2 1-1 0 0,-2-2-4 0 0,-1 0-1 0 0,1 0 1 0 0,-1 0-1 0 0,1-1 0 0 0,0 1 1 0 0,-1 0-1 0 0,1-1 1 0 0,-1 1-1 0 0,1-1 0 0 0,-1 1 1 0 0,1-1-1 0 0,-1 0 0 0 0,1 1 1 0 0,-1-1-1 0 0,0 0 1 0 0,1 0-1 0 0,-1 0 0 0 0,0 0 1 0 0,0 0-1 0 0,0 0 1 0 0,0-1-1 0 0,2-1 0 0 0,21-31-31 0 0,-22 31 29 0 0,8-14-13 0 0,-2-1 1 0 0,1 0-1 0 0,-2 0 1 0 0,9-36-1 0 0,11-83-32 0 0,-15 71 24 0 0,-5 21 9 0 0,-4 23-15 0 0,1-1 0 0 0,10-30 0 0 0,-10 80 22 0 0,-2 18 18 0 0,-4 29-3 0 0,0-36-10 0 0,2 0-1 0 0,2 1 0 0 0,11 71 1 0 0,-12-104 3 0 0,1-1 0 0 0,-1 1 1 0 0,1-1-1 0 0,0 1 0 0 0,0-1 1 0 0,1 0-1 0 0,0 0 0 0 0,0 0 1 0 0,0 0-1 0 0,0 0 0 0 0,9 7 1 0 0,-9-9-1 0 0,1 0 1 0 0,-1-1-1 0 0,1 0 1 0 0,0 0-1 0 0,0 0 1 0 0,0 0 0 0 0,0 0-1 0 0,0-1 1 0 0,0 0-1 0 0,1 0 1 0 0,-1 0 0 0 0,0 0-1 0 0,1-1 1 0 0,-1 0-1 0 0,0 0 1 0 0,8 0-1 0 0,-2-2-28 0 0,1 1 0 0 0,-1-2 1 0 0,1 1-1 0 0,-1-2 0 0 0,0 1 0 0 0,0-1 0 0 0,0-1 0 0 0,-1 0 0 0 0,1 0 0 0 0,-1-1 0 0 0,-1 0 0 0 0,1-1 0 0 0,-1 1 0 0 0,0-2 0 0 0,9-9 0 0 0,-4 3-35 0 0,-1-1-1 0 0,0-1 1 0 0,-1 0-1 0 0,-1 0 1 0 0,0-1-1 0 0,-1 0 1 0 0,10-30 0 0 0,-12 26-12 0 0,-2-1 0 0 0,0 0 0 0 0,-1 0 1 0 0,-1 0-1 0 0,0-28 0 0 0,-3 48 78 0 0,0 1-1 0 0,0 0 1 0 0,0-1 0 0 0,0 1-1 0 0,0 0 1 0 0,-1 0 0 0 0,1-1-1 0 0,0 1 1 0 0,0 0 0 0 0,-1-1-1 0 0,1 1 1 0 0,-1 0 0 0 0,1 0-1 0 0,-1 0 1 0 0,0 0 0 0 0,1-1-1 0 0,-1 1 1 0 0,0 0 0 0 0,-1-1 0 0 0,1 1 3 0 0,0 1 1 0 0,0-1-1 0 0,0 1 1 0 0,0 0-1 0 0,1 0 1 0 0,-1-1-1 0 0,0 1 1 0 0,0 0-1 0 0,0 0 1 0 0,0 0-1 0 0,0 0 1 0 0,0 0-1 0 0,0 0 1 0 0,0 0-1 0 0,0 1 1 0 0,1-1-1 0 0,-1 0 1 0 0,0 0-1 0 0,0 1 1 0 0,0-1-1 0 0,-1 1 1 0 0,-1 1 13 0 0,0-1 0 0 0,0 1 0 0 0,0 0 0 0 0,0 0 0 0 0,0 1 0 0 0,1-1 0 0 0,-1 1 0 0 0,1-1 0 0 0,-1 1 0 0 0,1 0 1 0 0,0 0-1 0 0,-3 6 0 0 0,-1 8 38 0 0,0 1 0 0 0,2-1 0 0 0,0 1 0 0 0,1 0 0 0 0,-1 29 0 0 0,6 93 200 0 0,-2-134-244 0 0,0 1-1 0 0,1 0 1 0 0,0-1-1 0 0,1 1 1 0 0,-1-1-1 0 0,1 0 1 0 0,0 1-1 0 0,6 10 1 0 0,-6-14-11 0 0,0-1 0 0 0,0 0 1 0 0,0 1-1 0 0,0-1 1 0 0,0 0-1 0 0,0 0 0 0 0,1 0 1 0 0,-1 0-1 0 0,0-1 0 0 0,1 1 1 0 0,0-1-1 0 0,-1 1 0 0 0,1-1 1 0 0,0 0-1 0 0,0 0 1 0 0,0 0-1 0 0,0 0 0 0 0,0-1 1 0 0,-1 1-1 0 0,1-1 0 0 0,5 0 1 0 0,1 0-25 0 0,0 0 0 0 0,0-1 0 0 0,0 0 0 0 0,0-1 0 0 0,-1 0 0 0 0,1 0 0 0 0,0-1 0 0 0,-1 0 1 0 0,0-1-1 0 0,0 0 0 0 0,0 0 0 0 0,0 0 0 0 0,-1-1 0 0 0,0 0 0 0 0,0-1 0 0 0,0 0 0 0 0,8-8 0 0 0,9-13-161 0 0,0-1 0 0 0,-3-1 1 0 0,20-31-1 0 0,-8 10-67 0 0,-32 48 235 0 0,0 0-1 0 0,0 1 1 0 0,0 0-1 0 0,0-1 1 0 0,0 1-1 0 0,0 0 0 0 0,1-1 1 0 0,-1 1-1 0 0,0 0 1 0 0,1 0-1 0 0,-1 0 1 0 0,0 0-1 0 0,1 0 1 0 0,-1 0-1 0 0,1 1 0 0 0,0-1 1 0 0,2-1-1 0 0,-3 3 7 0 0,0-1 0 0 0,0 1 0 0 0,0-1 0 0 0,0 1-1 0 0,0-1 1 0 0,-1 1 0 0 0,1 0 0 0 0,0-1-1 0 0,0 1 1 0 0,-1 0 0 0 0,1 0 0 0 0,0 0 0 0 0,-1-1-1 0 0,1 1 1 0 0,-1 0 0 0 0,1 0 0 0 0,-1 0 0 0 0,0 0-1 0 0,1 0 1 0 0,-1 0 0 0 0,0 0 0 0 0,1 0 0 0 0,-1 0-1 0 0,0 0 1 0 0,0 0 0 0 0,0 0 0 0 0,0 0 0 0 0,0 0-1 0 0,0 0 1 0 0,-1 1 0 0 0,3 38-30 0 0,-4 41 0 0 0,0-9 16 0 0,1-72 21 0 0,1 0 0 0 0,0 0 0 0 0,0 0 0 0 0,0 1 0 0 0,0-1 0 0 0,0 0 0 0 0,0 0 0 0 0,0 0 0 0 0,0 1 0 0 0,0-1 0 0 0,0 0-1 0 0,0 0 1 0 0,0 0 0 0 0,0 1 0 0 0,0-1 0 0 0,0 0 0 0 0,0 0 0 0 0,0 0 0 0 0,0 0 0 0 0,0 1 0 0 0,1-1 0 0 0,-1 0 0 0 0,0 0 0 0 0,0 0 0 0 0,0 0-1 0 0,0 1 1 0 0,0-1 0 0 0,0 0 0 0 0,0 0 0 0 0,1 0 0 0 0,-1 0 0 0 0,0 0 0 0 0,0 0 0 0 0,0 1 0 0 0,0-1 0 0 0,1 0 0 0 0,-1 0 0 0 0,0 0 0 0 0,0 0 0 0 0,0 0-1 0 0,0 0 1 0 0,1 0 0 0 0,-1 0 0 0 0,0 0 0 0 0,0 0 0 0 0,0 0 0 0 0,1 0 0 0 0,9-7-8 0 0,7-15-5 0 0,8-17 4 0 0,-20 28 23 0 0,1 1 0 0 0,1 0 0 0 0,0 0 0 0 0,0 1-1 0 0,10-9 1 0 0,-17 18-9 0 0,0 0-1 0 0,0-1 0 0 0,0 1 0 0 0,1 0 1 0 0,-1 0-1 0 0,0-1 0 0 0,1 1 0 0 0,-1 0 1 0 0,0 0-1 0 0,0 0 0 0 0,1 0 0 0 0,-1-1 1 0 0,0 1-1 0 0,1 0 0 0 0,-1 0 1 0 0,0 0-1 0 0,1 0 0 0 0,-1 0 0 0 0,1 0 1 0 0,-1 0-1 0 0,0 0 0 0 0,1 0 0 0 0,-1 0 1 0 0,0 0-1 0 0,1 0 0 0 0,-1 0 0 0 0,0 0 1 0 0,1 1-1 0 0,-1-1 0 0 0,0 0 1 0 0,1 0-1 0 0,-1 0 0 0 0,0 0 0 0 0,0 1 1 0 0,1-1-1 0 0,-1 0 0 0 0,0 0 0 0 0,9 17 121 0 0,0 25 98 0 0,-9-39-181 0 0,2 9 65 0 0,0-1 1 0 0,1 0 0 0 0,1 0-1 0 0,-1-1 1 0 0,2 1 0 0 0,-1-1-1 0 0,1 0 1 0 0,1 0 0 0 0,7 9-1 0 0,-11-16-61 0 0,0 0-1 0 0,0 0 0 0 0,0 0 0 0 0,1-1 1 0 0,0 1-1 0 0,-1-1 0 0 0,1 0 0 0 0,0 0 1 0 0,0 0-1 0 0,0 0 0 0 0,0 0 0 0 0,0-1 1 0 0,1 1-1 0 0,-1-1 0 0 0,0 0 0 0 0,1 0 1 0 0,-1 0-1 0 0,1 0 0 0 0,-1-1 0 0 0,1 0 1 0 0,0 1-1 0 0,-1-1 0 0 0,1 0 1 0 0,-1-1-1 0 0,1 1 0 0 0,-1-1 0 0 0,1 1 1 0 0,-1-1-1 0 0,1 0 0 0 0,-1-1 0 0 0,0 1 1 0 0,5-2-1 0 0,0-2 40 0 0,-1 0 0 0 0,1 0 0 0 0,-1-1-1 0 0,1 0 1 0 0,-2 0 0 0 0,1-1 0 0 0,-1 0 0 0 0,0 0 0 0 0,0 0 0 0 0,5-10 0 0 0,3-7 89 0 0,-1 0 0 0 0,12-29 0 0 0,-17 33-218 0 0,-1-1-1 0 0,-1 1 1 0 0,-1-1 0 0 0,6-41 0 0 0,-10 45-924 0 0,-1 0 1 0 0,0-1 0 0 0,-4-29 0 0 0,3 42-515 0 0,0 0 0 0 0,0 0 0 0 0,-1 1 0 0 0,0-1 0 0 0,1 1 0 0 0,-2-1 1 0 0,1 1-1 0 0,0 0 0 0 0,-6-7 0 0 0,-3-4-3659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10:11.4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0 171 4952 0 0,'0'-12'1075'0'0,"1"1"-1"0"0,-1 0 1 0 0,2 0-1 0 0,0 0 1 0 0,0 0-1 0 0,1 0 1 0 0,0 1-1 0 0,7-16 1 0 0,-8 22-629 0 0,0 0 0 0 0,0 1 1 0 0,1-1-1 0 0,-1 1 0 0 0,0 0 0 0 0,1 0 1 0 0,0 0-1 0 0,0 0 0 0 0,0 0 0 0 0,0 0 0 0 0,0 1 1 0 0,1-1-1 0 0,-1 1 0 0 0,1 0 0 0 0,0 0 1 0 0,-1 1-1 0 0,1-1 0 0 0,0 1 0 0 0,0-1 1 0 0,0 1-1 0 0,0 1 0 0 0,0-1 0 0 0,0 0 1 0 0,0 1-1 0 0,7 0 0 0 0,-4 0-547 0 0,29 4 2156 0 0,-22 3-3759 0 0,-9 8-5021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10:11.6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1 221 4368 0 0,'0'-2'213'0'0,"0"1"0"0"0,0-1 0 0 0,0 1 0 0 0,0 0 0 0 0,1-1 0 0 0,-1 1 0 0 0,0 0 0 0 0,1-1-1 0 0,-1 1 1 0 0,1 0 0 0 0,-1-1 0 0 0,1 1 0 0 0,0 0 0 0 0,-1 0 0 0 0,1 0 0 0 0,0-1-1 0 0,0 1 1 0 0,0 0 0 0 0,0 0 0 0 0,0 0 0 0 0,0 1 0 0 0,0-1 0 0 0,0 0 0 0 0,0 0 0 0 0,1 0-1 0 0,-1 1 1 0 0,0-1 0 0 0,0 1 0 0 0,1-1 0 0 0,-1 1 0 0 0,0-1 0 0 0,1 1 0 0 0,-1 0 0 0 0,0 0-1 0 0,1 0 1 0 0,1 0 0 0 0,0-1 104 0 0,1 1-1 0 0,0 1 0 0 0,-1-1 0 0 0,1 0 1 0 0,-1 1-1 0 0,1 0 0 0 0,-1 0 0 0 0,1 0 1 0 0,-1 0-1 0 0,0 1 0 0 0,1-1 1 0 0,5 4-1 0 0,29 25 2502 0 0,-24-17-1902 0 0,2-2 0 0 0,-1 1 0 0 0,1-2 0 0 0,1 0 0 0 0,21 9 0 0 0,-33-17-795 0 0,1 0-1 0 0,-1-1 0 0 0,1 0 1 0 0,0 0-1 0 0,-1 0 1 0 0,1 0-1 0 0,0-1 0 0 0,0 0 1 0 0,0 0-1 0 0,-1-1 1 0 0,1 0-1 0 0,0 1 0 0 0,-1-2 1 0 0,1 1-1 0 0,0-1 1 0 0,-1 0-1 0 0,0 0 0 0 0,1-1 1 0 0,-1 1-1 0 0,0-1 1 0 0,0 0-1 0 0,4-4 1 0 0,-1 1-69 0 0,-2 0 0 0 0,1-1 1 0 0,-1 1-1 0 0,0-1 1 0 0,0-1-1 0 0,-1 1 0 0 0,0-1 1 0 0,0 0-1 0 0,-1 0 1 0 0,0 0-1 0 0,0-1 1 0 0,-1 1-1 0 0,0-1 0 0 0,0 0 1 0 0,-1 0-1 0 0,-1 0 1 0 0,1 0-1 0 0,-1 0 1 0 0,-1 0-1 0 0,0-1 0 0 0,0 1 1 0 0,-1 0-1 0 0,0 0 1 0 0,0 0-1 0 0,-1 0 1 0 0,-5-15-1 0 0,6 22-267 0 0,0-1 0 0 0,-1 1 0 0 0,1-1 1 0 0,-1 1-1 0 0,1-1 0 0 0,-1 1 0 0 0,0 0 0 0 0,1 0 0 0 0,-4-2 1 0 0,2 1-927 0 0,-1 1-1 0 0,0-1 1 0 0,0 1 0 0 0,0 0 0 0 0,0 0 0 0 0,0 1 0 0 0,0-1 0 0 0,-1 1 0 0 0,1 0 0 0 0,0 0 0 0 0,-1 0 0 0 0,1 1 0 0 0,-9-1 0 0 0,-18 2-4224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10:11.8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 3 5489 0 0,'0'0'2900'0'0,"-6"-1"2252"0"0,6 0-4184 0 0,0 2-68 0 0,-3 0-156 0 0,3 4-3972 0 0,0 2 0 0 0,0 3 0 0 0,-3-1-1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10:12.2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 1 4960 0 0,'-3'0'845'0'0,"0"3"15"0"0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10:13.1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116 42 30203 0 0,'0'0'44'0'0,"-3"3"-116"0"0,0-3-48 0 0,-6-3-68 0 0,4 1-104 0 0,-4 0-88 0 0,1-1-88 0 0,-4 1-188 0 0,-2-2-901 0 0,3 0-3743 0 0,-1-3-1 0 0,-2-1 1 0 0,-1-1-1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10:14.5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1 135 2888 0 0,'0'0'7877'0'0,"13"0"-2501"0"0,5 0-3579 0 0,267-19 2120 0 0,-229 14-3593 0 0,125-25 187 0 0,-129 18-402 0 0,0 3-1 0 0,92-4 0 0 0,44-3 20 0 0,-1 1 51 0 0,18 6 20 0 0,77 2-66 0 0,261 58-189 0 0,-239-26 52 0 0,106-7 108 0 0,-228-15-70 0 0,228-9 64 0 0,-117-5 54 0 0,-65 7-31 0 0,-89-12 91 0 0,10-1 184 0 0,-51 4 80 0 0,-76 9-282 0 0,1 0-1 0 0,-1 2 1 0 0,1 0 0 0 0,31 2-1 0 0,-7 0 356 0 0,-40-1-5942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10:14.9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93 4160 0 0,'5'-31'6471'0'0,"-3"19"-4597"0"0,5-22 2337 0 0,0 19 2607 0 0,-6 36-1787 0 0,0 16-6492 0 0,-1-6-4185 0 0,-8 20-5075 0 0,5-21 5360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10:15.1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4856 0 0,'0'3'861'0'0,"0"2"51"0"0,2 0 32 0 0,1 2 56 0 0,-1 0 32 0 0,-2 1 32 0 0,4 1 36 0 0,-2 2 20 0 0,1 5 0 0 0,0-6-4 0 0,0 4 4 0 0,3-3 1 0 0,-3 2-57 0 0,-1 2-48 0 0,2-3-84 0 0,-2 1-228 0 0,4-2-4920 0 0,-3-1-1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11:25.6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1 152 0 0,'0'0'68'0'0,"0"3"-44"0"0,0-2-120 0 0,0 1 48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11:26.6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407 149 384 0 0,'0'0'254'0'0,"25"-5"6210"0"0,-23 0-5718 0 0,-1 1 0 0 0,0-1 1 0 0,-1 0-1 0 0,1 1 0 0 0,-1-1 0 0 0,0 0 1 0 0,0 1-1 0 0,0-1 0 0 0,-2-6 0 0 0,2-2 700 0 0,0 10-1302 0 0,0 1-1 0 0,0-1 1 0 0,-1 1 0 0 0,1-1-1 0 0,-1 1 1 0 0,1-1 0 0 0,-1 1-1 0 0,0 0 1 0 0,0-1-1 0 0,0 1 1 0 0,0 0 0 0 0,0-1-1 0 0,0 1 1 0 0,-1 0-1 0 0,1 0 1 0 0,-1 0 0 0 0,1 0-1 0 0,-1 0 1 0 0,-3-2 0 0 0,1 2-31 0 0,0-1 0 0 0,0 1 1 0 0,0-1-1 0 0,-1 1 0 0 0,1 1 0 0 0,0-1 1 0 0,-1 1-1 0 0,0-1 0 0 0,-7 0 1 0 0,-7 0 48 0 0,0 1 0 0 0,0 1 0 0 0,1 1 0 0 0,-23 3 1 0 0,31-2-138 0 0,1 0 0 0 0,0 1 0 0 0,0 0 1 0 0,0 1-1 0 0,1 0 0 0 0,-1 0 0 0 0,1 0 1 0 0,0 1-1 0 0,0 1 0 0 0,1-1 1 0 0,-1 1-1 0 0,1 1 0 0 0,-7 8 0 0 0,1-1 14 0 0,0 1 0 0 0,1 1 0 0 0,1 0 0 0 0,0 0-1 0 0,-11 25 1 0 0,15-24-2 0 0,1 0 1 0 0,0 0-1 0 0,1 1 0 0 0,1-1 0 0 0,-2 23 0 0 0,0 87 97 0 0,6-122-125 0 0,-1 1-1 0 0,2-1 1 0 0,-1 0-1 0 0,1 1 1 0 0,0-1 0 0 0,0 0-1 0 0,0 1 1 0 0,4 8 0 0 0,-4-12-4 0 0,1 0 0 0 0,-1 0 0 0 0,0-1 0 0 0,1 1 0 0 0,-1 0 0 0 0,1-1 0 0 0,0 0 1 0 0,0 1-1 0 0,-1-1 0 0 0,1 0 0 0 0,0 0 0 0 0,0 0 0 0 0,0 0 0 0 0,0 0 1 0 0,0 0-1 0 0,0-1 0 0 0,0 1 0 0 0,1-1 0 0 0,-1 1 0 0 0,0-1 0 0 0,0 0 0 0 0,0 0 1 0 0,4 0-1 0 0,16 1 41 0 0,0-1 0 0 0,1-1 0 0 0,28-5 0 0 0,-42 4-36 0 0,0 0 1 0 0,1-1-1 0 0,-1-1 1 0 0,0 1-1 0 0,0-1 1 0 0,-1-1-1 0 0,1 0 1 0 0,-1 0-1 0 0,0 0 1 0 0,9-9-1 0 0,-4 3 0 0 0,0-1 0 0 0,-1-1 0 0 0,0 0 0 0 0,-1-1 0 0 0,-1 0 0 0 0,16-28 0 0 0,-20 29-1 0 0,0 0-1 0 0,-1 0 1 0 0,-1 0 0 0 0,0-1-1 0 0,-1 1 1 0 0,-1-1-1 0 0,0 0 1 0 0,-1 0-1 0 0,0-14 1 0 0,1 0 3 0 0,0 0 0 0 0,2 1 0 0 0,10-36 0 0 0,-10 45-8 0 0,-3 11-3 0 0,0 4 0 0 0,0 0-1 0 0,-1 0 0 0 0,1 0 0 0 0,0 1 0 0 0,0-1 0 0 0,1 0 1 0 0,-1 0-1 0 0,1 0 0 0 0,-1 1 0 0 0,1-1 0 0 0,3-3 0 0 0,1 43 25 0 0,-6-12-2 0 0,0 51 104 0 0,12 100 0 0 0,-7-88-133 0 0,-4-84 5 0 0,-1-1 0 0 0,1 0-1 0 0,-1 0 1 0 0,1 0 0 0 0,0 0-1 0 0,0 0 1 0 0,0 0 0 0 0,1 0-1 0 0,-1-1 1 0 0,1 1-1 0 0,-1 0 1 0 0,1-1 0 0 0,0 1-1 0 0,0-1 1 0 0,0 1 0 0 0,1-1-1 0 0,-1 0 1 0 0,4 3 0 0 0,-5-4-1 0 0,6 6-7 0 0,-6-6 9 0 0,0 0-1 0 0,0 0 0 0 0,0 0 0 0 0,0 0 0 0 0,0-1 1 0 0,1 1-1 0 0,-1 0 0 0 0,0 0 0 0 0,0-1 0 0 0,1 1 1 0 0,-1-1-1 0 0,0 1 0 0 0,1-1 0 0 0,-1 0 0 0 0,1 1 0 0 0,-1-1 1 0 0,0 0-1 0 0,1 0 0 0 0,-1 0 0 0 0,1 0 0 0 0,-1 0 1 0 0,1 0-1 0 0,1-1 0 0 0,0 0 6 0 0,0 1 0 0 0,0-1 1 0 0,0 1-1 0 0,-1-1 0 0 0,1 0 0 0 0,-1 0 0 0 0,1-1 0 0 0,0 1 0 0 0,-1 0 1 0 0,0-1-1 0 0,1 0 0 0 0,-1 1 0 0 0,4-5 0 0 0,32-34 165 0 0,-18 16-39 0 0,20-21 114 0 0,-28 30-87 0 0,1 0 0 0 0,27-23 0 0 0,-35 24-2057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11:28.6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0 109 1872 0 0,'0'-29'3693'0'0,"2"-11"208"0"0,-1 0 5149 0 0,5 75-7151 0 0,8 210-695 0 0,-5-132-957 0 0,-6-89-199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11:33.0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13 117 1400 0 0,'0'0'3213'0'0,"-12"-3"-476"0"0,12-74 857 0 0,0 41 5517 0 0,0 405-6631 0 0,0-571-2264 0 0,0 198-217 0 0,1 1 0 0 0,-1-1 0 0 0,1 0 0 0 0,1 1 0 0 0,-1-1 0 0 0,0 1 0 0 0,1-1 0 0 0,0 1 0 0 0,-1 0 0 0 0,1-1 0 0 0,1 1 0 0 0,-1 0 0 0 0,5-5 0 0 0,0 1-3 0 0,0 1 0 0 0,0-1 0 0 0,1 1 0 0 0,12-8 0 0 0,-2 2-3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7:36.5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 1 4664 0 0,'0'0'792'0'0,"-4"0"9"0"0,1 0-5 0 0,1 3 0 0 0,-2-3 4 0 0,2 0 0 0 0,-4 0 0 0 0,3 1-16 0 0,1-1-68 0 0,-2 0 72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7:38.0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30 182 4820 0 0,'-1'-28'3672'0'0,"-9"-46"-1"0"0,1 16 131 0 0,4 40-1027 0 0,2 15-617 0 0,2 13-1323 0 0,5 64-193 0 0,20 114 0 0 0,-12-105-468 0 0,49 482 586 0 0,-58-512-674 0 0,-2-24 39 0 0,0-22 23 0 0,-1-8 84 0 0,-14-288 40 0 0,0-56-268 0 0,15 325-5 0 0,1 1 0 0 0,1-1 1 0 0,1 1-1 0 0,0 0 1 0 0,1 0-1 0 0,2 0 1 0 0,0 0-1 0 0,0 1 1 0 0,11-17-1 0 0,-13 27 1 0 0,0 0 1 0 0,0 0-1 0 0,0 0 1 0 0,1 1-1 0 0,0 0 1 0 0,1 0-1 0 0,0 0 1 0 0,0 1-1 0 0,0 0 1 0 0,0 0-1 0 0,1 1 1 0 0,0 0-1 0 0,0 0 0 0 0,1 1 1 0 0,-1 0-1 0 0,1 1 1 0 0,0 0-1 0 0,0 0 1 0 0,0 1-1 0 0,17-3 1 0 0,-22 5-2 0 0,0 0 0 0 0,0 0 1 0 0,0 0-1 0 0,0 1 0 0 0,1-1 1 0 0,-1 1-1 0 0,0 0 0 0 0,0 0 0 0 0,-1 0 1 0 0,1 1-1 0 0,0-1 0 0 0,0 1 1 0 0,-1 0-1 0 0,1 0 0 0 0,4 4 1 0 0,-3-2-2 0 0,0 1 1 0 0,-1-1-1 0 0,0 1 0 0 0,0 0 1 0 0,0 0-1 0 0,0 1 1 0 0,-1-1-1 0 0,0 1 1 0 0,3 6-1 0 0,0 6-3 0 0,0 0 0 0 0,-1 1 0 0 0,0 0 0 0 0,-2 0 0 0 0,2 29 0 0 0,-6 99-14 0 0,-1-96-15 0 0,4 55 1 0 0,-1-105 32 0 0,-1 0 0 0 0,0 0 0 0 0,0 0 0 0 0,1 0 0 0 0,-1 0 0 0 0,1 0 0 0 0,-1 0 0 0 0,1 0 0 0 0,-1 0 0 0 0,1 0 0 0 0,0 0 0 0 0,-1 0 0 0 0,1-1 0 0 0,0 1 0 0 0,0 0 0 0 0,-1-1 0 0 0,1 1 0 0 0,0 0 0 0 0,0-1 0 0 0,0 1 0 0 0,0-1 0 0 0,0 1-1 0 0,0-1 1 0 0,0 0 0 0 0,0 1 0 0 0,0-1 0 0 0,0 0 0 0 0,0 0 0 0 0,0 0 0 0 0,2 1 0 0 0,40-2-11 0 0,-27 0 7 0 0,-9 1 5 0 0,0 0 0 0 0,1 1 0 0 0,-1 0 0 0 0,1 0 0 0 0,-1 0 0 0 0,0 1 0 0 0,0 0 0 0 0,0 0 0 0 0,0 1 0 0 0,0 0 0 0 0,6 4 0 0 0,-9-4 9 0 0,-1-1 0 0 0,1 1 0 0 0,-1 0 0 0 0,0 0 1 0 0,0 1-1 0 0,0-1 0 0 0,0 1 0 0 0,0-1 1 0 0,-1 1-1 0 0,0 0 0 0 0,0 0 0 0 0,0 0 1 0 0,0 0-1 0 0,0 1 0 0 0,-1-1 0 0 0,0 0 1 0 0,0 1-1 0 0,0-1 0 0 0,0 8 0 0 0,-1-3 15 0 0,0 1 0 0 0,-1-1 0 0 0,0 1 0 0 0,-1-1 0 0 0,0 0 0 0 0,-1 1 0 0 0,0-1 0 0 0,0 0 0 0 0,-1-1-1 0 0,0 1 1 0 0,0 0 0 0 0,-1-1 0 0 0,0 0 0 0 0,0 0 0 0 0,-1-1 0 0 0,-12 12 0 0 0,-2 2 42 0 0,-1-1 1 0 0,0-1 0 0 0,-2-1-1 0 0,-32 19 1 0 0,34-24-36 0 0,0-1 0 0 0,0-1 0 0 0,-1-1 0 0 0,0-1 1 0 0,-1-1-1 0 0,0-1 0 0 0,-31 5 0 0 0,53-12-43 0 0,0 0 1 0 0,1 0-1 0 0,-1 1 1 0 0,0-1-1 0 0,0 0 0 0 0,0 0 1 0 0,0 0-1 0 0,0 0 0 0 0,0 0 1 0 0,0 0-1 0 0,0 0 0 0 0,0-1 1 0 0,1 1-1 0 0,-1 0 1 0 0,0 0-1 0 0,0-1 0 0 0,0 1 1 0 0,0 0-1 0 0,0-1 0 0 0,1 1 1 0 0,-1-1-1 0 0,0 1 1 0 0,0-1-1 0 0,0 0 0 0 0,1 0-25 0 0,0 0-1 0 0,-1 0 0 0 0,1 0 0 0 0,0 0 1 0 0,0 0-1 0 0,0 0 0 0 0,0 0 0 0 0,0 0 0 0 0,0 1 1 0 0,0-1-1 0 0,0 0 0 0 0,0 0 0 0 0,0 0 1 0 0,0 0-1 0 0,1 0 0 0 0,-1 0 0 0 0,0 0 1 0 0,1-1-1 0 0,3-4-1113 0 0,-1-1 1 0 0,1 1-1 0 0,0 0 0 0 0,8-9 1 0 0,10-6-3611 0 0,3-3 1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7:38.5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 17 4984 0 0,'-17'-7'8877'0'0,"16"22"-7550"0"0,7 239 6900 0 0,28 124-5271 0 0,7-177-2155 0 0,-39-196-1586 0 0,0-9 62 0 0,0-27-576 0 0,-3-43-959 0 0,-18-112-2297 0 0,-35-87 1877 0 0,46 245 2600 0 0,4 16 182 0 0,1-1 0 0 0,0 1 0 0 0,0-1-1 0 0,1 0 1 0 0,0 0 0 0 0,2 0 0 0 0,0-18 0 0 0,1 28 83 0 0,0 0 0 0 0,0 0 0 0 0,1 0 0 0 0,0 1 0 0 0,-1-1 0 0 0,1 0 0 0 0,0 1 0 0 0,0-1 0 0 0,0 1 0 0 0,1 0 0 0 0,-1-1 0 0 0,1 1 0 0 0,-1 0 0 0 0,1 1 0 0 0,-1-1 0 0 0,7-2 0 0 0,48-22 2638 0 0,-54 25-2751 0 0,54-17 592 0 0,0 2-1 0 0,1 2 1 0 0,1 3-1 0 0,0 3 1 0 0,107-2-1 0 0,-164 10-917 0 0,1 0-1 0 0,0 0 0 0 0,-1 1 0 0 0,1-1 1 0 0,0 1-1 0 0,-1-1 0 0 0,1 1 0 0 0,0 0 0 0 0,-1 0 1 0 0,1 0-1 0 0,-1 0 0 0 0,0 0 0 0 0,1 1 1 0 0,-1-1-1 0 0,4 4 0 0 0,-5-4-194 0 0,0 0 0 0 0,0 1 1 0 0,0-1-1 0 0,0 1 0 0 0,0-1 0 0 0,0 0 0 0 0,-1 1 1 0 0,1 0-1 0 0,-1-1 0 0 0,1 1 0 0 0,-1-1 0 0 0,1 1 0 0 0,-1 0 1 0 0,0-1-1 0 0,0 1 0 0 0,0 0 0 0 0,0-1 0 0 0,0 1 1 0 0,0 0-1 0 0,0-1 0 0 0,-1 1 0 0 0,1 0 0 0 0,0-1 1 0 0,-1 1-1 0 0,-1 2 0 0 0,-10 20-4570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7:38.7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 94 5328 0 0,'-10'11'6291'0'0,"32"-11"-3259"0"0,-18 0-3090 0 0,68-10 2824 0 0,72-18 1 0 0,-19 3-2095 0 0,57-9-12809 0 0,-128 27 7812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7:39.3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230 101 4376 0 0,'0'25'4131'0'0,"-1"-21"-3823"0"0,1 0 0 0 0,0 0 1 0 0,1 0-1 0 0,-1 0 0 0 0,1 0 0 0 0,-1 0 1 0 0,1 0-1 0 0,1 0 0 0 0,-1 0 0 0 0,0 0 1 0 0,1 0-1 0 0,0-1 0 0 0,0 1 1 0 0,0-1-1 0 0,0 1 0 0 0,0-1 0 0 0,1 0 1 0 0,0 0-1 0 0,-1 0 0 0 0,1 0 0 0 0,0 0 1 0 0,1 0-1 0 0,-1-1 0 0 0,0 0 1 0 0,1 1-1 0 0,-1-2 0 0 0,1 1 0 0 0,0 0 1 0 0,0 0-1 0 0,0-1 0 0 0,7 2 0 0 0,-3-2 38 0 0,0 0 0 0 0,0-1-1 0 0,0 0 1 0 0,0 0-1 0 0,0-1 1 0 0,0 1 0 0 0,0-2-1 0 0,0 1 1 0 0,0-1-1 0 0,0-1 1 0 0,-1 1 0 0 0,1-1-1 0 0,-1-1 1 0 0,0 1-1 0 0,13-10 1 0 0,-12 8-197 0 0,-1-1 0 0 0,0 0-1 0 0,0-1 1 0 0,-1 0 0 0 0,0 0 0 0 0,0 0 0 0 0,0-1 0 0 0,4-8 0 0 0,-8 13-108 0 0,0-1 1 0 0,-1 1-1 0 0,1-1 1 0 0,0 1 0 0 0,-1-1-1 0 0,0 0 1 0 0,0 1 0 0 0,0-1-1 0 0,0 0 1 0 0,-1 0 0 0 0,0 0-1 0 0,0 0 1 0 0,0 1-1 0 0,0-1 1 0 0,0 0 0 0 0,-1 0-1 0 0,1 0 1 0 0,-1 0 0 0 0,0 1-1 0 0,0-1 1 0 0,-1 0-1 0 0,1 1 1 0 0,-3-4 0 0 0,2 4-26 0 0,-1 0 0 0 0,0 0 1 0 0,0 0-1 0 0,-1 1 0 0 0,1-1 0 0 0,0 1 1 0 0,-1 0-1 0 0,0 0 0 0 0,1 0 0 0 0,-1 0 1 0 0,0 1-1 0 0,0 0 0 0 0,0 0 0 0 0,0 0 1 0 0,0 0-1 0 0,0 0 0 0 0,0 1 0 0 0,-7 0 1 0 0,-4-1 12 0 0,0 1 1 0 0,0 1 0 0 0,-27 5-1 0 0,20-1-14 0 0,0 2-1 0 0,1 0 0 0 0,0 1 1 0 0,0 1-1 0 0,1 1 1 0 0,0 1-1 0 0,1 1 1 0 0,0 0-1 0 0,0 2 1 0 0,2 0-1 0 0,0 1 1 0 0,0 0-1 0 0,2 2 1 0 0,0-1-1 0 0,-22 34 0 0 0,33-44-11 0 0,1 0-1 0 0,0 1 0 0 0,0-1 0 0 0,1 1 0 0 0,-1-1 0 0 0,1 1 0 0 0,1 0 0 0 0,0 0 0 0 0,0 0 0 0 0,0-1 0 0 0,0 1 0 0 0,1 0 0 0 0,0 0 0 0 0,1 0 0 0 0,0 0 0 0 0,0 0 0 0 0,0 0 0 0 0,1 0 0 0 0,0 0 0 0 0,0-1 0 0 0,1 1 0 0 0,5 9 0 0 0,-2-7-1 0 0,0 0 0 0 0,0 0-1 0 0,1 0 1 0 0,1-1 0 0 0,-1 0-1 0 0,1-1 1 0 0,1 1 0 0 0,-1-2-1 0 0,1 1 1 0 0,1-1-1 0 0,-1-1 1 0 0,1 1 0 0 0,16 5-1 0 0,11 2-8 0 0,63 11-1 0 0,16 6-21 0 0,-102-25 22 0 0,0 0 0 0 0,-1 1 0 0 0,0 0 0 0 0,0 1 0 0 0,24 17-1 0 0,-32-19 13 0 0,1 0-1 0 0,-1 0 1 0 0,0 0-1 0 0,0 0 0 0 0,-1 1 1 0 0,1 0-1 0 0,-1 0 1 0 0,-1 0-1 0 0,1 1 0 0 0,-1-1 1 0 0,0 1-1 0 0,0 0 0 0 0,-1-1 1 0 0,0 1-1 0 0,0 1 1 0 0,-1-1-1 0 0,0 0 0 0 0,0 0 1 0 0,-1 0-1 0 0,1 1 1 0 0,-2-1-1 0 0,1 0 0 0 0,-1 0 1 0 0,0 1-1 0 0,0-1 1 0 0,-1 0-1 0 0,0 0 0 0 0,0 0 1 0 0,-1-1-1 0 0,0 1 0 0 0,0-1 1 0 0,-1 1-1 0 0,0-1 1 0 0,0 0-1 0 0,0 0 0 0 0,0 0 1 0 0,-10 8-1 0 0,-1 1-9 0 0,-1-1 1 0 0,-1 0-1 0 0,0-2 0 0 0,-1 0 0 0 0,0 0 0 0 0,0-2 1 0 0,-1 0-1 0 0,-1-2 0 0 0,1 0 0 0 0,-1-1 1 0 0,-1-1-1 0 0,0 0 0 0 0,1-2 0 0 0,-27 2 0 0 0,44-5-126 0 0,1-1-1 0 0,-1 0 0 0 0,0 0 1 0 0,0 0-1 0 0,0 0 0 0 0,1-1 1 0 0,-1 1-1 0 0,0-1 0 0 0,1 0 0 0 0,-1 0 1 0 0,0 1-1 0 0,1-2 0 0 0,-1 1 1 0 0,-4-3-1 0 0,-7-12-5340 0 0,4-7-3711 0 0,7 9 4063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7:39.9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113 198 3936 0 0,'-112'52'15017'0'0,"124"-50"-13481"0"0,15 1-78 0 0,64-3-131 0 0,311-12 617 0 0,475-111-777 0 0,-200 22-1020 0 0,-633 97-182 0 0,63 4 1 0 0,-48 1 142 0 0,-59-1-109 0 0,0 0 0 0 0,1 0-1 0 0,-1 0 1 0 0,0 0 0 0 0,0 0-1 0 0,0 0 1 0 0,1 0 0 0 0,-1 0-1 0 0,0 0 1 0 0,0 0 0 0 0,0 0 0 0 0,1 0-1 0 0,-1 0 1 0 0,0 0 0 0 0,0 0-1 0 0,0 0 1 0 0,1 0 0 0 0,-1 0 0 0 0,0 0-1 0 0,0 0 1 0 0,0-1 0 0 0,0 1-1 0 0,1 0 1 0 0,-1 0 0 0 0,0 0-1 0 0,0 0 1 0 0,0 0 0 0 0,0-1 0 0 0,0 1-1 0 0,1 0 1 0 0,-1 0 0 0 0,0 0-1 0 0,0 0 1 0 0,0-1 0 0 0,0 1-1 0 0,0 0 1 0 0,0 0 0 0 0,0 0 0 0 0,0-1-1 0 0,0 1 1 0 0,0 0 0 0 0,0 0-1 0 0,0 0 1 0 0,0-1 0 0 0,0 1 0 0 0,0 0-1 0 0,0 0 1 0 0,0 0 0 0 0,0-1-1 0 0,0 1 1 0 0,0 0 0 0 0,0-1 0 0 0,-10-6-6044 0 0,-7 5-4180 0 0,7 2 5112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7:42.7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61 5637 0 0,'0'-4'888'0'0,"0"-1"20"0"0,0-2 0 0 0,0-1 4 0 0,0 1 20 0 0,0 0-4 0 0,0-2 8 0 0,0 1-40 0 0,0 4-80 0 0,0 3-176 0 0,-4 11-9280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7:42.9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5144 0 0,'0'2'7653'0'0,"0"0"-6709"0"0,0-1-80 0 0,0 4-144 0 0,6-2-3784 0 0,-1 1 0 0 0,4 1 0 0 0,-1 3-1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7:44.1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32 201 3856 0 0,'0'-44'4788'0'0,"0"-23"-910"0"0,0 19 5166 0 0,-11 75-6817 0 0,0 586 426 0 0,43-301-1915 0 0,-16-198-468 0 0,-14-1 183 0 0,-4-156-410 0 0,-2 0 1 0 0,-12-52-1 0 0,-4-29 7 0 0,20 118-45 0 0,-11-92-41 0 0,5-1-1 0 0,7-104 1 0 0,2 174 36 0 0,2 1 0 0 0,1 0 1 0 0,1 0-1 0 0,2 0 0 0 0,1 1 0 0 0,0 0 0 0 0,2 1 0 0 0,2 1 0 0 0,0 0 0 0 0,1 0 0 0 0,1 1 0 0 0,2 1 1 0 0,0 1-1 0 0,2 1 0 0 0,0 0 0 0 0,1 2 0 0 0,1 0 0 0 0,34-22 0 0 0,-50 37 3 0 0,0 1-1 0 0,0 0 0 0 0,0 1 0 0 0,0-1 1 0 0,1 1-1 0 0,-1 0 0 0 0,1 1 0 0 0,7-2 1 0 0,-12 3-2 0 0,0 0-1 0 0,0 0 1 0 0,0 0 0 0 0,1 0 0 0 0,-1 0 0 0 0,0 0 0 0 0,0 0 0 0 0,0 1 0 0 0,0-1 0 0 0,0 1 0 0 0,0-1 0 0 0,-1 1 0 0 0,1 0-1 0 0,0 0 1 0 0,0 0 0 0 0,0 0 0 0 0,-1 0 0 0 0,1 0 0 0 0,0 0 0 0 0,-1 1 0 0 0,1-1 0 0 0,-1 0 0 0 0,1 1 0 0 0,-1-1-1 0 0,0 1 1 0 0,0 0 0 0 0,0 0 0 0 0,0-1 0 0 0,0 1 0 0 0,1 3 0 0 0,2 9 7 0 0,0 0 1 0 0,-1 1-1 0 0,-1 0 0 0 0,0 0 1 0 0,-1-1-1 0 0,0 1 0 0 0,-2 0 0 0 0,1 0 1 0 0,-5 22-1 0 0,-6 16 28 0 0,-22 66 0 0 0,16-63-14 0 0,-14 26 15 0 0,22-61-22 0 0,0 0 0 0 0,2 0-1 0 0,-5 24 1 0 0,12-44-14 0 0,-1-1-1 0 0,1 1 1 0 0,0 0 0 0 0,0-1-1 0 0,-1 1 1 0 0,1 0-1 0 0,0-1 1 0 0,0 1-1 0 0,0 0 1 0 0,0 0 0 0 0,0-1-1 0 0,0 1 1 0 0,0 0-1 0 0,0-1 1 0 0,0 1-1 0 0,0 0 1 0 0,0 0 0 0 0,1-1-1 0 0,-1 1 1 0 0,0 0-1 0 0,0-1 1 0 0,1 1-1 0 0,-1-1 1 0 0,0 1 0 0 0,1 0-1 0 0,-1-1 1 0 0,1 1-1 0 0,-1-1 1 0 0,1 1-1 0 0,-1-1 1 0 0,1 1 0 0 0,-1-1-1 0 0,1 1 1 0 0,-1-1-1 0 0,1 0 1 0 0,0 1-1 0 0,-1-1 1 0 0,1 0-1 0 0,0 1 1 0 0,-1-1 0 0 0,1 0-1 0 0,0 0 1 0 0,-1 0-1 0 0,1 0 1 0 0,0 0-1 0 0,-1 0 1 0 0,1 0 0 0 0,0 0-1 0 0,0 0 1 0 0,-1 0-1 0 0,1 0 1 0 0,0 0-1 0 0,7-2-3 0 0,-1 0-1 0 0,1 0 0 0 0,-1-1 0 0 0,9-4 1 0 0,0 0 3 0 0,5 0 0 0 0,-1 1 0 0 0,1 1 0 0 0,1 0 0 0 0,-1 2 0 0 0,1 0 0 0 0,-1 2 0 0 0,41 1 0 0 0,-59 1 1 0 0,0-1 0 0 0,-1 0 1 0 0,1 1-1 0 0,0-1 0 0 0,0 1 1 0 0,-1 0-1 0 0,1 0 0 0 0,0 0 1 0 0,-1 0-1 0 0,1 0 0 0 0,-1 0 0 0 0,1 1 1 0 0,-1 0-1 0 0,0-1 0 0 0,0 1 1 0 0,0 0-1 0 0,0 0 0 0 0,0 0 1 0 0,3 4-1 0 0,-3-3 5 0 0,-1 0-1 0 0,0 0 1 0 0,0 0 0 0 0,-1 0-1 0 0,1 0 1 0 0,0 0 0 0 0,-1 0-1 0 0,0 0 1 0 0,0 0 0 0 0,0 0-1 0 0,0 0 1 0 0,0 0 0 0 0,-1 0-1 0 0,1 0 1 0 0,-2 4 0 0 0,-2 5 16 0 0,-1 0-1 0 0,0-1 1 0 0,0 1 0 0 0,-1-1 0 0 0,-1-1 0 0 0,0 1 0 0 0,-13 15 0 0 0,-7 2 4 0 0,0-1 0 0 0,-1-1 0 0 0,-2-1 1 0 0,0-2-1 0 0,-2-1 0 0 0,0-1 0 0 0,-2-2 1 0 0,0-1-1 0 0,-62 22 0 0 0,94-39-62 0 0,0-1-1 0 0,0 1 0 0 0,0 0 1 0 0,0-1-1 0 0,0 1 0 0 0,0-1 1 0 0,0 0-1 0 0,0 1 1 0 0,-1-1-1 0 0,1 0 0 0 0,0 0 1 0 0,0-1-1 0 0,0 1 0 0 0,-4-1 1 0 0,6 1 15 0 0,-1-1 0 0 0,1 1 0 0 0,0 0 0 0 0,-1 0 0 0 0,1-1-1 0 0,0 1 1 0 0,0 0 0 0 0,0 0 0 0 0,-1-1 0 0 0,1 1 0 0 0,0 0 0 0 0,0-1 0 0 0,0 1 0 0 0,0 0 0 0 0,0-1 0 0 0,0 1 0 0 0,-1 0 0 0 0,1-1 0 0 0,0 1 0 0 0,0 0 0 0 0,0-1 0 0 0,0 1 0 0 0,0 0 0 0 0,0-1 0 0 0,0 1 0 0 0,0 0 0 0 0,0-1 0 0 0,1 1 0 0 0,-1-1 0 0 0,11-17-588 0 0,3 3-3087 0 0,1 2 1 0 0,1-1 0 0 0,21-13-1 0 0,-25 18 1943 0 0,20-15-3520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7:44.5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49 140 3984 0 0,'0'0'6031'0'0,"7"229"2499"0"0,0-1-4443 0 0,-8-225-3989 0 0,1 1-1 0 0,0 0 0 0 0,-1-1 1 0 0,1 1-1 0 0,-1-1 1 0 0,0 1-1 0 0,0-1 1 0 0,-2 4-1 0 0,3-6-76 0 0,0-1-1 0 0,-1 0 0 0 0,1 1 1 0 0,0-1-1 0 0,0 0 0 0 0,0 1 1 0 0,0-1-1 0 0,-1 0 0 0 0,1 0 1 0 0,0 1-1 0 0,0-1 0 0 0,-1 0 1 0 0,1 0-1 0 0,0 1 0 0 0,-1-1 1 0 0,1 0-1 0 0,0 0 0 0 0,-1 0 1 0 0,1 0-1 0 0,0 1 0 0 0,-1-1 1 0 0,1 0-1 0 0,0 0 0 0 0,-1 0 1 0 0,1 0-1 0 0,0 0 0 0 0,-1 0 1 0 0,1 0-1 0 0,0 0 1 0 0,-1 0-1 0 0,0-1 12 0 0,0 1 1 0 0,0-1-1 0 0,0 0 1 0 0,0 0-1 0 0,0 1 1 0 0,1-1-1 0 0,-1 0 0 0 0,0 0 1 0 0,0 0-1 0 0,1 0 1 0 0,-1 0-1 0 0,1 0 1 0 0,-1 0-1 0 0,1 0 0 0 0,-1-1 1 0 0,-7-22 207 0 0,1 0 0 0 0,1-1 0 0 0,1 1 0 0 0,2-1 0 0 0,0 0 0 0 0,1 0 0 0 0,3-34 0 0 0,0 34-82 0 0,1-1 0 0 0,1 1 0 0 0,1 0 0 0 0,1 0 0 0 0,2 0 1 0 0,0 1-1 0 0,17-37 0 0 0,-19 51-144 0 0,0 0 1 0 0,0 0-1 0 0,1 1 1 0 0,0 0-1 0 0,1 0 1 0 0,0 1-1 0 0,1 0 1 0 0,-1 0-1 0 0,2 0 1 0 0,-1 1-1 0 0,1 1 1 0 0,0-1-1 0 0,0 1 0 0 0,1 1 1 0 0,-1 0-1 0 0,1 0 1 0 0,1 1-1 0 0,-1 0 1 0 0,0 1-1 0 0,12-2 1 0 0,54-4-1859 0 0,-55 9-1998 0 0,-1 0 1 0 0,0 2-1 0 0,36 6 0 0 0,-21 1-1622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7:44.9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46 372 4816 0 0,'-46'49'9252'0'0,"131"-120"-1875"0"0,22-22-3990 0 0,-75 63-2968 0 0,41-45 266 0 0,-67 67-606 0 0,0 0 1 0 0,0 0 0 0 0,0-1-1 0 0,-1 1 1 0 0,-1-1 0 0 0,0 0-1 0 0,0-1 1 0 0,3-10-1 0 0,-6 18-68 0 0,-1 0 0 0 0,1 0 0 0 0,-1 0 0 0 0,1 0 0 0 0,-1 0 0 0 0,0 0-1 0 0,0 0 1 0 0,0 0 0 0 0,0 0 0 0 0,0 0 0 0 0,-1 0 0 0 0,1 0 0 0 0,0 0-1 0 0,-1 0 1 0 0,0 0 0 0 0,1 0 0 0 0,-1 0 0 0 0,0 0 0 0 0,0 1 0 0 0,0-1-1 0 0,-2-3 1 0 0,1 3-1 0 0,0 1 0 0 0,0-1 1 0 0,-1 1-1 0 0,1-1 0 0 0,0 1 0 0 0,-1 0 0 0 0,1 0 0 0 0,-1 0 0 0 0,1 0 0 0 0,-1 0 0 0 0,1 1 1 0 0,-1-1-1 0 0,0 1 0 0 0,-3-1 0 0 0,-4 1 14 0 0,1 0 0 0 0,0 1 0 0 0,0-1-1 0 0,0 2 1 0 0,0-1 0 0 0,0 2 0 0 0,1-1 0 0 0,-16 7 0 0 0,14-4 10 0 0,-1 1 1 0 0,1 1-1 0 0,0 0 0 0 0,0 0 1 0 0,1 1-1 0 0,0 0 0 0 0,0 0 1 0 0,1 1-1 0 0,0 1 1 0 0,1-1-1 0 0,0 1 0 0 0,0 0 1 0 0,-5 12-1 0 0,5-7 18 0 0,1 0 1 0 0,0 0-1 0 0,2 0 1 0 0,-1 0-1 0 0,2 1 0 0 0,0 0 1 0 0,1 0-1 0 0,0 0 0 0 0,2 23 1 0 0,0-23-11 0 0,2 0 0 0 0,0-1 0 0 0,1 1 0 0 0,0-1 0 0 0,1 0 0 0 0,1 0 0 0 0,0 0 0 0 0,1 0 0 0 0,13 22 0 0 0,-12-27-30 0 0,-1 0 0 0 0,1-1 0 0 0,1 1 0 0 0,0-2 0 0 0,0 1 1 0 0,1-1-1 0 0,0 0 0 0 0,0-1 0 0 0,1 0 0 0 0,0 0 0 0 0,0-1 0 0 0,0-1 1 0 0,17 7-1 0 0,-6-5-260 0 0,0-1 1 0 0,0-1-1 0 0,1 0 1 0 0,0-2-1 0 0,0-1 1 0 0,0 0-1 0 0,0-2 1 0 0,0 0-1 0 0,0-2 1 0 0,23-4 0 0 0,-24 2-2482 0 0,0-1 1 0 0,0-1 0 0 0,24-11-1 0 0,-7 1-2343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7:45.2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319 169 4552 0 0,'5'-16'2690'0'0,"-1"-7"-753"0"0,-2 8-755 0 0,0 0-1 0 0,1-25 0 0 0,-3 37-982 0 0,0 0 0 0 0,0 1-1 0 0,-1-1 1 0 0,1 0 0 0 0,0 1-1 0 0,-1-1 1 0 0,1 1 0 0 0,-1-1 0 0 0,0 1-1 0 0,0-1 1 0 0,0 1 0 0 0,0 0-1 0 0,-1-1 1 0 0,1 1 0 0 0,-1 0 0 0 0,1 0-1 0 0,-1 0 1 0 0,0 0 0 0 0,0 0-1 0 0,1 0 1 0 0,-5-2 0 0 0,3 3-40 0 0,1 0 1 0 0,-1 0-1 0 0,1 0 0 0 0,0 1 1 0 0,-1 0-1 0 0,1-1 0 0 0,-1 1 1 0 0,0 0-1 0 0,1 0 1 0 0,-1 0-1 0 0,1 0 0 0 0,-1 1 1 0 0,1-1-1 0 0,-1 1 0 0 0,1 0 1 0 0,0-1-1 0 0,-1 1 1 0 0,1 0-1 0 0,0 0 0 0 0,-1 0 1 0 0,1 1-1 0 0,-4 2 0 0 0,-6 4 589 0 0,1 1-1 0 0,-19 18 0 0 0,24-21-467 0 0,-14 14-51 0 0,2 0 0 0 0,0 1-1 0 0,1 1 1 0 0,1 1 0 0 0,2 0 0 0 0,0 1 0 0 0,1 0-1 0 0,2 1 1 0 0,0 1 0 0 0,2 0 0 0 0,1 0 0 0 0,0 1-1 0 0,-3 34 1 0 0,10-56-196 0 0,1 0 0 0 0,-1 0-1 0 0,2 0 1 0 0,-1 0 0 0 0,0 1 0 0 0,1-1-1 0 0,0 0 1 0 0,2 8 0 0 0,-2-12-25 0 0,-1 1-1 0 0,1-1 1 0 0,0 0 0 0 0,-1 0 0 0 0,1 0 0 0 0,0 1-1 0 0,0-1 1 0 0,0 0 0 0 0,0 0 0 0 0,0 0 0 0 0,0-1-1 0 0,0 1 1 0 0,0 0 0 0 0,0 0 0 0 0,0 0 0 0 0,0-1-1 0 0,0 1 1 0 0,1-1 0 0 0,-1 1 0 0 0,0-1 0 0 0,1 1 0 0 0,-1-1-1 0 0,0 0 1 0 0,1 1 0 0 0,-1-1 0 0 0,0 0 0 0 0,1 0-1 0 0,-1 0 1 0 0,0 0 0 0 0,1 0 0 0 0,-1-1 0 0 0,0 1-1 0 0,1 0 1 0 0,-1-1 0 0 0,0 1 0 0 0,2-1-1 0 0,5-2 6 0 0,-1 0 0 0 0,0 0 0 0 0,0-1 0 0 0,0 0-1 0 0,0 0 1 0 0,-1-1 0 0 0,0 0 0 0 0,0 0 0 0 0,7-8 0 0 0,8-10 22 0 0,18-26 1 0 0,-23 29 5 0 0,16-28 65 0 0,-22 33-28 0 0,0 0-1 0 0,0 1 1 0 0,21-21 0 0 0,-30 35-71 0 0,-1-1-1 0 0,0 1 1 0 0,1-1 0 0 0,-1 1-1 0 0,1-1 1 0 0,-1 1-1 0 0,1 0 1 0 0,-1-1 0 0 0,0 1-1 0 0,1 0 1 0 0,-1 0 0 0 0,1-1-1 0 0,0 1 1 0 0,-1 0 0 0 0,1 0-1 0 0,-1 0 1 0 0,1-1 0 0 0,-1 1-1 0 0,1 0 1 0 0,-1 0 0 0 0,1 0-1 0 0,0 0 1 0 0,-1 0 0 0 0,1 0-1 0 0,-1 0 1 0 0,1 1 0 0 0,-1-1-1 0 0,1 0 1 0 0,0 0 0 0 0,-1 0-1 0 0,1 0 1 0 0,-1 1 0 0 0,1-1-1 0 0,-1 0 1 0 0,1 1-1 0 0,-1-1 1 0 0,1 0 0 0 0,-1 1-1 0 0,0-1 1 0 0,1 0 0 0 0,-1 1-1 0 0,1-1 1 0 0,-1 1 0 0 0,0-1-1 0 0,1 1 1 0 0,-1-1 0 0 0,0 1-1 0 0,0-1 1 0 0,1 1 0 0 0,-1-1-1 0 0,0 1 1 0 0,0-1 0 0 0,0 2-1 0 0,8 34 177 0 0,-7-30-148 0 0,1 5 9 0 0,0-1 1 0 0,1 1-1 0 0,0-1 1 0 0,0 0-1 0 0,1 0 0 0 0,0 0 1 0 0,1 0-1 0 0,7 10 1 0 0,-10-17-76 0 0,1 1 1 0 0,-1-1-1 0 0,1 0 1 0 0,0 0-1 0 0,0 0 1 0 0,0 0-1 0 0,1-1 1 0 0,-1 1-1 0 0,0-1 1 0 0,1 0-1 0 0,0 0 1 0 0,-1 0-1 0 0,1-1 1 0 0,0 1-1 0 0,0-1 1 0 0,0 0 0 0 0,0 0-1 0 0,0 0 1 0 0,1 0-1 0 0,-1-1 1 0 0,0 0-1 0 0,0 0 1 0 0,0 0-1 0 0,5-1 1 0 0,2 0-457 0 0,0-2 0 0 0,-1 1 0 0 0,1-1 0 0 0,0-1 0 0 0,-1 0 0 0 0,11-6 0 0 0,-8 3-2344 0 0,0-1 0 0 0,0 0 0 0 0,-1-1 0 0 0,11-10 0 0 0,-2-2-2350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7:53.9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207 823 3448 0 0,'0'-13'1011'0'0,"0"1"-1"0"0,-1-1 1 0 0,-1 0-1 0 0,0 1 1 0 0,0-1-1 0 0,-7-15 1 0 0,8 25-845 0 0,0-1 1 0 0,-1 1-1 0 0,1 0 0 0 0,-1-1 1 0 0,0 1-1 0 0,0 0 1 0 0,0 0-1 0 0,0 0 0 0 0,-1 0 1 0 0,1 1-1 0 0,-1-1 0 0 0,0 1 1 0 0,0-1-1 0 0,1 1 1 0 0,-2 0-1 0 0,1 0 0 0 0,0 0 1 0 0,0 1-1 0 0,-1-1 0 0 0,1 1 1 0 0,0 0-1 0 0,-1 0 1 0 0,0 0-1 0 0,1 0 0 0 0,-1 0 1 0 0,-4 1-1 0 0,5 0-41 0 0,-1 0 0 0 0,1 0 0 0 0,-1 1 1 0 0,1 0-1 0 0,0 0 0 0 0,-1 0 0 0 0,1 0 0 0 0,0 0 0 0 0,-1 1 1 0 0,1-1-1 0 0,0 1 0 0 0,0 0 0 0 0,0 0 0 0 0,0 0 0 0 0,1 0 0 0 0,-1 1 1 0 0,1-1-1 0 0,-1 1 0 0 0,1 0 0 0 0,0-1 0 0 0,0 1 0 0 0,0 0 0 0 0,0 0 1 0 0,0 0-1 0 0,1 1 0 0 0,-1-1 0 0 0,1 0 0 0 0,-1 4 0 0 0,-4 12 118 0 0,0 0 1 0 0,2 1-1 0 0,-4 31 0 0 0,7-47-230 0 0,1-1 2 0 0,-11 120 514 0 0,10-110-469 0 0,1 0-1 0 0,1 1 0 0 0,0-1 0 0 0,1 1 0 0 0,1-1 0 0 0,0 0 0 0 0,6 14 1 0 0,-9-25-51 0 0,1 0 1 0 0,0 0-1 0 0,0 0 1 0 0,0 0 0 0 0,0 0-1 0 0,0-1 1 0 0,0 1-1 0 0,0 0 1 0 0,0-1 0 0 0,1 1-1 0 0,-1-1 1 0 0,1 1-1 0 0,-1-1 1 0 0,1 0 0 0 0,0 0-1 0 0,-1 0 1 0 0,1 0-1 0 0,0 0 1 0 0,0 0 0 0 0,0 0-1 0 0,0 0 1 0 0,3 0-1 0 0,-1-1 1 0 0,-1 0-1 0 0,1 0 1 0 0,-1 0-1 0 0,1 0 1 0 0,-1-1-1 0 0,1 0 1 0 0,-1 1-1 0 0,0-1 1 0 0,1 0-1 0 0,-1-1 0 0 0,0 1 1 0 0,5-3-1 0 0,2-2 7 0 0,-1-1 0 0 0,1 1-1 0 0,-1-2 1 0 0,0 1-1 0 0,-1-1 1 0 0,0-1 0 0 0,9-11-1 0 0,-3-1-17 0 0,-2 0 1 0 0,0-1-1 0 0,-2-1 0 0 0,0 0 0 0 0,-1 0 0 0 0,-2-1 0 0 0,0 0 0 0 0,-2-1 1 0 0,4-31-1 0 0,-2-29-67 0 0,-4-117 0 0 0,-4 120 24 0 0,1-314-121 0 0,-1 393 201 0 0,-3 12-12 0 0,-3 25 30 0 0,-9 146 292 0 0,15 308 1 0 0,2-462-317 0 0,12 141 176 0 0,-10-149-167 0 0,1 0 1 0 0,0-1 0 0 0,1 1-1 0 0,1-1 1 0 0,1 1-1 0 0,17 31 1 0 0,-22-46-32 0 0,0 0 0 0 0,0 0 1 0 0,0 0-1 0 0,0-1 0 0 0,1 1 0 0 0,-1 0 1 0 0,1-1-1 0 0,0 0 0 0 0,0 0 0 0 0,0 1 0 0 0,0-1 1 0 0,0-1-1 0 0,0 1 0 0 0,0-1 0 0 0,1 1 1 0 0,-1-1-1 0 0,0 0 0 0 0,6 1 0 0 0,-6-2-37 0 0,-1 0 0 0 0,1 0-1 0 0,-1 0 1 0 0,1 0 0 0 0,-1 0-1 0 0,1-1 1 0 0,-1 1 0 0 0,1-1 0 0 0,-1 0-1 0 0,1 0 1 0 0,-1 0 0 0 0,1 0-1 0 0,-1 0 1 0 0,0-1 0 0 0,0 1-1 0 0,0-1 1 0 0,0 1 0 0 0,0-1-1 0 0,0 0 1 0 0,0 1 0 0 0,0-1 0 0 0,-1 0-1 0 0,1-1 1 0 0,-1 1 0 0 0,3-4-1 0 0,1-4-595 0 0,0-1-1 0 0,0 1 0 0 0,5-19 0 0 0,-3 0-5035 0 0,4-39 1 0 0,-6 34 1876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7:54.1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 64 2480 0 0,'0'-30'5255'0'0,"-3"2"-1399"0"0,2 22-946 0 0,0 21-1311 0 0,0 68 706 0 0,7 249 1304 0 0,-1-259-3621 0 0,4-1 1 0 0,27 111-1 0 0,-23-141-2702 0 0,7-3-7914 0 0,-16-32 6311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7:54.9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6 688 4648 0 0,'0'-1'97'0'0,"0"1"-1"0"0,0 0 0 0 0,-1 0 0 0 0,1 0 0 0 0,0 0 1 0 0,0 0-1 0 0,-1 0 0 0 0,1 0 0 0 0,0-1 0 0 0,-1 1 1 0 0,1 0-1 0 0,0 0 0 0 0,0 0 0 0 0,0 0 0 0 0,-1-1 1 0 0,1 1-1 0 0,0 0 0 0 0,0 0 0 0 0,0-1 0 0 0,0 1 0 0 0,-1 0 1 0 0,1 0-1 0 0,0-1 0 0 0,0 1 0 0 0,0 0 0 0 0,0-1 1 0 0,0 1-1 0 0,0 0 0 0 0,0 0 0 0 0,0-1 0 0 0,0 1 1 0 0,0 0-1 0 0,0-1 0 0 0,0 1 0 0 0,0 0 0 0 0,0 0 1 0 0,0-1-1 0 0,0 1 0 0 0,0 0 0 0 0,0-1 0 0 0,0 1 1 0 0,0 0-1 0 0,1 0 0 0 0,-1-1 0 0 0,0 1 0 0 0,0 0 1 0 0,0 0-1 0 0,0-1 0 0 0,1 1 0 0 0,-1 0 0 0 0,0 0 0 0 0,0 0 1 0 0,0-1-1 0 0,1 1 0 0 0,-1 0 0 0 0,0 0 0 0 0,0 0 1 0 0,1 0-1 0 0,-1 0 0 0 0,0 0 0 0 0,1-1 0 0 0,-1 1 1 0 0,0 0-1 0 0,1 0 0 0 0,20-3 1133 0 0,-1 1 1 0 0,1 0-1 0 0,0 2 0 0 0,32 3 0 0 0,9-1 426 0 0,-28-1-830 0 0,1-2 0 0 0,0-2 0 0 0,41-9 0 0 0,-62 9-803 0 0,-1-1 0 0 0,0 0 1 0 0,0-1-1 0 0,-1 0 0 0 0,0-1 0 0 0,0-1 1 0 0,0 0-1 0 0,-1 0 0 0 0,0-1 0 0 0,0 0 0 0 0,12-13 1 0 0,-10 6-14 0 0,-1 0 1 0 0,-1 0-1 0 0,0-1 1 0 0,-1-1-1 0 0,-1 0 1 0 0,-1 0-1 0 0,0 0 1 0 0,-1-1-1 0 0,-1-1 1 0 0,0 1-1 0 0,-2-1 1 0 0,4-24-1 0 0,-6 22-2 0 0,0 0 1 0 0,-1 0-1 0 0,0 0 0 0 0,-2 0 0 0 0,-1 0 0 0 0,-1 0 0 0 0,0 0 0 0 0,-2 1 0 0 0,0-1 0 0 0,-1 1 0 0 0,-10-21 0 0 0,14 37-2 0 0,0 0 0 0 0,0 0 0 0 0,0 0 0 0 0,-1 1 0 0 0,0-1 0 0 0,1 0-1 0 0,-1 1 1 0 0,0 0 0 0 0,-1 0 0 0 0,1 0 0 0 0,-1 0 0 0 0,1 1 0 0 0,-1-1-1 0 0,0 1 1 0 0,-5-2 0 0 0,7 3-3 0 0,0 0-1 0 0,0 1 1 0 0,0 0-1 0 0,0-1 1 0 0,-1 1-1 0 0,1 0 1 0 0,0 0 0 0 0,0 0-1 0 0,-1 1 1 0 0,1-1-1 0 0,0 0 1 0 0,0 1-1 0 0,0-1 1 0 0,0 1-1 0 0,0 0 1 0 0,0 0-1 0 0,0 0 1 0 0,0 0-1 0 0,0 0 1 0 0,0 0 0 0 0,0 0-1 0 0,0 1 1 0 0,1-1-1 0 0,-1 1 1 0 0,0-1-1 0 0,1 1 1 0 0,0 0-1 0 0,-1 0 1 0 0,1-1-1 0 0,0 1 1 0 0,0 0 0 0 0,-1 2-1 0 0,-7 13 5 0 0,0 0 1 0 0,2 0-1 0 0,0 1 1 0 0,1-1-1 0 0,1 1 0 0 0,-6 33 1 0 0,-4 116 32 0 0,13-136-30 0 0,-4 588 69 0 0,7-605-75 0 0,0 0-1 0 0,1 0 0 0 0,1-1 1 0 0,8 25-1 0 0,-11-36-1 0 0,1 0 1 0 0,0 0-1 0 0,0 0 1 0 0,0 0-1 0 0,0 0 1 0 0,0 0-1 0 0,1 0 1 0 0,-1-1 0 0 0,1 1-1 0 0,-1 0 1 0 0,1-1-1 0 0,-1 1 1 0 0,1-1-1 0 0,0 0 1 0 0,0 1-1 0 0,2 0 1 0 0,-2-1-1 0 0,0-1 1 0 0,0 0 0 0 0,0 0-1 0 0,0 0 1 0 0,0 0 0 0 0,0 0-1 0 0,-1 0 1 0 0,1 0 0 0 0,0-1-1 0 0,0 1 1 0 0,0-1 0 0 0,0 0-1 0 0,-1 1 1 0 0,1-1 0 0 0,0 0-1 0 0,-1 0 1 0 0,1 0 0 0 0,0 0-1 0 0,-1 0 1 0 0,1 0 0 0 0,-1 0-1 0 0,0-1 1 0 0,2-1 0 0 0,16-16 23 0 0,-2-1 1 0 0,0 0-1 0 0,-1-2 1 0 0,19-32-1 0 0,23-31 126 0 0,-56 82-137 0 0,0 0-1 0 0,0 0 1 0 0,1 1-1 0 0,-1-1 0 0 0,1 1 1 0 0,0-1-1 0 0,-1 1 0 0 0,1 0 1 0 0,0 0-1 0 0,1 0 0 0 0,-1 1 1 0 0,5-3-1 0 0,-7 4-5 0 0,0 0 0 0 0,1 0 1 0 0,-1 0-1 0 0,1 0 0 0 0,-1 0 0 0 0,0 1 0 0 0,1-1 0 0 0,-1 0 0 0 0,1 1 1 0 0,-1-1-1 0 0,0 1 0 0 0,1-1 0 0 0,-1 1 0 0 0,0 0 0 0 0,0 0 0 0 0,0-1 0 0 0,0 1 1 0 0,1 0-1 0 0,-1 0 0 0 0,0 0 0 0 0,0 0 0 0 0,-1 0 0 0 0,1 0 0 0 0,0 1 0 0 0,0-1 1 0 0,0 0-1 0 0,-1 0 0 0 0,1 1 0 0 0,-1-1 0 0 0,1 0 0 0 0,-1 1 0 0 0,1 1 0 0 0,10 29 126 0 0,-2 0 0 0 0,-1 0 0 0 0,7 65 0 0 0,-4-23 97 0 0,-10-71-216 0 0,6 27 138 0 0,-7-30-145 0 0,0 1 0 0 0,0 0 0 0 0,0-1 0 0 0,1 1 0 0 0,-1-1 0 0 0,0 1 1 0 0,0-1-1 0 0,0 1 0 0 0,1-1 0 0 0,-1 1 0 0 0,0-1 0 0 0,1 1 0 0 0,-1-1 0 0 0,0 0 0 0 0,1 1 1 0 0,-1-1-1 0 0,1 1 0 0 0,-1-1 0 0 0,0 0 0 0 0,1 1 0 0 0,-1-1 0 0 0,1 0 0 0 0,-1 0 0 0 0,1 1 1 0 0,-1-1-1 0 0,1 0 0 0 0,-1 0 0 0 0,1 0 0 0 0,0 0 0 0 0,-1 1 0 0 0,1-1 0 0 0,-1 0 0 0 0,1 0 1 0 0,-1 0-1 0 0,1 0 0 0 0,-1 0 0 0 0,1-1 0 0 0,0 1 0 0 0,-1 0 0 0 0,1 0 0 0 0,2-2 9 0 0,-1 0 0 0 0,0-1 0 0 0,0 1 0 0 0,0 0 0 0 0,0-1 0 0 0,-1 1 0 0 0,1-1 0 0 0,-1 0 0 0 0,1 0 0 0 0,-1 1 0 0 0,1-5-1 0 0,3-4 61 0 0,-4 10-159 0 0,-1 0 0 0 0,1-1 0 0 0,-1 1 0 0 0,1 0 0 0 0,-1-1 0 0 0,1 1 1 0 0,-1-1-1 0 0,0 1 0 0 0,0-1 0 0 0,0 1 0 0 0,0 0 0 0 0,0-1 0 0 0,0 1 1 0 0,-1-3-1 0 0,0-9-9435 0 0,1 4 4725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7:56.4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154 184 3696 0 0,'-35'0'3922'0'0,"22"0"-2745"0"0,0-1 0 0 0,-1 0 0 0 0,-20-5-1 0 0,31 5-854 0 0,-1 0-1 0 0,1 0 0 0 0,0 0 1 0 0,-1-1-1 0 0,1 1 1 0 0,0-1-1 0 0,0 0 0 0 0,-5-3 1 0 0,7 4-148 0 0,0 0 1 0 0,0 0-1 0 0,0 0 1 0 0,1-1-1 0 0,-1 1 1 0 0,0 0-1 0 0,0 0 1 0 0,1 0-1 0 0,-1-1 1 0 0,0 1-1 0 0,1 0 0 0 0,-1-1 1 0 0,1 1-1 0 0,0 0 1 0 0,-1-1-1 0 0,1 1 1 0 0,0-1-1 0 0,0 1 1 0 0,0 0-1 0 0,0-1 1 0 0,1-2-1 0 0,-1 2-20 0 0,1 0-1 0 0,0 0 1 0 0,0 0 0 0 0,0 0-1 0 0,0 0 1 0 0,0 0-1 0 0,1 0 1 0 0,-1 0-1 0 0,1 0 1 0 0,-1 1-1 0 0,1-1 1 0 0,-1 0-1 0 0,1 1 1 0 0,0 0 0 0 0,2-2-1 0 0,32-19 478 0 0,-33 21-586 0 0,26-13 38 0 0,1 2 0 0 0,0 2-1 0 0,0 0 1 0 0,1 2 0 0 0,1 1-1 0 0,62-5 1 0 0,-55 10-4782 0 0,42 3-1 0 0,-49 2 244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7:56.9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50 628 4792 0 0,'-6'5'1108'0'0,"-1"0"-1"0"0,1 1 0 0 0,0 0 0 0 0,1 0 0 0 0,-8 11 0 0 0,7-9 414 0 0,57-37 3537 0 0,-3 0-3310 0 0,146-93 1016 0 0,-143 87-2545 0 0,77-71 1 0 0,-118 97-203 0 0,-1-1-1 0 0,-1 0 1 0 0,1 0 0 0 0,-2 0 0 0 0,1-1 0 0 0,-1 0 0 0 0,-1-1-1 0 0,7-15 1 0 0,-10 18-10 0 0,-1 1 0 0 0,1-1-1 0 0,-2 1 1 0 0,1-1 0 0 0,-1 1 0 0 0,0-1-1 0 0,-1 0 1 0 0,0 0 0 0 0,0 1-1 0 0,-1-1 1 0 0,0 0 0 0 0,-1 1-1 0 0,-3-12 1 0 0,3 11 3 0 0,-2 0-1 0 0,1 0 1 0 0,-1 1-1 0 0,0-1 1 0 0,0 1-1 0 0,-1 0 1 0 0,-1 1-1 0 0,-8-11 1 0 0,11 15-6 0 0,0 0 0 0 0,0 0 0 0 0,0 0-1 0 0,0 1 1 0 0,-1 0 0 0 0,1-1 0 0 0,-1 1 0 0 0,0 0 0 0 0,1 1 0 0 0,-1-1 0 0 0,0 1 0 0 0,0 0-1 0 0,0-1 1 0 0,0 2 0 0 0,0-1 0 0 0,-1 0 0 0 0,1 1 0 0 0,0 0 0 0 0,0 0 0 0 0,0 0 0 0 0,-6 2-1 0 0,6-1 0 0 0,1 0-1 0 0,0 0 0 0 0,0 0 0 0 0,0 1 0 0 0,0 0 0 0 0,0-1 0 0 0,1 1 0 0 0,-1 0 0 0 0,1 1 0 0 0,-1-1 0 0 0,1 0 1 0 0,-1 1-1 0 0,1-1 0 0 0,0 1 0 0 0,0 0 0 0 0,1-1 0 0 0,-1 1 0 0 0,0 0 0 0 0,1 0 0 0 0,0 0 0 0 0,0 0 0 0 0,0 1 1 0 0,0-1-1 0 0,-1 4 0 0 0,-2 11 7 0 0,1 1 1 0 0,-3 35-1 0 0,6-51-8 0 0,1 670 27 0 0,3-523-28 0 0,-1-82 3 0 0,-1 108 44 0 0,-3-155-35 0 0,-2 0-1 0 0,0 0 1 0 0,-1-1-1 0 0,-1 1 1 0 0,0-1-1 0 0,-11 23 1 0 0,15-40-10 0 0,-1-1 0 0 0,1 1 1 0 0,-1-1-1 0 0,0 1 0 0 0,0-1 1 0 0,0 0-1 0 0,0 0 0 0 0,0 0 1 0 0,0 0-1 0 0,0 0 0 0 0,-1 0 1 0 0,1-1-1 0 0,-1 1 0 0 0,1-1 1 0 0,-1 0-1 0 0,0 1 0 0 0,0-1 1 0 0,1 0-1 0 0,-1-1 0 0 0,0 1 1 0 0,0 0-1 0 0,0-1 1 0 0,0 0-1 0 0,0 0 0 0 0,-5 0 1 0 0,5 0 0 0 0,0 0 0 0 0,-1 0 1 0 0,1-1-1 0 0,-1 0 1 0 0,1 1-1 0 0,0-1 1 0 0,-1 0-1 0 0,1-1 1 0 0,0 1-1 0 0,0-1 0 0 0,0 1 1 0 0,0-1-1 0 0,0 0 1 0 0,1 0-1 0 0,-1 0 1 0 0,0 0-1 0 0,1-1 0 0 0,-1 1 1 0 0,1-1-1 0 0,0 1 1 0 0,-2-5-1 0 0,-2-6-7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7:58.4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1 200 2304 0 0,'12'-27'3352'0'0,"1"-14"67"0"0,3 0 1 0 0,26-50 0 0 0,-45 149 403 0 0,-5 18-1715 0 0,2 128 0 0 0,6-203-2090 0 0,0 0-1 0 0,0 1 0 0 0,0-1 1 0 0,0 0-1 0 0,0 1 0 0 0,0-1 1 0 0,0 1-1 0 0,1-1 0 0 0,-1 0 1 0 0,0 1-1 0 0,1-1 0 0 0,-1 0 1 0 0,1 0-1 0 0,0 1 0 0 0,-1-1 1 0 0,1 0-1 0 0,0 0 0 0 0,0 0 1 0 0,0 0-1 0 0,-1 0 0 0 0,1 0 1 0 0,0 0-1 0 0,0 0 1 0 0,1 0-1 0 0,-1 0 0 0 0,0 0 1 0 0,0-1-1 0 0,0 1 0 0 0,0 0 1 0 0,1-1-1 0 0,-1 1 0 0 0,0-1 1 0 0,1 0-1 0 0,-1 1 0 0 0,0-1 1 0 0,1 0-1 0 0,-1 0 0 0 0,1 0 1 0 0,-1 0-1 0 0,0 0 0 0 0,1 0 1 0 0,-1 0-1 0 0,0 0 0 0 0,1 0 1 0 0,-1-1-1 0 0,0 1 1 0 0,1-1-1 0 0,-1 1 0 0 0,0-1 1 0 0,1 1-1 0 0,0-2 0 0 0,7-2-57 0 0,-1 0 0 0 0,1 0 0 0 0,-1-1 0 0 0,0-1 0 0 0,-1 1 0 0 0,8-8 0 0 0,-5 4-401 0 0,-1-1 0 0 0,0 0 0 0 0,-1 0 1 0 0,10-16-1 0 0,-10 13-1468 0 0,-2 0 0 0 0,0-1 0 0 0,0 1 0 0 0,-1-1 0 0 0,-1 0 0 0 0,5-23 0 0 0,-3-6-2592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7:58.5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 0 4920 0 0,'-1'0'240'0'0,"0"0"0"0"0,0 0 0 0 0,1 0-1 0 0,-1 1 1 0 0,0-1 0 0 0,0 0 0 0 0,0 0-1 0 0,0 0 1 0 0,1 1 0 0 0,-1-1-1 0 0,0 0 1 0 0,0 1 0 0 0,1-1 0 0 0,-1 1-1 0 0,0-1 1 0 0,1 1 0 0 0,-1-1 0 0 0,0 1-1 0 0,1 0 1 0 0,-1-1 0 0 0,1 1-1 0 0,-1 0 1 0 0,1-1 0 0 0,-1 2 0 0 0,-4 23 2345 0 0,5-17-2188 0 0,1 0 0 0 0,0-1-1 0 0,0 0 1 0 0,1 1-1 0 0,5 12 1 0 0,39 72 1447 0 0,13 5-8152 0 0,-40-66 2314 0 0,2 4 285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7:59.1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63 371 4256 0 0,'-11'238'10968'0'0,"11"-238"-10902"0"0,0 1 1 0 0,0-1-1 0 0,1 1 0 0 0,-1-1 0 0 0,0 1 0 0 0,0-1 1 0 0,0 1-1 0 0,-1-1 0 0 0,1 0 0 0 0,0 1 1 0 0,0-1-1 0 0,0 1 0 0 0,0-1 0 0 0,0 1 1 0 0,0-1-1 0 0,-1 1 0 0 0,1-1 0 0 0,0 0 1 0 0,0 1-1 0 0,-1-1 0 0 0,1 1 0 0 0,0-1 1 0 0,0 0-1 0 0,-1 1 0 0 0,1-1 0 0 0,0 0 1 0 0,-1 1-1 0 0,1-1 0 0 0,-1 0 0 0 0,-7-10 1801 0 0,-5-23-534 0 0,5-2-1059 0 0,1 0-1 0 0,2 0 0 0 0,1-1 1 0 0,2 0-1 0 0,3-41 0 0 0,0 56-197 0 0,2-1 0 0 0,0 0 0 0 0,1 1 0 0 0,1 0 0 0 0,1 0 0 0 0,1 0 0 0 0,1 1 0 0 0,1 0 0 0 0,18-31 0 0 0,-22 44-60 0 0,-1 1 1 0 0,1 0 0 0 0,0 0-1 0 0,0 0 1 0 0,1 1-1 0 0,0-1 1 0 0,0 2 0 0 0,0-1-1 0 0,0 0 1 0 0,1 1 0 0 0,0 1-1 0 0,0-1 1 0 0,0 1-1 0 0,0 0 1 0 0,0 0 0 0 0,1 1-1 0 0,-1 0 1 0 0,15-1-1 0 0,-15 2-13 0 0,-1 1 0 0 0,1 0 0 0 0,0 1 0 0 0,-1 0 0 0 0,1 0 0 0 0,-1 0 0 0 0,1 1 0 0 0,-1 0 0 0 0,0 0 0 0 0,1 0 0 0 0,-1 1 0 0 0,0 0 0 0 0,-1 0 0 0 0,1 1 0 0 0,0-1 0 0 0,-1 1 0 0 0,0 1 0 0 0,0-1 0 0 0,0 1 0 0 0,-1 0 0 0 0,1 0 0 0 0,4 7 0 0 0,27 49-31 0 0,-29-48 14 0 0,-1 0 1 0 0,2-1-1 0 0,0 0 1 0 0,0 0-1 0 0,1-1 1 0 0,1 0-1 0 0,15 15 1 0 0,-21-24 6 0 0,0 0 1 0 0,0 0 0 0 0,-1-1-1 0 0,1 1 1 0 0,0-1 0 0 0,1 0-1 0 0,-1 0 1 0 0,0 0 0 0 0,0 0-1 0 0,0-1 1 0 0,1 1 0 0 0,-1-1-1 0 0,0 0 1 0 0,7-2-1 0 0,-10 2 8 0 0,1 0 0 0 0,-1 0 0 0 0,1 0 0 0 0,-1-1 0 0 0,1 1 0 0 0,-1-1 0 0 0,1 1 0 0 0,-1-1 0 0 0,1 1 0 0 0,-1-1 0 0 0,0 0 0 0 0,1 0 0 0 0,-1 0 0 0 0,0 0 0 0 0,0 0 0 0 0,0 0 0 0 0,1 0 0 0 0,-1 0 0 0 0,0 0 0 0 0,-1 0 0 0 0,1-1 0 0 0,0 1 0 0 0,0 0 0 0 0,0-1 0 0 0,-1 1 0 0 0,1-1 0 0 0,-1 1 0 0 0,1 0 0 0 0,-1-1 0 0 0,1 1 0 0 0,-1-1 0 0 0,0 0 0 0 0,0 1 0 0 0,0-1 0 0 0,0 1 0 0 0,0-1 0 0 0,0 1 0 0 0,0-1 0 0 0,-1 1-1 0 0,1-1 1 0 0,0 1 0 0 0,-2-3 0 0 0,2 2 7 0 0,-1 1 0 0 0,0-1 0 0 0,0 0 0 0 0,0 0 0 0 0,0 1-1 0 0,-1-1 1 0 0,1 1 0 0 0,0-1 0 0 0,-1 1 0 0 0,1-1 0 0 0,-1 1-1 0 0,1 0 1 0 0,-1 0 0 0 0,1 0 0 0 0,-1 0 0 0 0,0 0 0 0 0,0 0-1 0 0,0 0 1 0 0,1 0 0 0 0,-1 1 0 0 0,0-1 0 0 0,0 1 0 0 0,0-1-1 0 0,0 1 1 0 0,0 0 0 0 0,0 0 0 0 0,0 0 0 0 0,0 0 0 0 0,0 0-1 0 0,0 0 1 0 0,0 1 0 0 0,0-1 0 0 0,-3 1 0 0 0,-3 1 15 0 0,0 0 1 0 0,1 0-1 0 0,-1 0 0 0 0,1 1 1 0 0,-1 0-1 0 0,1 0 0 0 0,-9 6 1 0 0,12-5-14 0 0,0-1 1 0 0,-1 1-1 0 0,1 0 1 0 0,0 0-1 0 0,1 1 0 0 0,-1-1 1 0 0,1 1-1 0 0,0-1 1 0 0,0 1-1 0 0,0 0 1 0 0,1 0-1 0 0,0 1 0 0 0,0-1 1 0 0,0 0-1 0 0,1 1 1 0 0,-1-1-1 0 0,1 1 1 0 0,1-1-1 0 0,-1 1 0 0 0,1 0 1 0 0,0-1-1 0 0,0 1 1 0 0,0 0-1 0 0,2 7 1 0 0,1 1-3 0 0,0-1 0 0 0,1 1 0 0 0,0-1 0 0 0,1 0 1 0 0,0 0-1 0 0,1 0 0 0 0,1-1 0 0 0,13 20 1 0 0,-6-15 2 0 0,0-1 1 0 0,1 0 0 0 0,1-1 0 0 0,20 15 0 0 0,5 3 89 0 0,-37-29-70 0 0,0 0 0 0 0,0 0 1 0 0,-1 0-1 0 0,1 0 1 0 0,-1 1-1 0 0,0 0 1 0 0,0-1-1 0 0,2 7 0 0 0,-4-10-18 0 0,-1 0 0 0 0,1 0-1 0 0,-1 1 1 0 0,1-1-1 0 0,-1 0 1 0 0,0 0 0 0 0,0 1-1 0 0,1-1 1 0 0,-1 0 0 0 0,0 1-1 0 0,0-1 1 0 0,0 0-1 0 0,-1 1 1 0 0,1-1 0 0 0,0 0-1 0 0,0 1 1 0 0,-1-1-1 0 0,1 0 1 0 0,-1 0 0 0 0,1 1-1 0 0,-1-1 1 0 0,1 0-1 0 0,-1 0 1 0 0,0 0 0 0 0,0 0-1 0 0,1 0 1 0 0,-1 0-1 0 0,0 0 1 0 0,0 0 0 0 0,0 0-1 0 0,0 0 1 0 0,0 0-1 0 0,0-1 1 0 0,-1 1 0 0 0,1 0-1 0 0,-2 0 1 0 0,-19 9 14 0 0,-1-2 0 0 0,0-1 0 0 0,-1 0 0 0 0,-26 3 0 0 0,22-4-496 0 0,28-7 362 0 0,0 1 0 0 0,1 0 0 0 0,-1 0 0 0 0,0 0 1 0 0,0 0-1 0 0,0-1 0 0 0,0 1 0 0 0,0 0 0 0 0,1 0 0 0 0,-1 0 0 0 0,0-1 0 0 0,0 1 1 0 0,0 0-1 0 0,0 0 0 0 0,0-1 0 0 0,0 1 0 0 0,0 0 0 0 0,0 0 0 0 0,0-1 0 0 0,0 1 1 0 0,0 0-1 0 0,0 0 0 0 0,0-1 0 0 0,0 1 0 0 0,0 0 0 0 0,0 0 0 0 0,0-1 0 0 0,0 1 1 0 0,0 0-1 0 0,0 0 0 0 0,0 0 0 0 0,0-1 0 0 0,-1 1 0 0 0,1 0 0 0 0,0 0 0 0 0,0 0 0 0 0,0-1 1 0 0,0 1-1 0 0,0 0 0 0 0,-1 0 0 0 0,1 0 0 0 0,0 0 0 0 0,0-1 0 0 0,0 1 0 0 0,-1 0 1 0 0,1 0-1 0 0,0 0 0 0 0,0 0 0 0 0,-1 0 0 0 0,1 0 0 0 0,0 0 0 0 0,0 0 0 0 0,0 0 1 0 0,-1-1-1 0 0,1 1 0 0 0,0 0 0 0 0,0 0 0 0 0,-1 0 0 0 0,1 0 0 0 0,0 1 0 0 0,0-1 1 0 0,-1 0-1 0 0,1 0 0 0 0,-1 0 0 0 0,18-20-6804 0 0,-14 16 5617 0 0,11-13-3311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7:59.3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0 301 3936 0 0,'1'-4'284'0'0,"0"-1"0"0"0,-1 1 0 0 0,2-1-1 0 0,-1 1 1 0 0,0 0 0 0 0,1 0-1 0 0,3-7 1 0 0,6-17 644 0 0,49-204 8118 0 0,-59 237-7438 0 0,0 21 415 0 0,-1 51-396 0 0,0-49-816 0 0,16 385 1906 0 0,-3-295-2408 0 0,40 172 0 0 0,-48-268-580 0 0,15 52-3002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7:59.5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11 176 4560 0 0,'-1'-1'203'0'0,"1"1"-1"0"0,-1 0 1 0 0,0-1-1 0 0,1 1 0 0 0,-1-1 1 0 0,1 1-1 0 0,-1-1 1 0 0,1 1-1 0 0,-1-1 1 0 0,1 1-1 0 0,-1-1 0 0 0,1 0 1 0 0,-1 1-1 0 0,1-1 1 0 0,0 0-1 0 0,-1 1 0 0 0,1-1 1 0 0,0 0-1 0 0,0 0 1 0 0,-1 1-1 0 0,1-1 0 0 0,0 0 1 0 0,0 0-1 0 0,0 1 1 0 0,0-1-1 0 0,0 0 0 0 0,0-1 1 0 0,1 1-8 0 0,0 0 0 0 0,-1 0 0 0 0,1 0 0 0 0,0 0 0 0 0,0 0 0 0 0,0 0 1 0 0,0 0-1 0 0,0 0 0 0 0,0 0 0 0 0,0 1 0 0 0,0-1 0 0 0,0 0 0 0 0,0 1 0 0 0,0-1 0 0 0,1 0 0 0 0,47-12 2257 0 0,-48 13-2389 0 0,77-13 1339 0 0,139-28 5110 0 0,-111 13-7783 0 0,-3-10-7307 0 0,-92 32 3938 0 0,-4 2-1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8:00.9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210 221 3568 0 0,'0'0'4864'0'0,"1"-19"-317"0"0,5-1-2873 0 0,-1-1 0 0 0,2-22 0 0 0,-5 34-1448 0 0,-1 0 0 0 0,-1 1-1 0 0,0-1 1 0 0,0 0 0 0 0,-1 0 0 0 0,0 1 0 0 0,-4-18 0 0 0,4 25-194 0 0,0-1 0 0 0,1 0 0 0 0,-1 0 0 0 0,0 1 0 0 0,0-1 0 0 0,0 0 0 0 0,0 1 0 0 0,0-1 0 0 0,0 1 0 0 0,0 0 0 0 0,-1-1 0 0 0,1 1 0 0 0,0 0 0 0 0,-1 0 0 0 0,1 0 0 0 0,-1 0 0 0 0,0 0 0 0 0,1 0 0 0 0,-1 0 0 0 0,0 0 0 0 0,-3 0 0 0 0,2 0 3 0 0,-1 1 0 0 0,1-1 0 0 0,-1 1 1 0 0,1 0-1 0 0,-1 0 0 0 0,0 1 0 0 0,1-1 0 0 0,-1 1 0 0 0,1 0 1 0 0,-7 2-1 0 0,0 1 24 0 0,0 0 1 0 0,0 1 0 0 0,1 0-1 0 0,-1 1 1 0 0,1 0-1 0 0,-14 12 1 0 0,16-11-24 0 0,1 0 1 0 0,0 0-1 0 0,0 0 1 0 0,1 1-1 0 0,0-1 1 0 0,0 1-1 0 0,1 1 0 0 0,-1-1 1 0 0,2 0-1 0 0,0 1 1 0 0,0 0-1 0 0,0 0 1 0 0,1 0-1 0 0,-1 10 1 0 0,2-14-12 0 0,1 1 1 0 0,0 0-1 0 0,0 0 1 0 0,0 0-1 0 0,1 0 1 0 0,0 0 0 0 0,0 0-1 0 0,0 0 1 0 0,1 0-1 0 0,0-1 1 0 0,0 1-1 0 0,0-1 1 0 0,1 1 0 0 0,0-1-1 0 0,0 0 1 0 0,0 0-1 0 0,0 0 1 0 0,1 0-1 0 0,0-1 1 0 0,0 1 0 0 0,0-1-1 0 0,8 5 1 0 0,2 0 52 0 0,0-1 0 0 0,0-1 0 0 0,1-1 0 0 0,-1 0 0 0 0,27 7 1 0 0,-29-10-19 0 0,0 0 0 0 0,0 1 1 0 0,0 0-1 0 0,-1 1 0 0 0,0 0 1 0 0,0 1-1 0 0,0 0 0 0 0,-1 1 1 0 0,0 0-1 0 0,10 9 0 0 0,-19-14-43 0 0,1 0 0 0 0,0 0-1 0 0,-1 1 1 0 0,1-1 0 0 0,-1 0-1 0 0,1 1 1 0 0,-1-1 0 0 0,0 1-1 0 0,0-1 1 0 0,0 1-1 0 0,-1 0 1 0 0,1-1 0 0 0,-1 1-1 0 0,1 0 1 0 0,-1-1 0 0 0,0 1-1 0 0,0 0 1 0 0,0 0-1 0 0,0-1 1 0 0,-1 1 0 0 0,1 0-1 0 0,-1 0 1 0 0,0-1 0 0 0,1 1-1 0 0,-1-1 1 0 0,0 1-1 0 0,0 0 1 0 0,-1-1 0 0 0,1 0-1 0 0,-1 1 1 0 0,-2 2 0 0 0,-5 7 41 0 0,-1 0-1 0 0,0-1 1 0 0,0-1 0 0 0,-19 15 0 0 0,20-18-42 0 0,3-2-75 0 0,0 0 1 0 0,-1 0-1 0 0,0-1 0 0 0,1 0 1 0 0,-1 0-1 0 0,-1-1 0 0 0,1 0 1 0 0,0 0-1 0 0,-9 1 0 0 0,16-4-86 0 0,0 0 0 0 0,-1 1-1 0 0,1-1 1 0 0,-1 0 0 0 0,1 0-1 0 0,-1 0 1 0 0,1 0-1 0 0,-1 0 1 0 0,1 0 0 0 0,-1 0-1 0 0,1 0 1 0 0,-1 0 0 0 0,1 0-1 0 0,0 0 1 0 0,-1 0 0 0 0,1 0-1 0 0,-1 0 1 0 0,1 0 0 0 0,-1 0-1 0 0,1 0 1 0 0,-1-1 0 0 0,1 1-1 0 0,0 0 1 0 0,-1 0 0 0 0,1-1-1 0 0,-1 1 1 0 0,1 0 0 0 0,0 0-1 0 0,-1-1 1 0 0,1 1 0 0 0,0 0-1 0 0,-1-1 1 0 0,1 1 0 0 0,0-1-1 0 0,0 1 1 0 0,-1 0 0 0 0,1-1-1 0 0,0 1 1 0 0,0-1 0 0 0,0 1-1 0 0,0-1 1 0 0,-1 1 0 0 0,1-1-1 0 0,0 1 1 0 0,0-1 0 0 0,0 1-1 0 0,0 0 1 0 0,0-1 0 0 0,0 1-1 0 0,0-1 1 0 0,0 1 0 0 0,0-1-1 0 0,1 1 1 0 0,-1-2 0 0 0,9-24-6331 0 0,5 0 1799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8:01.3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15 280 4984 0 0,'-7'21'3098'0'0,"0"8"143"0"0,7-28-3164 0 0,0 0 1 0 0,0-1-1 0 0,0 1 1 0 0,0 0 0 0 0,1 0-1 0 0,-1-1 1 0 0,0 1 0 0 0,1 0-1 0 0,-1-1 1 0 0,0 1 0 0 0,1 0-1 0 0,-1-1 1 0 0,1 1 0 0 0,-1-1-1 0 0,1 1 1 0 0,-1-1-1 0 0,1 1 1 0 0,0-1 0 0 0,-1 1-1 0 0,1-1 1 0 0,0 1 0 0 0,-1-1-1 0 0,1 0 1 0 0,0 1 0 0 0,-1-1-1 0 0,1 0 1 0 0,0 0 0 0 0,0 1-1 0 0,-1-1 1 0 0,1 0-1 0 0,0 0 1 0 0,0 0 0 0 0,-1 0-1 0 0,1 0 1 0 0,0 0 0 0 0,1 0-1 0 0,8-2 292 0 0,-1 1-1 0 0,1-1 1 0 0,0-1-1 0 0,-1 0 1 0 0,1 0-1 0 0,-1-1 1 0 0,0 0-1 0 0,0-1 1 0 0,-1 0-1 0 0,10-6 1 0 0,17-9 615 0 0,2 2 35 0 0,87-49 1039 0 0,-111 59-1964 0 0,0-1 0 0 0,-1 0 0 0 0,0-1 0 0 0,0-1 0 0 0,-2 0 0 0 0,20-24-1 0 0,-28 34-86 0 0,-1-1 0 0 0,1 0 0 0 0,-1 0 0 0 0,0 0 0 0 0,0 0 0 0 0,1 0 0 0 0,-1-1 0 0 0,-1 1 0 0 0,1 0 0 0 0,0 0 0 0 0,0-1 0 0 0,-1 1 0 0 0,1 0 0 0 0,-1-1 0 0 0,0 1 0 0 0,0 0 0 0 0,0-1 0 0 0,0 1 0 0 0,0 0 0 0 0,-1-1 0 0 0,1 1 0 0 0,0 0 0 0 0,-1-1 0 0 0,0 1 0 0 0,0 0 0 0 0,0 0 0 0 0,0-1 0 0 0,0 1-1 0 0,0 0 1 0 0,0 0 0 0 0,0 0 0 0 0,-1 0 0 0 0,1 1 0 0 0,-1-1 0 0 0,-2-2 0 0 0,0 1-2 0 0,-1 0 0 0 0,1 0-1 0 0,-1 0 1 0 0,0 1 0 0 0,0 0-1 0 0,0 0 1 0 0,0 0 0 0 0,0 1 0 0 0,0-1-1 0 0,0 1 1 0 0,-1 0 0 0 0,1 1-1 0 0,0-1 1 0 0,-11 2 0 0 0,6 0 10 0 0,-1 1-1 0 0,1 0 1 0 0,0 0 0 0 0,0 1 0 0 0,0 1 0 0 0,1 0 0 0 0,-1 0-1 0 0,1 1 1 0 0,0 0 0 0 0,0 0 0 0 0,1 1 0 0 0,-1 1 0 0 0,1-1-1 0 0,1 1 1 0 0,-1 0 0 0 0,1 1 0 0 0,0 0 0 0 0,1 0 0 0 0,0 1-1 0 0,0-1 1 0 0,-6 16 0 0 0,2-6 32 0 0,1 1-1 0 0,2 1 1 0 0,0 0 0 0 0,0 0-1 0 0,2 0 1 0 0,1 1 0 0 0,0 0-1 0 0,2-1 1 0 0,0 40 0 0 0,2-44-13 0 0,2 1 0 0 0,0-1 0 0 0,1 0 1 0 0,0 0-1 0 0,1 0 0 0 0,1 0 1 0 0,1-1-1 0 0,0 1 0 0 0,1-2 1 0 0,0 1-1 0 0,10 13 0 0 0,-10-18-41 0 0,1 0-1 0 0,0-1 0 0 0,0 0 0 0 0,0-1 0 0 0,1 0 1 0 0,0 0-1 0 0,1-1 0 0 0,0 0 0 0 0,0-1 1 0 0,0 0-1 0 0,1 0 0 0 0,0-1 0 0 0,0-1 0 0 0,0 1 1 0 0,21 3-1 0 0,-14-4-148 0 0,2-1 1 0 0,-1 0-1 0 0,0-2 1 0 0,0 0-1 0 0,38-4 1 0 0,-44 1-438 0 0,1-1 0 0 0,-1 0 1 0 0,0-1-1 0 0,0 0 0 0 0,24-12 1 0 0,-27 10-398 0 0,8-3-1624 0 0,0-1-1 0 0,0-1 1 0 0,17-14 0 0 0,-3-4-1599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8:01.8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362 347 3240 0 0,'1'-18'2208'0'0,"0"13"-1643"0"0,-1 0-1 0 0,0 0 1 0 0,1 0 0 0 0,-2 0 0 0 0,0-9 0 0 0,0 13-457 0 0,1-1 0 0 0,-1 1 0 0 0,1 0 0 0 0,-1-1 0 0 0,1 1 0 0 0,-1 0 0 0 0,0-1 0 0 0,0 1 0 0 0,0 0 1 0 0,0 0-1 0 0,0 0 0 0 0,0 0 0 0 0,0 0 0 0 0,0 0 0 0 0,0 0 0 0 0,0 0 0 0 0,-1 0 0 0 0,1 1 0 0 0,0-1 1 0 0,0 0-1 0 0,-1 1 0 0 0,1-1 0 0 0,-1 1 0 0 0,1-1 0 0 0,-2 1 0 0 0,-8-2 309 0 0,1 1 0 0 0,-1 1 0 0 0,1-1-1 0 0,-1 2 1 0 0,1-1 0 0 0,-1 2 0 0 0,1-1 0 0 0,0 2 0 0 0,0-1-1 0 0,0 1 1 0 0,0 1 0 0 0,0-1 0 0 0,0 2 0 0 0,1-1 0 0 0,0 2 0 0 0,0-1-1 0 0,-13 11 1 0 0,11-7-180 0 0,-1 0 0 0 0,1 0 0 0 0,1 2 0 0 0,0-1 0 0 0,0 1-1 0 0,1 1 1 0 0,1 0 0 0 0,0 0 0 0 0,0 0 0 0 0,2 1 0 0 0,-1 0 0 0 0,-5 19-1 0 0,7-15-72 0 0,1 1-1 0 0,0-1 1 0 0,1 1-1 0 0,1 0 0 0 0,1 20 1 0 0,1-32-116 0 0,0 1 0 0 0,1-1 1 0 0,0 0-1 0 0,0-1 1 0 0,1 1-1 0 0,0 0 1 0 0,0 0-1 0 0,3 7 0 0 0,-3-10-27 0 0,0 0-1 0 0,0 0 1 0 0,0 0-1 0 0,0-1 1 0 0,0 1-1 0 0,1-1 0 0 0,-1 1 1 0 0,1-1-1 0 0,-1 0 1 0 0,1 0-1 0 0,0 0 1 0 0,0-1-1 0 0,0 1 1 0 0,0-1-1 0 0,0 1 0 0 0,4 0 1 0 0,-1-1-23 0 0,0 0 1 0 0,0 0-1 0 0,0-1 1 0 0,0 0-1 0 0,1 0 1 0 0,-1 0-1 0 0,0-1 1 0 0,0 0-1 0 0,0 0 1 0 0,0-1-1 0 0,0 0 1 0 0,0 0-1 0 0,0 0 1 0 0,-1 0-1 0 0,1-1 1 0 0,9-7 0 0 0,-4 4-35 0 0,-2-1 1 0 0,1 0 0 0 0,-1-1 0 0 0,0 0 0 0 0,0 0 0 0 0,-1-1-1 0 0,12-17 1 0 0,-7 5-38 0 0,-2 0-1 0 0,0-1 1 0 0,-1 0-1 0 0,-1 0 1 0 0,-1-1-1 0 0,-2 0 1 0 0,0-1-1 0 0,-1 1 0 0 0,-1-1 1 0 0,0-41-1 0 0,-2 50 9 0 0,-1 11 50 0 0,0-1 0 0 0,0 1 0 0 0,0-1 1 0 0,-1 1-1 0 0,0-1 0 0 0,0 1 0 0 0,0-1 0 0 0,-1 1 0 0 0,-1-7 0 0 0,2 11 16 0 0,-1 0 0 0 0,1 0 0 0 0,0 0 0 0 0,0 0 0 0 0,-1 0 0 0 0,1 0 0 0 0,0 0 0 0 0,-1 0 0 0 0,1 0 0 0 0,0 0 0 0 0,0 0-1 0 0,-1 0 1 0 0,1 0 0 0 0,0 1 0 0 0,-1-1 0 0 0,1 0 0 0 0,0 0 0 0 0,0 0 0 0 0,0 0 0 0 0,-1 1 0 0 0,1-1 0 0 0,0 0 0 0 0,0 0 0 0 0,0 1 0 0 0,-1-1-1 0 0,1 0 1 0 0,0 0 0 0 0,0 1 0 0 0,0-1 0 0 0,0 0 0 0 0,0 0 0 0 0,0 1 0 0 0,0-1 0 0 0,0 0 0 0 0,0 1 0 0 0,0-1 0 0 0,0 0 0 0 0,0 0-1 0 0,0 1 1 0 0,0-1 0 0 0,0 0 0 0 0,0 1 0 0 0,-5 16 78 0 0,5-17-72 0 0,-7 41 216 0 0,2 1 0 0 0,1 76-1 0 0,4-104-163 0 0,1 0-1 0 0,1 0 0 0 0,0 0 0 0 0,0-1 0 0 0,2 1 1 0 0,-1-1-1 0 0,2 0 0 0 0,7 17 0 0 0,-9-24-51 0 0,0 0-1 0 0,0 0 1 0 0,1-1 0 0 0,0 1-1 0 0,0-1 1 0 0,0 0 0 0 0,0 0 0 0 0,1-1-1 0 0,0 1 1 0 0,0-1 0 0 0,0 0-1 0 0,0 0 1 0 0,1-1 0 0 0,-1 1-1 0 0,1-1 1 0 0,0 0 0 0 0,0-1-1 0 0,0 0 1 0 0,11 3 0 0 0,-11-4-83 0 0,1 0 0 0 0,-1 0 0 0 0,1-1 0 0 0,-1 0 0 0 0,1 0 0 0 0,0 0 0 0 0,-1-1 0 0 0,1 0 1 0 0,-1 0-1 0 0,1-1 0 0 0,-1 0 0 0 0,0 0 0 0 0,1 0 0 0 0,-1-1 0 0 0,0 0 0 0 0,-1 0 0 0 0,1-1 0 0 0,-1 1 0 0 0,1-1 0 0 0,-1 0 0 0 0,0-1 0 0 0,6-7 1 0 0,0-1-207 0 0,-1 0 0 0 0,-1-1 0 0 0,0-1 0 0 0,-1 0 0 0 0,-1 0 0 0 0,0 0 0 0 0,8-28 0 0 0,-7 19-478 0 0,18-40 0 0 0,-20 59 364 0 0,-3 15 242 0 0,-3 22 179 0 0,0-27-20 0 0,1 33 188 0 0,0-19 113 0 0,0-1-1 0 0,-2 0 1 0 0,-3 25-1 0 0,4-43-287 0 0,0 1 0 0 0,0-1 0 0 0,0 1 0 0 0,0-1-1 0 0,0 1 1 0 0,0-1 0 0 0,0 1 0 0 0,0-1 0 0 0,-1 1-1 0 0,1-1 1 0 0,0 0 0 0 0,0 1 0 0 0,0-1 0 0 0,-1 1-1 0 0,1-1 1 0 0,0 1 0 0 0,0-1 0 0 0,-1 0 0 0 0,1 1-1 0 0,0-1 1 0 0,-1 0 0 0 0,1 1 0 0 0,0-1 0 0 0,-1 0 0 0 0,1 1-1 0 0,-1-1 1 0 0,1 0 0 0 0,-1 0 0 0 0,1 1 0 0 0,0-1-1 0 0,-1 0 1 0 0,1 0 0 0 0,-1 0 0 0 0,1 0 0 0 0,-1 0-1 0 0,1 0 1 0 0,-1 0 0 0 0,1 0 0 0 0,-1 0 0 0 0,1 0-1 0 0,-1 0 1 0 0,1 0 0 0 0,-1 0 0 0 0,1 0 0 0 0,-1 0-1 0 0,1 0 1 0 0,-1 0 0 0 0,1-1 0 0 0,-1 1 0 0 0,1 0-1 0 0,0 0 1 0 0,-1-1 0 0 0,1 1 0 0 0,-1 0 0 0 0,1-1-1 0 0,0 1 1 0 0,-1 0 0 0 0,1-1 0 0 0,0 1 0 0 0,-1 0-1 0 0,1-1 1 0 0,0 1 0 0 0,-1-1 0 0 0,-20-28 523 0 0,7 2-291 0 0,1-1 0 0 0,2 0 0 0 0,0-1 0 0 0,2 0 0 0 0,-7-46 0 0 0,12 56-168 0 0,2 0 0 0 0,0 0 1 0 0,2 0-1 0 0,0 0 0 0 0,1-1 0 0 0,0 1 1 0 0,2 0-1 0 0,0 0 0 0 0,12-35 0 0 0,-12 47-78 0 0,0 0 0 0 0,0 0-1 0 0,1 0 1 0 0,0 0 0 0 0,0 1-1 0 0,1 0 1 0 0,0 0-1 0 0,0 0 1 0 0,1 0 0 0 0,-1 1-1 0 0,1 0 1 0 0,7-5 0 0 0,-3 4 66 0 0,0 0 0 0 0,0 1 1 0 0,1 0-1 0 0,-1 1 1 0 0,1 0-1 0 0,0 1 0 0 0,16-3 1 0 0,-3 2-780 0 0,-1 1 0 0 0,44 1 0 0 0,41 11-7313 0 0,-55-2 3374 0 0,-3 2-1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8:02.5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150 433 4664 0 0,'-2'-3'483'0'0,"1"0"0"0"0,-1-1-1 0 0,0 1 1 0 0,1 0 0 0 0,-1-1-1 0 0,1 1 1 0 0,-1-7 0 0 0,-2-2 819 0 0,4 11-1179 0 0,-1-1 0 0 0,1 1 1 0 0,0 0-1 0 0,-1 0 1 0 0,1 0-1 0 0,-1 0 0 0 0,0-1 1 0 0,1 1-1 0 0,-1 0 1 0 0,0 0-1 0 0,1 0 1 0 0,-1 0-1 0 0,0 1 0 0 0,0-1 1 0 0,0 0-1 0 0,0 0 1 0 0,0 0-1 0 0,0 1 1 0 0,0-1-1 0 0,0 0 0 0 0,0 1 1 0 0,-1-1-1 0 0,1 1 1 0 0,0 0-1 0 0,-3-1 0 0 0,3 1 15 0 0,-1 1 0 0 0,1-1 0 0 0,-1 1-1 0 0,1-1 1 0 0,-1 1 0 0 0,1 0-1 0 0,-1 0 1 0 0,1-1 0 0 0,-1 1 0 0 0,1 0-1 0 0,0 0 1 0 0,0 1 0 0 0,0-1 0 0 0,-1 0-1 0 0,1 0 1 0 0,-1 3 0 0 0,-5 6 450 0 0,0 1 0 0 0,1 0 0 0 0,1 0 0 0 0,-5 13 0 0 0,-1 2 95 0 0,2 2 0 0 0,1-1 0 0 0,1 1 0 0 0,2 0 0 0 0,0 0 0 0 0,2 1 0 0 0,2-1 0 0 0,1 44 0 0 0,1-69-643 0 0,-1-1 0 0 0,0 1 0 0 0,1-1 0 0 0,-1 1 1 0 0,1-1-1 0 0,0 1 0 0 0,0-1 0 0 0,0 1 0 0 0,0-1 0 0 0,0 0 0 0 0,0 1 0 0 0,1-1 0 0 0,-1 0 1 0 0,1 0-1 0 0,-1 0 0 0 0,1 0 0 0 0,0 0 0 0 0,0 0 0 0 0,4 2 0 0 0,-3-3-1 0 0,0 1 0 0 0,0-1-1 0 0,1 0 1 0 0,-1 0 0 0 0,1 0-1 0 0,-1 0 1 0 0,0-1-1 0 0,1 1 1 0 0,0-1 0 0 0,-1 0-1 0 0,1 0 1 0 0,6-1 0 0 0,7-3 51 0 0,1 0-1 0 0,-1-1 1 0 0,0-1 0 0 0,25-12 0 0 0,-38 17-78 0 0,17-9 4 0 0,0 0 0 0 0,-1-1 0 0 0,0-1 0 0 0,-1-1 0 0 0,0 0 0 0 0,-1-2-1 0 0,-1 0 1 0 0,0-1 0 0 0,-1-1 0 0 0,0 0 0 0 0,-2-1 0 0 0,0-1 0 0 0,-1 0 0 0 0,-1 0 0 0 0,-1-2 0 0 0,-1 1-1 0 0,0-2 1 0 0,-2 1 0 0 0,0-1 0 0 0,7-37 0 0 0,-7 1-77 0 0,-2-1-1 0 0,-3-115 1 0 0,-4 167 60 0 0,1 0 0 0 0,-1 1 1 0 0,0-1-1 0 0,-1 0 0 0 0,0 1 0 0 0,0-1 0 0 0,-4-8 0 0 0,5 14 1 0 0,1 0 0 0 0,-1-1-1 0 0,1 1 1 0 0,-1 0 0 0 0,0 0-1 0 0,0 0 1 0 0,1 0 0 0 0,-1 0-1 0 0,0 1 1 0 0,0-1 0 0 0,0 0-1 0 0,0 0 1 0 0,0 1 0 0 0,0-1-1 0 0,0 0 1 0 0,0 1 0 0 0,0-1 0 0 0,0 1-1 0 0,-1-1 1 0 0,1 1 0 0 0,0 0-1 0 0,0-1 1 0 0,0 1 0 0 0,-1 0-1 0 0,1 0 1 0 0,0 0 0 0 0,0 0-1 0 0,-1 0 1 0 0,1 0 0 0 0,0 0-1 0 0,0 0 1 0 0,0 1 0 0 0,-1-1-1 0 0,1 0 1 0 0,0 1 0 0 0,0-1 0 0 0,0 1-1 0 0,0-1 1 0 0,0 1 0 0 0,0 0-1 0 0,0-1 1 0 0,0 1 0 0 0,0 0-1 0 0,0 0 1 0 0,0 0 0 0 0,0-1-1 0 0,-1 3 1 0 0,-4 3-1 0 0,0 0-1 0 0,1 0 0 0 0,-1 1 1 0 0,1 0-1 0 0,0 0 1 0 0,1 0-1 0 0,0 0 1 0 0,-6 16-1 0 0,0 5 1 0 0,-8 34 0 0 0,13-43 6 0 0,-11 44 36 0 0,-7 65 0 0 0,19-96-14 0 0,1 0 1 0 0,2 1-1 0 0,1-1 1 0 0,5 34-1 0 0,-4-58-15 0 0,0-1 1 0 0,1 1-1 0 0,-1-1 0 0 0,2 1 0 0 0,-1-1 0 0 0,1 0 1 0 0,0 0-1 0 0,0 0 0 0 0,1 0 0 0 0,0 0 1 0 0,0-1-1 0 0,9 10 0 0 0,-9-12 2 0 0,1 0-1 0 0,-1-1 1 0 0,1 1-1 0 0,0-1 1 0 0,0 0-1 0 0,0-1 1 0 0,0 1 0 0 0,1-1-1 0 0,-1 0 1 0 0,1 0-1 0 0,-1-1 1 0 0,1 0 0 0 0,0 0-1 0 0,-1 0 1 0 0,1 0-1 0 0,0-1 1 0 0,7-1-1 0 0,13-1 58 0 0,-1-1-1 0 0,26-6 0 0 0,-28 4 28 0 0,0 1-1 0 0,36-2 1 0 0,-58 6-92 0 0,1 0 1 0 0,-1 0 0 0 0,1 0-1 0 0,-1 0 1 0 0,1 0-1 0 0,-1 0 1 0 0,1 1-1 0 0,-1-1 1 0 0,1 0 0 0 0,-1 1-1 0 0,1-1 1 0 0,-1 1-1 0 0,0 0 1 0 0,1-1 0 0 0,-1 1-1 0 0,0 0 1 0 0,0 0-1 0 0,1 0 1 0 0,-1 0-1 0 0,0 0 1 0 0,0 0 0 0 0,0 0-1 0 0,0 0 1 0 0,0 0-1 0 0,0 1 1 0 0,0 1 0 0 0,0 0-6 0 0,0 0 0 0 0,0 0 0 0 0,-1 0 0 0 0,1 0 0 0 0,-1 0 0 0 0,0 1 0 0 0,0-1 0 0 0,0 0 0 0 0,0 0 0 0 0,-1 0 0 0 0,-1 6 0 0 0,-2 8-138 0 0,-2-1 1 0 0,0-1-1 0 0,-12 24 0 0 0,2-6-229 0 0,-4 6-4424 0 0,-1-3-6686 0 0,14-28 6239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8:03.4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333 853 4176 0 0,'0'-3'241'0'0,"0"0"0"0"0,-1 0 0 0 0,1 0 0 0 0,0 0 0 0 0,-1 0 0 0 0,0 0 0 0 0,0 0 0 0 0,0 0 0 0 0,0 0 0 0 0,0 1 0 0 0,0-1-1 0 0,-1 0 1 0 0,0 0 0 0 0,1 1 0 0 0,-1-1 0 0 0,0 1 0 0 0,0 0 0 0 0,0 0 0 0 0,-1-1 0 0 0,1 1 0 0 0,0 0 0 0 0,-1 1 0 0 0,1-1 0 0 0,-1 0 0 0 0,0 1-1 0 0,0 0 1 0 0,1-1 0 0 0,-1 1 0 0 0,0 0 0 0 0,0 0 0 0 0,0 1 0 0 0,0-1 0 0 0,0 1 0 0 0,0-1 0 0 0,-4 1 0 0 0,-3 0 118 0 0,1 0-1 0 0,0 0 1 0 0,0 0 0 0 0,0 1 0 0 0,0 1 0 0 0,0 0 0 0 0,0 0-1 0 0,0 1 1 0 0,0 0 0 0 0,-16 8 0 0 0,12-3 155 0 0,-1 1 0 0 0,2 0-1 0 0,-1 1 1 0 0,1 0 0 0 0,1 1 0 0 0,-13 15 0 0 0,19-20-387 0 0,1 0-1 0 0,-1 0 1 0 0,1 0 0 0 0,0 0 0 0 0,0 1 0 0 0,1-1 0 0 0,0 1 0 0 0,0 0-1 0 0,1 0 1 0 0,0 0 0 0 0,0 0 0 0 0,0 1 0 0 0,1-1 0 0 0,0 0 0 0 0,1 11-1 0 0,0-17-113 0 0,0 0 0 0 0,0-1 0 0 0,0 1-1 0 0,0-1 1 0 0,0 1 0 0 0,0 0 0 0 0,0-1-1 0 0,0 1 1 0 0,1-1 0 0 0,-1 1 0 0 0,0-1-1 0 0,1 1 1 0 0,-1 0 0 0 0,0-1 0 0 0,1 1-1 0 0,-1-1 1 0 0,0 0 0 0 0,1 1 0 0 0,-1-1-1 0 0,1 1 1 0 0,-1-1 0 0 0,1 1-1 0 0,-1-1 1 0 0,1 0 0 0 0,-1 0 0 0 0,1 1-1 0 0,-1-1 1 0 0,1 0 0 0 0,-1 0 0 0 0,1 1-1 0 0,1-1 1 0 0,22-5 217 0 0,19-19-37 0 0,14-20-50 0 0,-25 18-72 0 0,42-26-1 0 0,-73 51-69 0 0,0 1 1 0 0,0-1-1 0 0,0 0 1 0 0,0 0-1 0 0,0 1 0 0 0,1-1 1 0 0,-1 1-1 0 0,0-1 0 0 0,0 1 1 0 0,1 0-1 0 0,-1-1 0 0 0,0 1 1 0 0,0 0-1 0 0,1 0 0 0 0,-1 0 1 0 0,0 0-1 0 0,0 0 0 0 0,1 0 1 0 0,-1 0-1 0 0,0 0 0 0 0,1 0 1 0 0,-1 1-1 0 0,0-1 0 0 0,0 0 1 0 0,0 1-1 0 0,1-1 0 0 0,-1 1 1 0 0,0 0-1 0 0,0-1 0 0 0,0 1 1 0 0,0 0-1 0 0,0 0 0 0 0,0-1 1 0 0,0 1-1 0 0,0 0 0 0 0,0 0 1 0 0,0 0-1 0 0,-1 0 0 0 0,1 0 1 0 0,0 0-1 0 0,-1 1 0 0 0,2 1 1 0 0,1 6 7 0 0,1 1 0 0 0,-2-1-1 0 0,1 1 1 0 0,1 18 0 0 0,2 2 28 0 0,-4-22-26 0 0,0 0 1 0 0,0-1-1 0 0,1 1 1 0 0,1-1-1 0 0,-1 0 1 0 0,1 0-1 0 0,0 0 0 0 0,0-1 1 0 0,7 8-1 0 0,-8-11-1 0 0,1 0 0 0 0,-1 0-1 0 0,1 0 1 0 0,0-1 0 0 0,0 1-1 0 0,0-1 1 0 0,0 0-1 0 0,0 0 1 0 0,1-1 0 0 0,-1 1-1 0 0,0-1 1 0 0,1 0 0 0 0,-1 0-1 0 0,1 0 1 0 0,-1-1 0 0 0,1 0-1 0 0,5 0 1 0 0,5-1-7 0 0,0 0 0 0 0,0-1 0 0 0,0-1 0 0 0,-1-1 0 0 0,0 0 0 0 0,1-1 0 0 0,-1 0 0 0 0,-1-1 1 0 0,1 0-1 0 0,-1-2 0 0 0,0 1 0 0 0,-1-1 0 0 0,0-1 0 0 0,0-1 0 0 0,-1 1 0 0 0,0-2 0 0 0,-1 1 0 0 0,0-2 0 0 0,0 1 0 0 0,-2-1 1 0 0,1-1-1 0 0,-1 1 0 0 0,-1-1 0 0 0,-1-1 0 0 0,10-23 0 0 0,-1-17-60 0 0,-1 1 0 0 0,-3-2 0 0 0,7-98 0 0 0,-13-169-141 0 0,-5 316 195 0 0,-5-88-63 0 0,4 82 58 0 0,-1 0 1 0 0,0 0 0 0 0,-1 1-1 0 0,0 0 1 0 0,-9-20-1 0 0,12 29 9 0 0,-1 1-1 0 0,1 0 1 0 0,-1-1-1 0 0,0 1 0 0 0,1-1 1 0 0,-1 1-1 0 0,0 0 1 0 0,0 0-1 0 0,0-1 0 0 0,0 1 1 0 0,0 0-1 0 0,0 0 1 0 0,0 0-1 0 0,0 0 0 0 0,0 0 1 0 0,-1 0-1 0 0,1 0 0 0 0,0 1 1 0 0,-1-1-1 0 0,1 0 1 0 0,0 1-1 0 0,-1-1 0 0 0,1 1 1 0 0,-1-1-1 0 0,1 1 1 0 0,-1 0-1 0 0,1 0 0 0 0,-1-1 1 0 0,1 1-1 0 0,-1 0 0 0 0,1 0 1 0 0,-1 1-1 0 0,0-1 1 0 0,1 0-1 0 0,-1 0 0 0 0,1 1 1 0 0,0-1-1 0 0,-1 1 1 0 0,1-1-1 0 0,-1 1 0 0 0,1 0 1 0 0,-3 1-1 0 0,0 1 6 0 0,0 0-1 0 0,0 0 1 0 0,1 1 0 0 0,-1 0-1 0 0,1-1 1 0 0,0 1-1 0 0,0 0 1 0 0,0 1 0 0 0,0-1-1 0 0,1 0 1 0 0,-4 9-1 0 0,-1 7 22 0 0,2 1 0 0 0,0-1-1 0 0,1 1 1 0 0,-2 36 0 0 0,6 89 89 0 0,1-73-44 0 0,-1-11-9 0 0,6 180 240 0 0,-3-206-211 0 0,1 0 0 0 0,2-1 0 0 0,2 0 0 0 0,20 56 1 0 0,-24-79-51 0 0,2-1 1 0 0,-1 0 0 0 0,1 0 0 0 0,1 0 0 0 0,0 0 0 0 0,1-1 0 0 0,0-1-1 0 0,0 1 1 0 0,1-1 0 0 0,17 14 0 0 0,-19-19-14 0 0,0 1-1 0 0,0-1 1 0 0,0 0-1 0 0,1 0 1 0 0,0-1-1 0 0,-1 0 1 0 0,1 0-1 0 0,0-1 1 0 0,1 0-1 0 0,-1 0 1 0 0,0-1-1 0 0,0 0 1 0 0,1-1-1 0 0,-1 0 1 0 0,0 0-1 0 0,1 0 1 0 0,8-3-1 0 0,10-3-176 0 0,-1-1-1 0 0,-1-1 0 0 0,0-2 1 0 0,42-21-1 0 0,1-7-6237 0 0,-55 31 1738 0 0,-4-2 0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8:05.1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165 114 1720 0 0,'-17'27'1571'0'0,"8"-13"-1084"0"0,-6 11 426 0 0,9-18-477 0 0,1 0 0 0 0,1 1 0 0 0,-1 0 1 0 0,1 0-1 0 0,1 0 0 0 0,-1 1 0 0 0,1-1 0 0 0,1 1 0 0 0,0-1 1 0 0,-2 13-1 0 0,13-17 2279 0 0,-6-4-2763 0 0,1 0-1 0 0,-1 0 1 0 0,1 0 0 0 0,-1 0-1 0 0,1 0 1 0 0,-1-1-1 0 0,1 0 1 0 0,5-1-1 0 0,-7-1 84 0 0,1 0-1 0 0,-1 0 1 0 0,1-1-1 0 0,-1 1 0 0 0,0-1 1 0 0,0 1-1 0 0,0-1 1 0 0,-1 0-1 0 0,1 1 0 0 0,-1-1 1 0 0,0 0-1 0 0,1-7 0 0 0,4-55 555 0 0,-3 33-240 0 0,-3 26-264 0 0,3-8 260 0 0,-2 1-1 0 0,0-1 0 0 0,-1 0 0 0 0,0 0 0 0 0,-3-19 0 0 0,3 34-300 0 0,0-1 0 0 0,0 1 0 0 0,0-1 0 0 0,-1 0 0 0 0,1 1 0 0 0,0-1 0 0 0,0 1 0 0 0,0-1 0 0 0,0 1 0 0 0,-1-1 0 0 0,1 1 0 0 0,0-1 0 0 0,-1 1 0 0 0,1-1-1 0 0,0 1 1 0 0,-1-1 0 0 0,1 1 0 0 0,-1-1 0 0 0,1 1 0 0 0,0 0 0 0 0,-1-1 0 0 0,1 1 0 0 0,-1 0 0 0 0,1-1 0 0 0,-1 1 0 0 0,0 0 0 0 0,1-1 0 0 0,-1 1 0 0 0,0 0 0 0 0,0 0 4 0 0,0 0 1 0 0,0 1 0 0 0,0-1-1 0 0,0 1 1 0 0,0-1 0 0 0,0 0-1 0 0,0 1 1 0 0,0 0 0 0 0,0-1-1 0 0,0 1 1 0 0,1 0 0 0 0,-1-1-1 0 0,0 1 1 0 0,0 0 0 0 0,0 0-1 0 0,-23 36 734 0 0,23-36-754 0 0,-16 29 292 0 0,0 2 1 0 0,3 0-1 0 0,0 0 1 0 0,3 1 0 0 0,0 1-1 0 0,-6 38 1 0 0,14-57-243 0 0,0-5-9 0 0,1 1 0 0 0,1-1-1 0 0,-1 0 1 0 0,2 1 0 0 0,-1 0 0 0 0,2-1 0 0 0,-1 1 0 0 0,1-1 0 0 0,4 14 0 0 0,-5-22-54 0 0,1 1 1 0 0,0-1-1 0 0,0 1 1 0 0,0-1 0 0 0,0 0-1 0 0,0 1 1 0 0,1-1-1 0 0,-1 0 1 0 0,1 0 0 0 0,-1 0-1 0 0,1 0 1 0 0,0 0 0 0 0,0 0-1 0 0,0-1 1 0 0,0 1-1 0 0,0 0 1 0 0,0-1 0 0 0,0 0-1 0 0,1 1 1 0 0,-1-1-1 0 0,0 0 1 0 0,1 0 0 0 0,-1-1-1 0 0,1 1 1 0 0,-1 0-1 0 0,1-1 1 0 0,-1 1 0 0 0,1-1-1 0 0,0 0 1 0 0,-1 0-1 0 0,1 0 1 0 0,-1 0 0 0 0,1-1-1 0 0,0 1 1 0 0,-1-1 0 0 0,1 1-1 0 0,-1-1 1 0 0,1 0-1 0 0,3-2 1 0 0,6-2 9 0 0,0 0 0 0 0,-1-1 0 0 0,0 0 0 0 0,0-1 0 0 0,0-1-1 0 0,15-14 1 0 0,-16 13-22 0 0,0-2-1 0 0,-1 1 0 0 0,-1-1 1 0 0,0 0-1 0 0,0-1 0 0 0,-1 0 0 0 0,9-19 1 0 0,-5 2-15 0 0,-1 0 0 0 0,8-39 1 0 0,-16 64-15 0 0,-1 6 8 0 0,1 11-5 0 0,0 21 4 0 0,0 165 3 0 0,-13 350 120 0 0,6-510-62 0 0,-1 0 0 0 0,-2 0-1 0 0,-17 49 1 0 0,21-77-17 0 0,-1 0 1 0 0,0 0-1 0 0,0-1 0 0 0,-1 1 1 0 0,-1-1-1 0 0,-10 13 0 0 0,13-18-2 0 0,0-1-1 0 0,-1 1 0 0 0,0-1 1 0 0,0 0-1 0 0,0 0 1 0 0,0 0-1 0 0,-1-1 0 0 0,1 1 1 0 0,-1-2-1 0 0,0 1 1 0 0,-11 3-1 0 0,16-5-14 0 0,0-1 0 0 0,-1 0-1 0 0,1 1 1 0 0,0-1 0 0 0,0 0 0 0 0,-1 0 0 0 0,1 0-1 0 0,0 0 1 0 0,-1 0 0 0 0,1 0 0 0 0,0 0-1 0 0,-1 0 1 0 0,1-1 0 0 0,0 1 0 0 0,0 0 0 0 0,-1-1-1 0 0,1 1 1 0 0,0-1 0 0 0,0 1 0 0 0,0-1 0 0 0,0 0-1 0 0,0 0 1 0 0,0 1 0 0 0,-1-2 0 0 0,0 0 2 0 0,1 0 1 0 0,-1 0 0 0 0,1 0 0 0 0,0-1-1 0 0,0 1 1 0 0,0 0 0 0 0,0-1 0 0 0,0 1-1 0 0,0 0 1 0 0,1-1 0 0 0,-1-4 0 0 0,0-5-4 0 0,0 0 0 0 0,1-1 1 0 0,1 1-1 0 0,2-14 0 0 0,5-18-187 0 0,3 1 0 0 0,0 1-1 0 0,20-45 1 0 0,63-118-5776 0 0,-16 60-2188 0 0,-40 78 4071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8:05.7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127 219 3480 0 0,'0'0'638'0'0,"-1"9"1700"0"0,-15 39 473 0 0,5-15-1015 0 0,-9 45 0 0 0,18-69-1441 0 0,0 1 0 0 0,1-1 0 0 0,1 0 1 0 0,-1 0-1 0 0,2 1 0 0 0,-1-1 1 0 0,1 0-1 0 0,0 1 0 0 0,6 16 1 0 0,-6-23-226 0 0,0 0 0 0 0,0-1 0 0 0,0 1 0 0 0,0-1 0 0 0,0 1 1 0 0,1-1-1 0 0,-1 0 0 0 0,1 1 0 0 0,0-1 0 0 0,-1 0 0 0 0,1 0 1 0 0,0 0-1 0 0,0-1 0 0 0,1 1 0 0 0,-1 0 0 0 0,0-1 0 0 0,0 1 1 0 0,1-1-1 0 0,-1 0 0 0 0,1 0 0 0 0,2 1 0 0 0,0-1-40 0 0,-1 0 0 0 0,0-1-1 0 0,1 0 1 0 0,-1 1 0 0 0,1-2-1 0 0,-1 1 1 0 0,0 0 0 0 0,1-1-1 0 0,-1 0 1 0 0,0 0 0 0 0,1 0-1 0 0,3-3 1 0 0,4-1 19 0 0,0 0 0 0 0,0-2 0 0 0,-1 1 0 0 0,0-1 1 0 0,-1-1-1 0 0,1 0 0 0 0,17-19 0 0 0,-22 21-58 0 0,-1 0-1 0 0,-1 0 1 0 0,1-1 0 0 0,-1 0 0 0 0,0 0 0 0 0,-1 0-1 0 0,0 0 1 0 0,0-1 0 0 0,0 1 0 0 0,-1-1-1 0 0,0 0 1 0 0,0 1 0 0 0,-1-1 0 0 0,0 0-1 0 0,0-13 1 0 0,-2 11 3 0 0,0-1-1 0 0,-1 1 1 0 0,0-1-1 0 0,-1 1 1 0 0,0 0-1 0 0,0-1 1 0 0,-1 1-1 0 0,0 1 1 0 0,-1-1-1 0 0,-10-15 1 0 0,7 13-5 0 0,0 2-1 0 0,0-1 1 0 0,-1 1-1 0 0,0 0 1 0 0,-1 1 0 0 0,0 0-1 0 0,0 1 1 0 0,-1 0 0 0 0,0 1-1 0 0,-1 0 1 0 0,1 0-1 0 0,-1 1 1 0 0,-1 1 0 0 0,1 0-1 0 0,-1 0 1 0 0,0 2 0 0 0,0-1-1 0 0,-24-2 1 0 0,33 7-34 0 0,-1-1 0 0 0,1 0 0 0 0,0 1 1 0 0,0 0-1 0 0,0 0 0 0 0,0 0 0 0 0,0 0 0 0 0,1 1 0 0 0,-1-1 1 0 0,0 1-1 0 0,-6 5 0 0 0,9-7-19 0 0,0 1 0 0 0,0 0 0 0 0,0 0 0 0 0,0-1 0 0 0,0 1 0 0 0,0 0 1 0 0,0 0-1 0 0,1 0 0 0 0,-1 0 0 0 0,0 0 0 0 0,0 0 0 0 0,1 0 0 0 0,-1 0 0 0 0,1 0 0 0 0,-1 1 0 0 0,1-1 0 0 0,0 0 1 0 0,-1 0-1 0 0,1 0 0 0 0,0 1 0 0 0,0-1 0 0 0,0 0 0 0 0,0 0 0 0 0,0 1 0 0 0,0-1 0 0 0,0 0 0 0 0,0 0 0 0 0,0 1 1 0 0,1-1-1 0 0,-1 0 0 0 0,0 0 0 0 0,1 0 0 0 0,-1 0 0 0 0,1 1 0 0 0,0-1 0 0 0,-1 0 0 0 0,1 0 0 0 0,0 0 0 0 0,-1 0 1 0 0,1 0-1 0 0,0-1 0 0 0,2 3 0 0 0,3 3-56 0 0,1-1 0 0 0,-1 0 0 0 0,1 0 0 0 0,0-1 0 0 0,0 0 0 0 0,1 0 0 0 0,0 0 0 0 0,-1-1 0 0 0,1 0 0 0 0,0-1 0 0 0,10 3 0 0 0,15 1-294 0 0,46 3 0 0 0,-78-9 350 0 0,35 2-372 0 0,52-6-1 0 0,-56 2 45 0 0,-1 1 0 0 0,44 4 1 0 0,-69-2 306 0 0,-1 0 0 0 0,1 0 0 0 0,-1 1 0 0 0,0 0 0 0 0,0 0 0 0 0,0 0 0 0 0,0 0 0 0 0,0 1 0 0 0,0 0 0 0 0,0 0 0 0 0,-1 0 0 0 0,0 1 0 0 0,1-1 0 0 0,-1 1 0 0 0,-1 0 1 0 0,1 0-1 0 0,-1 1 0 0 0,1-1 0 0 0,-1 1 0 0 0,0-1 0 0 0,-1 1 0 0 0,1 0 0 0 0,-1 0 0 0 0,0 1 0 0 0,0-1 0 0 0,1 7 0 0 0,2 12 231 0 0,0 0 0 0 0,-2 1 0 0 0,-1-1 0 0 0,-1 38 0 0 0,-10-79 670 0 0,-2-17-676 0 0,8 6-129 0 0,1 0 0 0 0,1 0 0 0 0,1 1 0 0 0,2-1 1 0 0,7-46-1 0 0,-7 65-60 0 0,1-1 1 0 0,-1 1 0 0 0,2 0-1 0 0,-1-1 1 0 0,1 1-1 0 0,1 1 1 0 0,-1-1-1 0 0,1 1 1 0 0,1 0 0 0 0,0 0-1 0 0,0 0 1 0 0,0 1-1 0 0,1 0 1 0 0,0 0-1 0 0,1 1 1 0 0,-1-1 0 0 0,1 2-1 0 0,0-1 1 0 0,16-7-1 0 0,-11 8 0 0 0,1 0 0 0 0,-1 1 0 0 0,1 1-1 0 0,0 0 1 0 0,0 1 0 0 0,0 0 0 0 0,0 1 0 0 0,23 2-1 0 0,-27-1 12 0 0,0 1 0 0 0,0 0 0 0 0,-1 0 0 0 0,1 2 0 0 0,0-1 1 0 0,-1 1-1 0 0,1 0 0 0 0,-1 1 0 0 0,0 0 0 0 0,0 0 0 0 0,-1 1 0 0 0,17 12 0 0 0,-22-13-1 0 0,1 0 0 0 0,0 0 0 0 0,-1 0 0 0 0,0 1 0 0 0,0-1 0 0 0,0 1 0 0 0,-1 0 0 0 0,0 0 0 0 0,0 0 1 0 0,0 0-1 0 0,0 0 0 0 0,-1 1 0 0 0,0-1 0 0 0,1 10 0 0 0,0 8 68 0 0,-2-1 1 0 0,-2 31-1 0 0,0-3-36 0 0,2-10-687 0 0,0 31 71 0 0,-1-47-4164 0 0,-2-2-4304 0 0,1-16 4722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8:05.8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 0 4824 0 0,'-3'0'821'0'0,"0"0"-1"0"0,3 2 4 0 0,-5 1-4 0 0,1 5 0 0 0,4 6 0 0 0,-3 4-36 0 0,1 5-136 0 0,-2 8-2884 0 0,8 1 0 0 0,1 1-1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8:07.1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30 319 4712 0 0,'-3'-4'645'0'0,"0"0"0"0"0,0 0 0 0 0,0 0 1 0 0,1 0-1 0 0,0 0 0 0 0,-2-6 0 0 0,-5-8 1950 0 0,12 57 1493 0 0,55 327 2237 0 0,-27-159-5513 0 0,-26-173-767 0 0,6 25-139 0 0,-3 0-1 0 0,-3 0 1 0 0,-2 77 0 0 0,-8-119-505 0 0,-1-27 45 0 0,-4-29 8 0 0,7 21 396 0 0,-24-137-595 0 0,23 126 729 0 0,2 0 1 0 0,1 0-1 0 0,5-42 1 0 0,-3 63 55 0 0,1-1 1 0 0,0 0-1 0 0,0 1 0 0 0,1-1 1 0 0,0 1-1 0 0,1 0 0 0 0,0 0 1 0 0,0 0-1 0 0,0 0 0 0 0,1 1 1 0 0,0 0-1 0 0,1 0 0 0 0,0 0 1 0 0,0 0-1 0 0,0 1 0 0 0,1 0 1 0 0,0 1-1 0 0,9-7 0 0 0,13-5 186 0 0,0 1 0 0 0,2 1 0 0 0,49-17-1 0 0,14-8 147 0 0,-81 34-340 0 0,-1 0 0 0 0,0-1 1 0 0,-1-1-1 0 0,0 0 0 0 0,0-1 0 0 0,0 0 1 0 0,16-18-1 0 0,-21 19-28 0 0,0 0 1 0 0,-1 0-1 0 0,0 0 1 0 0,-1-1-1 0 0,1 0 0 0 0,-1 0 1 0 0,-1 0-1 0 0,0 0 0 0 0,0-1 1 0 0,-1 1-1 0 0,2-19 0 0 0,3-254 39 0 0,-8 190-7 0 0,1 92-35 0 0,0-1 0 0 0,0 0-1 0 0,1 0 1 0 0,-1 1 0 0 0,0-1 0 0 0,0 0 0 0 0,0 0 0 0 0,0 0-1 0 0,0 1 1 0 0,-1-1 0 0 0,1 0 0 0 0,0 0 0 0 0,0 1-1 0 0,0-1 1 0 0,-1 0 0 0 0,1 0 0 0 0,0 1 0 0 0,-1-1 0 0 0,1 0-1 0 0,-1 1 1 0 0,1-1 0 0 0,-1 1 0 0 0,0-2 0 0 0,0 2-1 0 0,1 1 1 0 0,-1-1 0 0 0,0 0-1 0 0,1 0 1 0 0,-1 1 0 0 0,0-1-1 0 0,1 0 1 0 0,-1 1 0 0 0,1-1-1 0 0,-1 1 1 0 0,1-1 0 0 0,-1 1-1 0 0,1-1 1 0 0,-1 1 0 0 0,1-1 0 0 0,-1 1-1 0 0,1-1 1 0 0,-1 1 0 0 0,1 0-1 0 0,-22 38 11 0 0,22-39-11 0 0,-28 66 11 0 0,2 2 0 0 0,4 0 0 0 0,2 2 0 0 0,-20 138 0 0 0,5 291 262 0 0,33-453-223 0 0,0-23-1 0 0,1 0-1 0 0,1-1 1 0 0,1 1-1 0 0,0 0 1 0 0,2 0-1 0 0,8 31 0 0 0,-11-53-42 0 0,1-1-1 0 0,-1 1 1 0 0,0 0-1 0 0,0-1 0 0 0,0 1 1 0 0,0-1-1 0 0,1 1 1 0 0,-1-1-1 0 0,0 1 0 0 0,0-1 1 0 0,1 1-1 0 0,-1-1 0 0 0,0 1 1 0 0,1-1-1 0 0,-1 1 1 0 0,1-1-1 0 0,-1 0 0 0 0,1 1 1 0 0,-1-1-1 0 0,1 1 0 0 0,-1-1 1 0 0,1 0-1 0 0,-1 0 1 0 0,1 1-1 0 0,-1-1 0 0 0,1 0 1 0 0,-1 0-1 0 0,1 0 1 0 0,-1 0-1 0 0,1 1 0 0 0,0-1 1 0 0,-1 0-1 0 0,1 0 0 0 0,-1 0 1 0 0,2 0-1 0 0,0-1 5 0 0,0 0 0 0 0,-1 0 0 0 0,1 0 0 0 0,0 0-1 0 0,-1 0 1 0 0,1-1 0 0 0,0 1 0 0 0,-1 0 0 0 0,0-1 0 0 0,3-2 0 0 0,26-43 101 0 0,-29 46-109 0 0,27-58 95 0 0,27-79 1 0 0,-33 80-32 0 0,49-97 1 0 0,-38 109-45 0 0,-31 43-19 0 0,0 1-1 0 0,1-1 0 0 0,-1 1 0 0 0,1 0 1 0 0,-1 0-1 0 0,1 0 0 0 0,0 0 0 0 0,0 0 1 0 0,-1 1-1 0 0,1-1 0 0 0,1 1 0 0 0,-1 0 1 0 0,4-1-1 0 0,-5 2 0 0 0,-1 0 0 0 0,1 1 0 0 0,-1-1 0 0 0,1 0 0 0 0,-1 1 0 0 0,1-1 0 0 0,-1 1 0 0 0,1 0 0 0 0,-1 0 0 0 0,1-1 0 0 0,-1 1 0 0 0,0 0 0 0 0,0 0 0 0 0,1 0 0 0 0,-1 0 0 0 0,0 1 0 0 0,0-1 0 0 0,0 0 0 0 0,0 0 0 0 0,0 1 0 0 0,0-1 0 0 0,0 0 0 0 0,0 3 0 0 0,16 33 39 0 0,0 23 49 0 0,-2 1 0 0 0,-3 0 0 0 0,6 95 0 0 0,-17-151-77 0 0,-1-3-31 0 0,0 0 0 0 0,0 1 0 0 0,0-1-1 0 0,1 0 1 0 0,-1 0 0 0 0,1 0 0 0 0,-1 0 0 0 0,1 0 0 0 0,0 0 0 0 0,0 0-1 0 0,1 3 1 0 0,7-6-379 0 0,4-13 135 0 0,4-13 14 0 0,-2-1 1 0 0,0-1-1 0 0,-2 0 0 0 0,-1-1 0 0 0,13-54 0 0 0,-11 37-35 0 0,26-60 0 0 0,-39 105 283 0 0,-1 0 0 0 0,1 1 0 0 0,0-1 0 0 0,-1 1 0 0 0,1 0 0 0 0,0-1 0 0 0,0 1 0 0 0,0 0-1 0 0,0-1 1 0 0,0 1 0 0 0,0 0 0 0 0,0 0 0 0 0,0 0 0 0 0,0 0 0 0 0,1 0 0 0 0,-1 0 0 0 0,0 0-1 0 0,1 0 1 0 0,-1 0 0 0 0,3 0 0 0 0,-3 1 6 0 0,0 0 1 0 0,0 0-1 0 0,0 1 0 0 0,0-1 1 0 0,0 0-1 0 0,0 1 0 0 0,0-1 1 0 0,0 1-1 0 0,0-1 0 0 0,-1 1 1 0 0,1-1-1 0 0,0 1 0 0 0,0 0 0 0 0,0 0 1 0 0,-1-1-1 0 0,1 1 0 0 0,0 0 1 0 0,-1 0-1 0 0,1 0 0 0 0,-1 0 1 0 0,1-1-1 0 0,0 3 0 0 0,3 6 43 0 0,0 0 0 0 0,-1 1 0 0 0,0-1 1 0 0,-1 1-1 0 0,2 10 0 0 0,2 46 378 0 0,-4 120 1 0 0,-4-89 274 0 0,4-117-640 0 0,1-1 1 0 0,1 1-1 0 0,1 0 1 0 0,1 0 0 0 0,9-19-1 0 0,-12 30-47 0 0,14-43 9 0 0,37-92 9 0 0,-47 130-37 0 0,0-1-1 0 0,0 2 0 0 0,2-1 0 0 0,0 1 1 0 0,0 0-1 0 0,1 1 0 0 0,15-14 1 0 0,-24 25 2 0 0,0 0 0 0 0,0 0 0 0 0,0-1 0 0 0,0 1 0 0 0,0 0 0 0 0,1 1 0 0 0,-1-1 0 0 0,0 0 0 0 0,1 0 0 0 0,-1 0 0 0 0,1 1 0 0 0,-1-1 0 0 0,1 1 0 0 0,-1-1 0 0 0,1 1 0 0 0,-1 0 0 0 0,1 0 0 0 0,0-1 0 0 0,-1 1 0 0 0,1 0 0 0 0,2 1 0 0 0,-2-1 1 0 0,-1 1 1 0 0,0 0-1 0 0,1 0 1 0 0,-1 0-1 0 0,0 0 1 0 0,0 0-1 0 0,0 0 1 0 0,0 0-1 0 0,0 0 1 0 0,0 0-1 0 0,0 0 1 0 0,0 1-1 0 0,0-1 1 0 0,-1 0-1 0 0,1 1 0 0 0,-1-1 1 0 0,1 0-1 0 0,0 3 1 0 0,2 8 5 0 0,-1-1 1 0 0,0 1-1 0 0,0 0 0 0 0,-1 17 1 0 0,-1 108 47 0 0,0 33 105 0 0,5-151-98 0 0,-5-19-58 0 0,0 1 1 0 0,0-1-1 0 0,1 0 0 0 0,-1 1 1 0 0,0-1-1 0 0,0 0 0 0 0,1 1 0 0 0,-1-1 1 0 0,0 0-1 0 0,1 0 0 0 0,-1 1 1 0 0,0-1-1 0 0,1 0 0 0 0,-1 0 0 0 0,0 0 1 0 0,1 1-1 0 0,-1-1 0 0 0,1 0 1 0 0,-1 0-1 0 0,0 0 0 0 0,1 0 0 0 0,-1 0 1 0 0,1 0-1 0 0,-1 0 0 0 0,1 0 0 0 0,1-1 4 0 0,1 1-1 0 0,-1-1 1 0 0,0 0-1 0 0,0-1 0 0 0,1 1 1 0 0,-1 0-1 0 0,0-1 1 0 0,0 1-1 0 0,0-1 0 0 0,0 1 1 0 0,2-4-1 0 0,151-163 25 0 0,-149 162-31 0 0,36-35-5 0 0,50-37 0 0 0,-78 68 15 0 0,1 0 0 0 0,0 0 0 0 0,0 1 1 0 0,1 1-1 0 0,1 1 0 0 0,-1 0 1 0 0,35-8-1 0 0,-46 14 0 0 0,-1 0-1 0 0,1 0 1 0 0,0 1 0 0 0,-1-1 0 0 0,1 1-1 0 0,0 1 1 0 0,0-1 0 0 0,-1 0 0 0 0,1 1-1 0 0,0 0 1 0 0,-1 0 0 0 0,1 1 0 0 0,-1-1-1 0 0,1 1 1 0 0,-1 0 0 0 0,0 0 0 0 0,8 5-1 0 0,-8-3 8 0 0,0-1 0 0 0,0 1 0 0 0,0 0 0 0 0,-1 1 0 0 0,0-1 0 0 0,0 1 0 0 0,0-1 0 0 0,0 1 0 0 0,-1 0 0 0 0,0 0 0 0 0,0 0 0 0 0,0 0 0 0 0,0 0 0 0 0,-1 0 0 0 0,1 9 0 0 0,0 5 2 0 0,-1 0-1 0 0,0 0 1 0 0,-2 0 0 0 0,0 0-1 0 0,-2 0 1 0 0,0 0-1 0 0,-1 0 1 0 0,0-1-1 0 0,-11 26 1 0 0,6-20-2690 0 0,-19 35 0 0 0,24-53 1032 0 0,1 0 0 0 0,-1 0-1 0 0,0-1 1 0 0,0 0 0 0 0,-9 10 0 0 0,-4-1-3281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8:07.3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5432 0 0,'0'3'909'0'0,"0"-1"19"0"0,3 3 0 0 0,-1 0 4 0 0,2 0 4 0 0,-2 0 0 0 0,4 0-36 0 0,-3 1-64 0 0,-1-2-156 0 0,-2 0-3360 0 0,4-3 0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8:50.2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170 310 2924 0 0,'68'-184'5976'0'0,"-59"155"-4982"0"0,-2 10-167 0 0,-3 8 263 0 0,0 1-1 0 0,-1-1 1 0 0,0 0-1 0 0,-1 0 1 0 0,1-13 541 0 0,-12 55 54 0 0,-162 500 396 0 0,127-396-1709 0 0,32-99-191 0 0,2 1 1 0 0,1 0-1 0 0,2 0 0 0 0,2 1 1 0 0,-1 55-1 0 0,6-92-125 0 0,63-343-288 0 0,7-24-77 0 0,-66 351 291 0 0,0 1 1 0 0,2-1-1 0 0,0 1 1 0 0,0 0-1 0 0,1 1 1 0 0,1 0-1 0 0,15-21 1 0 0,-20 31 18 0 0,0-1 0 0 0,0 1 0 0 0,0 0 0 0 0,0-1 0 0 0,0 1 1 0 0,1 1-1 0 0,-1-1 0 0 0,1 0 0 0 0,0 1 0 0 0,0 0 0 0 0,0 0 0 0 0,0 0 0 0 0,0 0 1 0 0,1 1-1 0 0,-1 0 0 0 0,0 0 0 0 0,1 0 0 0 0,-1 0 0 0 0,1 1 0 0 0,-1-1 1 0 0,1 1-1 0 0,-1 0 0 0 0,1 0 0 0 0,-1 1 0 0 0,0 0 0 0 0,1-1 0 0 0,-1 2 0 0 0,1-1 1 0 0,6 3-1 0 0,-5 0 0 0 0,0-1 1 0 0,0 2 0 0 0,0-1 0 0 0,-1 0-1 0 0,1 1 1 0 0,-1 0 0 0 0,0 0 0 0 0,-1 1 0 0 0,1 0-1 0 0,-1-1 1 0 0,4 8 0 0 0,5 11 31 0 0,17 36 1 0 0,69 223 263 0 0,-69-186 13 0 0,64 138-1 0 0,-29-90 95 0 0,-70-257-1207 0 0,4 107 599 0 0,1 1 1 0 0,-2 0-1 0 0,1 0 0 0 0,0 0 1 0 0,-1 0-1 0 0,0 0 0 0 0,0 0 1 0 0,0 0-1 0 0,0 0 0 0 0,-1 1 0 0 0,-3-5 1 0 0,0 2-1795 0 0,1 2 0 0 0,-1-1 0 0 0,0 0 0 0 0,0 1 1 0 0,-12-6-1 0 0,0 1-2299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8:50.6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 88 3760 0 0,'-16'0'8567'0'0,"240"-7"1221"0"0,0-10-7037 0 0,225-8-969 0 0,-448 25-1754 0 0,0 0 1 0 0,0 1 0 0 0,0-1-1 0 0,0 0 1 0 0,0 0 0 0 0,0-1-1 0 0,0 1 1 0 0,0 0 0 0 0,0 0-1 0 0,0 0 1 0 0,0-1 0 0 0,0 1-1 0 0,-1 0 1 0 0,1-1 0 0 0,0 1-1 0 0,0-1 1 0 0,1 0 0 0 0,-1-14 59 0 0,-2 0-987 0 0,-1 11-2561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8:24.1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783 261 2748 0 0,'-1'-9'426'0'0,"0"0"0"0"0,0 0-1 0 0,-1 0 1 0 0,0 0-1 0 0,-1 1 1 0 0,0-1 0 0 0,0 1-1 0 0,-1-1 1 0 0,0 1 0 0 0,0 0-1 0 0,-1 1 1 0 0,0-1 0 0 0,0 1-1 0 0,-1 0 1 0 0,0 0 0 0 0,0 1-1 0 0,-1-1 1 0 0,0 2-1 0 0,0-1 1 0 0,0 1 0 0 0,-1 0-1 0 0,0 0 1 0 0,-9-4 0 0 0,8 5-196 0 0,0-1 1 0 0,0 1-1 0 0,0 1 1 0 0,0 0-1 0 0,-1 0 1 0 0,0 1-1 0 0,1 0 1 0 0,-1 1 0 0 0,0 0-1 0 0,0 1 1 0 0,0 0-1 0 0,0 0 1 0 0,1 1-1 0 0,-1 0 1 0 0,0 1-1 0 0,0 0 1 0 0,1 0-1 0 0,-1 1 1 0 0,1 0 0 0 0,0 1-1 0 0,-12 6 1 0 0,-1 5-88 0 0,1 1 1 0 0,1 1 0 0 0,0 1 0 0 0,1 0-1 0 0,-22 30 1 0 0,-71 111 194 0 0,86-114-273 0 0,1 2-1 0 0,3 0 1 0 0,1 2-1 0 0,3 0 0 0 0,2 2 1 0 0,-15 79-1 0 0,21-66 24 0 0,2 1 1 0 0,3 0-1 0 0,3-1 1 0 0,12 127-1 0 0,-4-151-52 0 0,2 1-1 0 0,1-1 1 0 0,2 0-1 0 0,2-1 0 0 0,2-1 1 0 0,1 0-1 0 0,2-1 1 0 0,1-1-1 0 0,2 0 1 0 0,34 42-1 0 0,-32-48-3 0 0,2-2 0 0 0,0-1 0 0 0,2-2 0 0 0,1 0 0 0 0,1-1 0 0 0,1-2 0 0 0,1-2 0 0 0,1 0 0 0 0,1-2 0 0 0,0-2 0 0 0,57 21 0 0 0,-60-28 1 0 0,1-1 0 0 0,1-1 0 0 0,-1-1 0 0 0,1-2 1 0 0,0-2-1 0 0,0 0 0 0 0,32-4 0 0 0,-39 0-18 0 0,-1-2 0 0 0,1 0-1 0 0,-1-1 1 0 0,-1-2-1 0 0,1 0 1 0 0,-1-2 0 0 0,0 0-1 0 0,-1-2 1 0 0,35-21 0 0 0,6-10-3 0 0,87-76 1 0 0,-125 95-12 0 0,-1-1 1 0 0,-1-1 0 0 0,-2-1-1 0 0,0-1 1 0 0,31-56-1 0 0,-24 31-7 0 0,-3-1 0 0 0,-3-1 0 0 0,-2-1 0 0 0,-2-1 0 0 0,-3-1-1 0 0,-2 0 1 0 0,-3-1 0 0 0,-2 0 0 0 0,0-79 0 0 0,-8 58 29 0 0,-12-85 0 0 0,7 132-16 0 0,-1 0 0 0 0,-1 1 0 0 0,-2 0 0 0 0,-1 0 0 0 0,-21-44 1 0 0,15 43 10 0 0,-1 1 0 0 0,-2 0 0 0 0,-1 2 0 0 0,-1 0 0 0 0,-1 1 0 0 0,-2 2 0 0 0,-1 0 0 0 0,0 1 0 0 0,-2 2 0 0 0,-1 1 0 0 0,-38-23 0 0 0,36 26 34 0 0,-2 1 1 0 0,0 2-1 0 0,0 1 0 0 0,-49-15 0 0 0,69 27-92 0 0,0-1 0 0 0,0 2 0 0 0,0-1 0 0 0,0 2 0 0 0,0 0 0 0 0,0 0 1 0 0,0 1-1 0 0,-1 0 0 0 0,1 1 0 0 0,0 1 0 0 0,0 0 0 0 0,0 1 0 0 0,0 0 0 0 0,1 0 0 0 0,-1 1 0 0 0,-18 10 0 0 0,2 7-2701 0 0,-10 18-6598 0 0,35-35 8441 0 0,-14 15-3199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8:24.9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184 212 2312 0 0,'1'-60'4420'0'0,"1"26"-1394"0"0,-6-56 0 0 0,5 88-2849 0 0,-1 1 1 0 0,-1-1-1 0 0,1 1 1 0 0,0-1-1 0 0,0 1 1 0 0,0 0-1 0 0,-1-1 1 0 0,1 1-1 0 0,-1 0 1 0 0,1-1-1 0 0,-1 1 0 0 0,1 0 1 0 0,-1-1-1 0 0,0 1 1 0 0,0 0-1 0 0,0 0 1 0 0,0 0-1 0 0,0 0 1 0 0,-1-1-1 0 0,1 2-110 0 0,0 0 0 0 0,0 0 0 0 0,0 1 0 0 0,1-1 0 0 0,-1 0 0 0 0,0 1-1 0 0,0-1 1 0 0,0 1 0 0 0,0-1 0 0 0,0 1 0 0 0,1-1 0 0 0,-1 1 0 0 0,0 0 0 0 0,1-1 0 0 0,-1 1 0 0 0,0 0-1 0 0,1 0 1 0 0,-1-1 0 0 0,1 1 0 0 0,-1 0 0 0 0,1 0 0 0 0,-1 0 0 0 0,1 0 0 0 0,0 0 0 0 0,-1 0 0 0 0,1 0-1 0 0,0 1 1 0 0,-15 40 485 0 0,2 0 0 0 0,-13 80 0 0 0,16-71-353 0 0,-26 128 370 0 0,-17 237-1 0 0,52-317-427 0 0,2-108-177 0 0,1-1 0 0 0,-1 0 0 0 0,2 1 0 0 0,3-13 0 0 0,4-15-44 0 0,49-380-574 0 0,-43 278 456 0 0,-12 111 166 0 0,1 0 0 0 0,17-49 1 0 0,-21 74 37 0 0,0 0 0 0 0,0 1 0 0 0,0-1 0 0 0,0 1 0 0 0,1 0 0 0 0,-1-1 0 0 0,1 1 1 0 0,-1 0-1 0 0,1 0 0 0 0,0 0 0 0 0,0 0 0 0 0,0 0 0 0 0,0 0 0 0 0,0 1 0 0 0,1-1 0 0 0,-1 1 0 0 0,0-1 0 0 0,4 0 1 0 0,-4 1 2 0 0,0 1 0 0 0,0 0 0 0 0,0 0 0 0 0,0 0 0 0 0,0 0 0 0 0,0 0 0 0 0,0 0 0 0 0,0 0 0 0 0,0 1 0 0 0,0-1 0 0 0,0 1 0 0 0,0-1 0 0 0,0 1 0 0 0,0 0 0 0 0,0 0 0 0 0,0 0 0 0 0,0 0 0 0 0,-1 0 0 0 0,1 0 0 0 0,0 0 0 0 0,-1 1 0 0 0,1-1 0 0 0,-1 1 0 0 0,0-1 0 0 0,1 1 0 0 0,1 3 0 0 0,10 13 59 0 0,-1 0 1 0 0,-1 1-1 0 0,0 1 0 0 0,-2 0 0 0 0,10 28 0 0 0,31 118 272 0 0,-41-130-270 0 0,12 36 59 0 0,-1-4 138 0 0,22 137-1 0 0,-36-157-509 0 0,-4-43-4274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8:25.1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8 166 4256 0 0,'-8'-21'5180'0'0,"9"18"-4941"0"0,-1 0 1 0 0,1 1 0 0 0,-1-1-1 0 0,1 0 1 0 0,0 0 0 0 0,0 1-1 0 0,1-1 1 0 0,-1 1 0 0 0,0-1 0 0 0,1 1-1 0 0,-1 0 1 0 0,1-1 0 0 0,0 1-1 0 0,0 0 1 0 0,0 0 0 0 0,0 0-1 0 0,0 0 1 0 0,0 0 0 0 0,1 1 0 0 0,-1-1-1 0 0,1 1 1 0 0,-1 0 0 0 0,1-1-1 0 0,-1 1 1 0 0,4-1 0 0 0,10-4 518 0 0,1 1 1 0 0,32-7 0 0 0,-38 10-354 0 0,204-27 1982 0 0,-117 18-6151 0 0,0-4-4791 0 0,-57 6 4354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8:26.2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86 2446 2376 0 0,'-7'2'937'0'0,"0"1"0"0"0,-1-1-1 0 0,1-1 1 0 0,-1 1 0 0 0,1-1-1 0 0,-1-1 1 0 0,0 1 0 0 0,-11-2-1 0 0,18 1-553 0 0,1 0-305 0 0,-1 0-1 0 0,1 0 1 0 0,0 0 0 0 0,-1 0-1 0 0,1 0 1 0 0,0 0 0 0 0,0-1 0 0 0,-1 1-1 0 0,1 0 1 0 0,0 0 0 0 0,0 0-1 0 0,-1 0 1 0 0,1-1 0 0 0,0 1-1 0 0,0 0 1 0 0,0 0 0 0 0,-1-1-1 0 0,1 1 1 0 0,0 0 0 0 0,0 0 0 0 0,0-1-1 0 0,0 1 1 0 0,0 0 0 0 0,-1 0-1 0 0,1-1 1 0 0,0 1 0 0 0,0 0-1 0 0,0-1 1 0 0,0 1 0 0 0,0 0-1 0 0,0 0 1 0 0,0-1 0 0 0,0 1 0 0 0,0 0-1 0 0,0-1 1 0 0,0 1 0 0 0,0 0-1 0 0,0-1 1 0 0,0 1 0 0 0,1 0-1 0 0,-1 0 1 0 0,0-1 0 0 0,0 1-1 0 0,0 0 1 0 0,0 0 0 0 0,0-1 0 0 0,1 1-1 0 0,-1 0 1 0 0,0 0 0 0 0,0-1-1 0 0,0 1 1 0 0,1 0 0 0 0,-1 0-1 0 0,15-22 1310 0 0,-11 16-956 0 0,39-56 577 0 0,83-90 0 0 0,-19 27-890 0 0,0-13-9 0 0,289-340 339 0 0,-143 206-52 0 0,105-108 278 0 0,-216 241-166 0 0,6 6 1 0 0,5 6 0 0 0,185-115 0 0 0,-302 221-376 0 0,-1-3-1 0 0,-1 0 0 0 0,-2-2 1 0 0,33-34-1 0 0,-56 47-73 0 0,-9 12-90 0 0,0 15-3877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8:27.1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847 69 2992 0 0,'-42'-3'3231'0'0,"30"1"-2642"0"0,0 1-1 0 0,-24 1 1 0 0,9 4-40 0 0,0 0-1 0 0,0 2 1 0 0,0 1 0 0 0,0 2 0 0 0,1 0 0 0 0,1 2-1 0 0,0 0 1 0 0,-38 24 0 0 0,16-4 276 0 0,0 3 0 0 0,3 1 0 0 0,-48 48-1 0 0,69-61-638 0 0,2 0-1 0 0,1 1 1 0 0,0 0-1 0 0,2 2 1 0 0,1 1-1 0 0,1 0 0 0 0,1 1 1 0 0,1 0-1 0 0,2 1 1 0 0,-13 42-1 0 0,12-16 91 0 0,3 1 0 0 0,2 0 0 0 0,-1 105-1 0 0,9-138-225 0 0,1 0 0 0 0,1 0-1 0 0,1-1 1 0 0,0 1-1 0 0,2-1 1 0 0,10 30 0 0 0,-10-39-29 0 0,0 0 1 0 0,1 0 0 0 0,1-1-1 0 0,-1 0 1 0 0,2 0 0 0 0,0-1-1 0 0,0 0 1 0 0,1 0 0 0 0,0-1-1 0 0,0 0 1 0 0,1 0 0 0 0,13 8-1 0 0,1-3 3 0 0,0-1-1 0 0,1 0 1 0 0,0-2-1 0 0,1-1 0 0 0,0-2 1 0 0,1 0-1 0 0,0-2 1 0 0,32 4-1 0 0,15-1 31 0 0,134-3-1 0 0,-151-9-32 0 0,1-2 0 0 0,-1-3 0 0 0,-1-2 0 0 0,1-3 0 0 0,67-24 0 0 0,-60 13 30 0 0,-1-3 1 0 0,-1-2 0 0 0,-2-3 0 0 0,63-45 0 0 0,-87 52 17 0 0,-2-2-1 0 0,-2-2 1 0 0,0-1 0 0 0,52-64 0 0 0,-62 66-2 0 0,-2-1 0 0 0,-1-2 0 0 0,-2 1 0 0 0,0-2 0 0 0,-3 0 0 0 0,17-51 0 0 0,-23 57-2 0 0,-2 0 1 0 0,-1-1-1 0 0,-1 0 1 0 0,-1 0 0 0 0,-2 0-1 0 0,0 0 1 0 0,-2 0-1 0 0,-1 0 1 0 0,-8-38 0 0 0,6 46-4 0 0,-1 0 0 0 0,-1 0 0 0 0,-1 1 0 0 0,0 0 0 0 0,-2 0 0 0 0,0 1 0 0 0,-1 0 0 0 0,0 0 0 0 0,-1 1 0 0 0,-1 1 0 0 0,-1 0 0 0 0,0 0 0 0 0,-27-21 0 0 0,23 22-46 0 0,0 2-1 0 0,-1-1 1 0 0,-1 2-1 0 0,0 1 1 0 0,0 0-1 0 0,-1 1 1 0 0,-1 1-1 0 0,1 1 1 0 0,-1 1-1 0 0,0 1 1 0 0,-1 1-1 0 0,1 0 1 0 0,-1 2-1 0 0,0 1 1 0 0,-28 1-1 0 0,43 0-166 0 0,-1 1-1 0 0,1 0 1 0 0,-1 1-1 0 0,1 0 0 0 0,0 0 1 0 0,0 0-1 0 0,0 1 1 0 0,0 0-1 0 0,-8 5 0 0 0,-31 27-9114 0 0,29-20 5098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8:27.8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56 179 3168 0 0,'-6'-27'5403'0'0,"-4"15"404"0"0,10 35-1287 0 0,1-4-4142 0 0,-4 515 3212 0 0,-8-991-2893 0 0,11 439-690 0 0,0 0-1 0 0,2 0 0 0 0,0 0 0 0 0,2 0 0 0 0,0 1 0 0 0,0-1 0 0 0,11-24 0 0 0,-12 36 3 0 0,-1 0 0 0 0,1 1 0 0 0,0 0-1 0 0,0 0 1 0 0,1-1 0 0 0,-1 2 0 0 0,1-1-1 0 0,0 0 1 0 0,0 1 0 0 0,1 0 0 0 0,0 0 0 0 0,-1 0-1 0 0,1 0 1 0 0,0 1 0 0 0,1 0 0 0 0,-1 0-1 0 0,1 0 1 0 0,-1 1 0 0 0,1 0 0 0 0,0 0-1 0 0,0 0 1 0 0,0 1 0 0 0,0 0 0 0 0,0 0-1 0 0,11 0 1 0 0,-15 1-1 0 0,0 0 0 0 0,0 0 0 0 0,1 0 0 0 0,-1 1 0 0 0,0-1 1 0 0,0 1-1 0 0,0-1 0 0 0,0 1 0 0 0,0 0 0 0 0,0 0 0 0 0,0 0 0 0 0,-1 0 0 0 0,1 0 0 0 0,0 0 0 0 0,0 0 0 0 0,-1 1 0 0 0,1-1 0 0 0,0 0 0 0 0,1 4 0 0 0,0-2 9 0 0,-1 1-1 0 0,0 0 0 0 0,0-1 0 0 0,0 1 0 0 0,-1 0 0 0 0,1 0 1 0 0,-1 0-1 0 0,0 0 0 0 0,1 7 0 0 0,-1 2 23 0 0,0 1 1 0 0,-1 0-1 0 0,-1-1 0 0 0,0 1 1 0 0,-3 17-1 0 0,-5 6 42 0 0,-1 0 1 0 0,-1-1-1 0 0,-3 0 0 0 0,0-1 1 0 0,-22 36-1 0 0,35-70-79 0 0,1-1 0 0 0,0 1 1 0 0,-1 0-1 0 0,1-1 0 0 0,-1 1 0 0 0,1 0 1 0 0,0-1-1 0 0,-1 1 0 0 0,1 0 0 0 0,0-1 1 0 0,-1 1-1 0 0,1 0 0 0 0,0 0 0 0 0,0-1 1 0 0,0 1-1 0 0,0 0 0 0 0,0 0 0 0 0,0-1 1 0 0,0 1-1 0 0,0 0 0 0 0,0 0 0 0 0,0-1 1 0 0,0 1-1 0 0,1 0 0 0 0,-1-1 0 0 0,0 1 1 0 0,0 0-1 0 0,1 0 0 0 0,-1-1 0 0 0,1 1 1 0 0,-1-1-1 0 0,0 1 0 0 0,1 0 0 0 0,-1-1 1 0 0,1 1-1 0 0,-1-1 0 0 0,1 1 0 0 0,0-1 1 0 0,-1 1-1 0 0,1-1 0 0 0,-1 1 0 0 0,1-1 1 0 0,0 0-1 0 0,-1 1 0 0 0,1-1 0 0 0,0 0 1 0 0,0 0-1 0 0,-1 1 0 0 0,1-1 0 0 0,0 0 0 0 0,0 0 1 0 0,0 0-1 0 0,8 1 4 0 0,0 0 1 0 0,0-1-1 0 0,16-2 1 0 0,-8 2 7 0 0,9-1-1 0 0,0 1 0 0 0,36 3-1 0 0,-55-2-8 0 0,-1 0 0 0 0,1 0 0 0 0,-1 0 0 0 0,0 1-1 0 0,1 0 1 0 0,-1 1 0 0 0,0-1 0 0 0,-1 1 0 0 0,1 0 0 0 0,0 1-1 0 0,4 3 1 0 0,-8-6-1 0 0,-1 0 0 0 0,0 0 0 0 0,0 0 0 0 0,0 0 0 0 0,0 0-1 0 0,0 0 1 0 0,0 1 0 0 0,-1-1 0 0 0,1 0 0 0 0,0 0 0 0 0,-1 1 0 0 0,1-1-1 0 0,-1 0 1 0 0,1 1 0 0 0,-1-1 0 0 0,1 1 0 0 0,-1-1 0 0 0,0 1 0 0 0,0-1 0 0 0,0 1-1 0 0,0-1 1 0 0,0 1 0 0 0,0 1 0 0 0,-1 1 3 0 0,0-1 0 0 0,-1 0 0 0 0,1 1 0 0 0,-1-1 1 0 0,1 0-1 0 0,-1 0 0 0 0,0 0 0 0 0,0-1 0 0 0,-4 6 0 0 0,-5 2 11 0 0,1 0 0 0 0,-1 0 0 0 0,-22 13 0 0 0,-91 48-27 0 0,78-47-1115 0 0,-79 56 1 0 0,119-75-573 0 0,0 0 0 0 0,0 1 0 0 0,1-1 0 0 0,0 1 0 0 0,0 0 0 0 0,0 0 0 0 0,-7 12 0 0 0,6-3-3044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8:28.7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 3 2904 0 0,'-22'-2'3369'0'0,"14"2"792"0"0,22 8-1332 0 0,122 75 1654 0 0,-38-21-3709 0 0,-91-58-728 0 0,726 454 2739 0 0,-629-382-2390 0 0,105 101 1 0 0,-134-104-172 0 0,101 87 292 0 0,-169-154-1376 0 0,39 34 2187 0 0,-34-24-5474 0 0,-5 0-6262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8:29.8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 33 2856 0 0,'-1'0'271'0'0,"-1"0"0"0"0,1 0 0 0 0,0 0 0 0 0,-1 0 0 0 0,1 0 0 0 0,0-1 0 0 0,-1 1-1 0 0,1 0 1 0 0,0 0 0 0 0,0-1 0 0 0,-1 1 0 0 0,1-1 0 0 0,0 1 0 0 0,0-1 0 0 0,0 0 0 0 0,0 1 0 0 0,0-1-1 0 0,0 0 1 0 0,0 0 0 0 0,0 0 0 0 0,0 0 0 0 0,0 0 0 0 0,0 0 0 0 0,0 0 0 0 0,1 0 0 0 0,-1 0 0 0 0,0 0-1 0 0,1 0 1 0 0,-1 0 0 0 0,1-1 0 0 0,-1 1 0 0 0,1 0 0 0 0,0 0 0 0 0,-1-2 0 0 0,1 2-118 0 0,1 1 1 0 0,-1-1 0 0 0,1 1-1 0 0,-1-1 1 0 0,0 1-1 0 0,1-1 1 0 0,-1 1 0 0 0,1 0-1 0 0,-1-1 1 0 0,1 1-1 0 0,-1 0 1 0 0,1 0 0 0 0,0-1-1 0 0,-1 1 1 0 0,1 0 0 0 0,-1 0-1 0 0,1 0 1 0 0,0 0-1 0 0,-1 0 1 0 0,1-1 0 0 0,-1 1-1 0 0,1 0 1 0 0,0 1-1 0 0,-1-1 1 0 0,1 0 0 0 0,-1 0-1 0 0,1 0 1 0 0,0 0-1 0 0,-1 0 1 0 0,2 1 0 0 0,17 3 912 0 0,4 6-618 0 0,-1 1 0 0 0,-1 2 0 0 0,0 0 0 0 0,0 1-1 0 0,-2 1 1 0 0,20 19 0 0 0,56 39 245 0 0,-26-33-287 0 0,3-3 0 0 0,120 44-1 0 0,-122-54-196 0 0,-1 2 0 0 0,-1 4-1 0 0,75 48 1 0 0,0 25 73 0 0,-118-85-259 0 0,-2 1-1 0 0,0 1 0 0 0,29 39 1 0 0,-51-60-155 0 0,0-1 1 0 0,0 1-1 0 0,0-1 1 0 0,0 0-1 0 0,1 1 1 0 0,-1-1 0 0 0,0 0-1 0 0,0 0 1 0 0,1 0-1 0 0,-1 0 1 0 0,3 1-1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8:30.5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886 1 3920 0 0,'-51'0'1500'0'0,"0"2"-1"0"0,0 2 1 0 0,0 3-1 0 0,1 2 1 0 0,-90 28 0 0 0,113-27-1027 0 0,0 1 0 0 0,1 1 1 0 0,1 2-1 0 0,0 0 1 0 0,1 1-1 0 0,0 2 0 0 0,2 0 1 0 0,0 2-1 0 0,1 0 1 0 0,0 2-1 0 0,-33 44 0 0 0,32-33-206 0 0,2 1 0 0 0,0 2 0 0 0,3 0-1 0 0,1 1 1 0 0,1 0 0 0 0,3 1 0 0 0,-10 43 0 0 0,12-32-125 0 0,2 1 0 0 0,2 0 0 0 0,2 0 0 0 0,3 0 1 0 0,5 63-1 0 0,0-77-43 0 0,1-1 1 0 0,1 0-1 0 0,2 0 1 0 0,21 56-1 0 0,-21-71-56 0 0,1 0-1 0 0,1 0 1 0 0,0 0 0 0 0,2-1-1 0 0,0-1 1 0 0,1 0 0 0 0,0-1-1 0 0,30 28 1 0 0,-15-21-18 0 0,1-2 1 0 0,1 0-1 0 0,0-3 1 0 0,2 0-1 0 0,0-2 1 0 0,1-1-1 0 0,61 18 1 0 0,-53-21-32 0 0,2-3 0 0 0,-1-2 1 0 0,1-1-1 0 0,0-2 0 0 0,0-2 0 0 0,50-5 1 0 0,-60 0-9 0 0,-1-2-1 0 0,1-1 1 0 0,-1-1 0 0 0,0-2 0 0 0,58-24-1 0 0,-36 7 11 0 0,-1-3-1 0 0,66-46 0 0 0,-47 27 37 0 0,-17 13 63 0 0,-2-2-1 0 0,-2-3 1 0 0,59-58 0 0 0,-99 85-68 0 0,-2 0 0 0 0,1 0-1 0 0,-2-1 1 0 0,0-1 0 0 0,-1 1 0 0 0,0-1 0 0 0,-1-1-1 0 0,-1 1 1 0 0,0-1 0 0 0,-1 0 0 0 0,-1 0 0 0 0,0 0-1 0 0,0-19 1 0 0,-2-3 24 0 0,0 1 0 0 0,-3-1-1 0 0,-1 0 1 0 0,-12-57 0 0 0,5 48 6 0 0,-3 1 0 0 0,-23-62 0 0 0,27 87-34 0 0,-1 1-1 0 0,0 1 1 0 0,-2 0-1 0 0,0 0 1 0 0,-1 1 0 0 0,0 0-1 0 0,-24-21 1 0 0,6 11 12 0 0,-2 1 1 0 0,-1 2-1 0 0,-1 1 0 0 0,-2 2 1 0 0,0 2-1 0 0,-68-28 0 0 0,50 22-299 0 0,-24-8-178 0 0,25 21-5228 0 0,52 12 5035 0 0,-1 1 0 0 0,1 0 0 0 0,0 0 0 0 0,0 1 0 0 0,0-1 0 0 0,-1 0 0 0 0,1 1 0 0 0,0-1 0 0 0,0 1 0 0 0,0 0 1 0 0,0 0-1 0 0,0 0 0 0 0,-2 1 0 0 0,-13 9-3810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8:30.9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292 182 3832 0 0,'1'-28'2320'0'0,"0"7"-650"0"0,-4-36 0 0 0,3 53-1450 0 0,-1 0-1 0 0,1-1 1 0 0,-1 1-1 0 0,0 0 1 0 0,-1 0-1 0 0,1 0 1 0 0,-1-1-1 0 0,0 1 1 0 0,0 1-1 0 0,0-1 1 0 0,0 0 0 0 0,-1 0-1 0 0,1 1 1 0 0,-4-4-1 0 0,4 6-69 0 0,-1-1 0 0 0,1 1 0 0 0,-1-1 0 0 0,0 1 0 0 0,1 0 0 0 0,-1 0 0 0 0,0 0 0 0 0,0 0 0 0 0,1 1 0 0 0,-1-1 0 0 0,0 1 0 0 0,0-1 0 0 0,0 1 0 0 0,0 0 0 0 0,0 0 0 0 0,0 0 0 0 0,0 1 0 0 0,0-1 0 0 0,0 1 0 0 0,1 0 0 0 0,-1 0 0 0 0,0 0-1 0 0,0 0 1 0 0,1 0 0 0 0,-1 0 0 0 0,1 1 0 0 0,-4 2 0 0 0,-5 2 339 0 0,1 1 0 0 0,-1 1-1 0 0,2-1 1 0 0,-19 20 0 0 0,16-13-357 0 0,0 1 0 0 0,0 0 0 0 0,2 1 0 0 0,0 1-1 0 0,1 0 1 0 0,0 0 0 0 0,1 1 0 0 0,1-1 0 0 0,1 2 0 0 0,1-1 0 0 0,0 1 0 0 0,2 0 0 0 0,0 0 0 0 0,1 0 0 0 0,1 0 0 0 0,0 0 0 0 0,2 0 0 0 0,3 24 0 0 0,-3-36-83 0 0,0 0 0 0 0,1 0 0 0 0,0 0 1 0 0,0 0-1 0 0,0 0 0 0 0,1 0 0 0 0,0-1 1 0 0,1 0-1 0 0,0 1 0 0 0,-1-1 0 0 0,2 0 1 0 0,-1-1-1 0 0,1 1 0 0 0,0-1 0 0 0,0 0 1 0 0,11 8-1 0 0,-7-8 9 0 0,0 1 0 0 0,0-2-1 0 0,1 1 1 0 0,0-2 0 0 0,-1 1 0 0 0,1-1 0 0 0,1-1 0 0 0,-1 0 0 0 0,0 0-1 0 0,1-1 1 0 0,10 0 0 0 0,-1 0-59 0 0,1-2 0 0 0,-1-1 0 0 0,0 0-1 0 0,0-1 1 0 0,-1-1 0 0 0,1-1 0 0 0,-1-1 0 0 0,0-1 0 0 0,20-9-1 0 0,26-22-4193 0 0,-51 27 857 0 0,0 0 0 0 0,15-15 0 0 0,-4 2-1283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8:32.2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6 263 2144 0 0,'-5'-3'13729'0'0,"181"-5"-9934"0"0,90-21-2976 0 0,-159 16-395 0 0,296-41 177 0 0,249-24-143 0 0,-650 78-457 0 0,552-56 381 0 0,-495 46-267 0 0,90-2-1 0 0,-148 12-108 0 0,0 0 0 0 0,-1 0 0 0 0,1 0 0 0 0,0 0 1 0 0,0 0-1 0 0,-1 0 0 0 0,1 1 0 0 0,0-1 0 0 0,0 0 0 0 0,-1 0 0 0 0,1 0 0 0 0,0 1 0 0 0,-1-1 1 0 0,1 0-1 0 0,0 1 0 0 0,-1-1 0 0 0,1 0 0 0 0,-1 1 0 0 0,1-1 0 0 0,0 1 0 0 0,-1-1 0 0 0,1 1 0 0 0,-1 0 1 0 0,0-1-1 0 0,1 1 0 0 0,-1-1 0 0 0,1 1 0 0 0,-1 0 0 0 0,0-1 0 0 0,1 2 0 0 0,0 12-888 0 0,-1-3-2601 0 0,-1 4-6850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8:33.2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512 382 3240 0 0,'-52'-1'2958'0'0,"31"-1"-2312"0"0,1 2 0 0 0,0 0 1 0 0,-1 1-1 0 0,1 2 1 0 0,-30 6-1 0 0,34-5-281 0 0,1 1 0 0 0,-1 1 0 0 0,1 0 0 0 0,0 1 0 0 0,1 1 0 0 0,-1 0 0 0 0,2 1-1 0 0,-1 0 1 0 0,1 1 0 0 0,1 1 0 0 0,0 0 0 0 0,0 1 0 0 0,1 0 0 0 0,1 0 0 0 0,0 1 0 0 0,-15 25-1 0 0,15-18-99 0 0,0 0 0 0 0,1 0 0 0 0,2 1 0 0 0,0 0 0 0 0,1 0 0 0 0,0 1 0 0 0,-2 30 0 0 0,4-12 5 0 0,2 0 0 0 0,2 0 0 0 0,6 50 1 0 0,-1-58-189 0 0,1-1 0 0 0,1 1 0 0 0,2-1 0 0 0,1-1 0 0 0,2 0 1 0 0,0-1-1 0 0,3 0 0 0 0,0-1 0 0 0,1 0 0 0 0,2-1 0 0 0,1-1 0 0 0,1-1 1 0 0,31 30-1 0 0,-27-31-46 0 0,1-2 0 0 0,0-1 0 0 0,2 0 0 0 0,0-2 0 0 0,2-2-1 0 0,0 0 1 0 0,0-2 0 0 0,1-1 0 0 0,1-2 0 0 0,1 0 0 0 0,0-2 0 0 0,58 9 0 0 0,-27-11 2 0 0,0-4-1 0 0,0-3 1 0 0,1-2-1 0 0,-1-3 1 0 0,110-21-1 0 0,-118 13-12 0 0,-2-3 1 0 0,1-1-1 0 0,-2-4 0 0 0,0-1 0 0 0,-2-2 0 0 0,86-55 0 0 0,-93 48 0 0 0,-2-1 1 0 0,-2-2-1 0 0,-1-2 1 0 0,-1-1-1 0 0,-2-2 1 0 0,47-66-1 0 0,-64 77 26 0 0,-1 0 0 0 0,-1 0 0 0 0,-2-2-1 0 0,-1 0 1 0 0,-1-1 0 0 0,-1 0 0 0 0,-2 0-1 0 0,-1-1 1 0 0,-1 0 0 0 0,-2-1 0 0 0,3-56-1 0 0,-9 64 14 0 0,-1 1-1 0 0,0 0 1 0 0,-2 1-1 0 0,0-1 1 0 0,-2 0-1 0 0,0 1 1 0 0,-2 0-1 0 0,-13-27 1 0 0,7 21 6 0 0,-2 2 1 0 0,0 0-1 0 0,-2 0 0 0 0,-1 2 0 0 0,-37-39 1 0 0,20 30-19 0 0,-1 2 0 0 0,-2 1 0 0 0,0 1 0 0 0,-2 3 1 0 0,-1 1-1 0 0,-1 3 0 0 0,-88-34 0 0 0,102 47-48 0 0,-1 0 0 0 0,0 2-1 0 0,0 2 1 0 0,0 0 0 0 0,-57 0-1 0 0,64 6-78 0 0,0 0-1 0 0,0 1 0 0 0,0 1 0 0 0,1 2 0 0 0,-1 0 1 0 0,1 1-1 0 0,0 1 0 0 0,-31 15 0 0 0,46-18-127 0 0,-1 1 0 0 0,0 0 0 0 0,1 0-1 0 0,0 0 1 0 0,0 1 0 0 0,1 0 0 0 0,0 0 0 0 0,-6 8 0 0 0,-2 6-4796 0 0,-20 35 1 0 0,26-41 2380 0 0,-8 11-1671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8:34.1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16 284 2920 0 0,'-10'-64'5987'0'0,"6"33"-4066"0"0,2 14 3536 0 0,3 47-2708 0 0,4 53-1940 0 0,4 0 0 0 0,3-1 0 0 0,45 159 0 0 0,-44-202-580 0 0,11 38 319 0 0,-19-65-460 0 0,-1-22-367 0 0,-2-4 45 0 0,0 0 0 0 0,-1 1 0 0 0,-1-1 1 0 0,0 0-1 0 0,-2-17 0 0 0,-15-72-841 0 0,13 81 860 0 0,-2-9-60 0 0,-13-62-588 0 0,4-1-1 0 0,-3-124 1 0 0,18 211 838 0 0,-1-6-16 0 0,2 0 0 0 0,0 0 0 0 0,2-13 0 0 0,-2 23 55 0 0,0 0 1 0 0,-1-1-1 0 0,1 1 1 0 0,0 0-1 0 0,1 0 1 0 0,-1 0-1 0 0,0 1 1 0 0,1-1-1 0 0,0 0 0 0 0,0 0 1 0 0,0 1-1 0 0,0-1 1 0 0,0 1-1 0 0,0 0 1 0 0,0-1-1 0 0,1 1 1 0 0,-1 0-1 0 0,5-2 1 0 0,3 0 87 0 0,0 0 0 0 0,1 1 0 0 0,0 0 0 0 0,-1 0 0 0 0,1 1 0 0 0,0 1 0 0 0,1-1 1 0 0,-1 2-1 0 0,0 0 0 0 0,0 0 0 0 0,0 1 0 0 0,0 0 0 0 0,0 1 0 0 0,0 1 0 0 0,0-1 1 0 0,10 5-1 0 0,0 1 89 0 0,0 0 0 0 0,0 1 0 0 0,-1 2 0 0 0,0 0 0 0 0,-1 1 0 0 0,0 0 0 0 0,18 17 0 0 0,-24-17-46 0 0,0 1-1 0 0,-1 0 1 0 0,0 0 0 0 0,-1 1-1 0 0,-1 1 1 0 0,0 0 0 0 0,-1 0 0 0 0,0 1-1 0 0,-1 0 1 0 0,5 18 0 0 0,-10-26-82 0 0,-1 0 0 0 0,1 1 0 0 0,-2-1 1 0 0,1 1-1 0 0,-1 0 0 0 0,-1-1 1 0 0,1 1-1 0 0,-1 0 0 0 0,-1 0 0 0 0,0-1 1 0 0,0 1-1 0 0,-1-1 0 0 0,0 1 0 0 0,0-1 1 0 0,-1 1-1 0 0,0-1 0 0 0,0 0 0 0 0,-1 0 1 0 0,0-1-1 0 0,-1 1 0 0 0,1-1 1 0 0,-10 11-1 0 0,-2-1 56 0 0,-1 0 0 0 0,0-1 0 0 0,-2-1 0 0 0,-31 20 0 0 0,-88 42 104 0 0,-5 4-941 0 0,106-53-2705 0 0,33-24 1830 0 0,0-1 0 0 0,0 1 0 0 0,1 0 0 0 0,-1 0 0 0 0,1 0 0 0 0,-4 8 0 0 0,3-1-3012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8:35.1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45 420 4168 0 0,'-2'0'318'0'0,"0"0"-1"0"0,0 1 1 0 0,0-2-1 0 0,0 1 1 0 0,0 0-1 0 0,0 0 1 0 0,0-1-1 0 0,0 1 1 0 0,0-1-1 0 0,0 1 1 0 0,0-1-1 0 0,0 0 1 0 0,0 0-1 0 0,1 0 1 0 0,-1 0-1 0 0,0 0 1 0 0,0 0-1 0 0,1 0 0 0 0,-3-3 1 0 0,4 3-75 0 0,-1 0-1 0 0,0-1 1 0 0,1 1 0 0 0,-1 0-1 0 0,1-1 1 0 0,-1 1 0 0 0,1-1-1 0 0,0 1 1 0 0,-1-1 0 0 0,1 1-1 0 0,0-1 1 0 0,0 1 0 0 0,0-1-1 0 0,0 1 1 0 0,1-1 0 0 0,-1 1-1 0 0,0-1 1 0 0,0 1 0 0 0,1-1-1 0 0,0-1 1 0 0,1-1 17 0 0,0-1-1 0 0,0 1 1 0 0,1-1 0 0 0,0 1-1 0 0,0 0 1 0 0,0 0-1 0 0,0 0 1 0 0,0 0 0 0 0,1 0-1 0 0,0 1 1 0 0,-1 0 0 0 0,2 0-1 0 0,-1 0 1 0 0,6-4-1 0 0,6 1-83 0 0,0 0 0 0 0,1 1-1 0 0,-1 1 1 0 0,1 1-1 0 0,24-3 1 0 0,91 1 238 0 0,-52 3-207 0 0,37-4 25 0 0,380-28 284 0 0,-387 16-422 0 0,156-47 0 0 0,-18 3 9 0 0,-193 52-46 0 0,0 2 1 0 0,89-2 0 0 0,-130 10-47 0 0,1-2 1 0 0,-1 0 0 0 0,0-1-1 0 0,0 0 1 0 0,-1-1-1 0 0,1 0 1 0 0,22-12 0 0 0,11-3-3 0 0,-43 18-3 0 0,-1-1-7 0 0,0 1 1 0 0,0 0-1 0 0,-1 0 0 0 0,1 0 1 0 0,0 0-1 0 0,0 0 0 0 0,0 1 1 0 0,0 0-1 0 0,0-1 1 0 0,0 1-1 0 0,0 0 0 0 0,0 0 1 0 0,4 1-1 0 0,-5 1 307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8:36.3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647 227 3304 0 0,'-27'0'828'0'0,"0"2"0"0"0,1 1 0 0 0,-1 1 1 0 0,1 2-1 0 0,0 0 0 0 0,0 2 0 0 0,0 0 0 0 0,1 2 0 0 0,-26 14 0 0 0,28-11-398 0 0,0 1-1 0 0,0 1 1 0 0,1 1 0 0 0,1 1 0 0 0,1 1 0 0 0,1 1-1 0 0,0 0 1 0 0,1 1 0 0 0,1 2 0 0 0,1-1 0 0 0,1 2-1 0 0,1 0 1 0 0,1 0 0 0 0,-15 39 0 0 0,13-16-144 0 0,1 0 0 0 0,3 1 0 0 0,1 0 0 0 0,-3 58 0 0 0,8-15 105 0 0,7 119 1 0 0,0-172-333 0 0,2-1 1 0 0,1 0 0 0 0,2-1 0 0 0,1 1-1 0 0,24 62 1 0 0,-24-79-45 0 0,0-1-1 0 0,2 0 0 0 0,0-1 1 0 0,1 0-1 0 0,1-1 1 0 0,0 0-1 0 0,1-1 0 0 0,1 0 1 0 0,0-1-1 0 0,1-1 1 0 0,1 0-1 0 0,19 12 1 0 0,-2-6 3 0 0,0-2 1 0 0,2-1 0 0 0,0-2 0 0 0,0-1-1 0 0,1-2 1 0 0,1-1 0 0 0,73 9 0 0 0,-42-12 20 0 0,1-3 0 0 0,0-4 1 0 0,102-11-1 0 0,-134 5-3 0 0,0-1 0 0 0,-1-2 0 0 0,0-1 0 0 0,0-2 0 0 0,-1-2 0 0 0,-1-1 0 0 0,0-1 0 0 0,-1-2 0 0 0,-1-1 0 0 0,-1-2 0 0 0,0-1 0 0 0,-2-2 0 0 0,36-36 0 0 0,-20 16 64 0 0,-2-1 0 0 0,41-57 0 0 0,-72 86-63 0 0,-1-1 0 0 0,0-1-1 0 0,-1 0 1 0 0,-1-1 0 0 0,0 0 0 0 0,-2 0 0 0 0,0 0 0 0 0,-1-1 0 0 0,-1 0-1 0 0,3-29 1 0 0,-4 0 63 0 0,-1 0 0 0 0,-3 0 0 0 0,-1 0 0 0 0,-3 0 0 0 0,-2 0 0 0 0,-25-94 0 0 0,17 102-15 0 0,-2 0 0 0 0,-2 1 0 0 0,-2 0 0 0 0,-2 2 1 0 0,-1 0-1 0 0,-44-54 0 0 0,6 11 63 0 0,-39-48 24 0 0,82 109-148 0 0,0 0 0 0 0,-2 1 0 0 0,-41-30 0 0 0,46 40-77 0 0,-1 0-1 0 0,0 1 1 0 0,-1 1 0 0 0,0 1-1 0 0,0 0 1 0 0,0 2 0 0 0,0-1 0 0 0,-1 2-1 0 0,0 1 1 0 0,0 0 0 0 0,0 1-1 0 0,0 1 1 0 0,-28 3 0 0 0,42-3-232 0 0,0 1 0 0 0,-1-1 1 0 0,1 1-1 0 0,0 1 0 0 0,0-1 0 0 0,0 0 1 0 0,0 1-1 0 0,-6 3 0 0 0,7-3-783 0 0,0 0 0 0 0,1 1 0 0 0,-1-1 0 0 0,1 1-1 0 0,-1-1 1 0 0,1 1 0 0 0,0 0 0 0 0,0 0 0 0 0,0 0 0 0 0,-3 6 0 0 0,-3 6-3409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8:36.8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17 4360 0 0,'-5'-17'9332'0'0,"4"24"-8690"0"0,0 0 1 0 0,0 0-1 0 0,1 0 0 0 0,0 0 1 0 0,1 12-1 0 0,1 5 276 0 0,-3 53 949 0 0,-2-33-1522 0 0,3-1-1 0 0,2 0 0 0 0,1 0 0 0 0,14 60 1 0 0,-16-97-297 0 0,1-1 1 0 0,-1 1-1 0 0,2-1 1 0 0,-1 1-1 0 0,0-1 1 0 0,1 0 0 0 0,0 0-1 0 0,1 0 1 0 0,-1 0-1 0 0,1-1 1 0 0,0 1-1 0 0,0-1 1 0 0,0 0-1 0 0,0 0 1 0 0,1 0 0 0 0,-1-1-1 0 0,10 5 1 0 0,-6-4 19 0 0,1-1 0 0 0,0 0 0 0 0,0 0 1 0 0,0-1-1 0 0,0 0 0 0 0,0-1 0 0 0,1 0 1 0 0,-1 0-1 0 0,1-1 0 0 0,11-1 0 0 0,22-3 158 0 0,0-2 0 0 0,45-12-1 0 0,-77 15-170 0 0,0-1-1 0 0,0 1 0 0 0,0-2 1 0 0,-1 1-1 0 0,19-13 0 0 0,-25 15-518 0 0,0-1 0 0 0,0 0 0 0 0,0-1 0 0 0,-1 1 1 0 0,1-1-1 0 0,4-7 0 0 0,-6 8-575 0 0,0 0 0 0 0,-1 0 0 0 0,1 0 0 0 0,-1 0 0 0 0,0 0 0 0 0,0 0 0 0 0,0 0 0 0 0,-1 0 0 0 0,1 0 0 0 0,-1-1 0 0 0,1-4 0 0 0,-1-8-3438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8:37.0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71 4688 0 0,'0'0'784'0'0,"17"-5"1702"0"0,291-43 6862 0 0,-192 34-7180 0 0,-114 13-2732 0 0,7-1-3032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8:37.1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4 202 4992 0 0,'-4'-1'1697'0'0,"4"-3"-829"0"0,4-2 0 0 0,3-1 20 0 0,5-3 12 0 0,14-3 16 0 0,-1-2 4 0 0,18-2-8 0 0,9-2 4 0 0,6 0 0 0 0,10 0-32 0 0,1 4-107 0 0,5 2-497 0 0,-5 1-3625 0 0,-7-1 1 0 0,-7 4 0 0 0,-10 0-1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8:38.6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73 4240 0 0,'0'0'3956'0'0,"17"-4"-376"0"0,40-15-725 0 0,65-18 1105 0 0,-104 33-3916 0 0,-1 1 0 0 0,1 0 1 0 0,0 1-1 0 0,34 1 0 0 0,-47 2-838 0 0,-1-1 0 0 0,0 1 0 0 0,1 0 0 0 0,-1 0 0 0 0,0 0 0 0 0,0 0-1 0 0,1 1 1 0 0,3 2 0 0 0,8 6-3094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8:41.3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72 3504 0 0,'-3'-16'2457'0'0,"-2"-18"18"0"0,5 33-2313 0 0,0 0-1 0 0,0 0 0 0 0,0 1 1 0 0,0-1-1 0 0,0 0 0 0 0,0 0 0 0 0,0 0 1 0 0,0 0-1 0 0,0 0 0 0 0,1 1 0 0 0,-1-1 1 0 0,0 0-1 0 0,0 0 0 0 0,1 0 0 0 0,-1 1 1 0 0,1-1-1 0 0,-1 0 0 0 0,1 0 0 0 0,-1 1 1 0 0,1-1-1 0 0,-1 0 0 0 0,1 1 1 0 0,-1-1-1 0 0,1 1 0 0 0,0-1 0 0 0,-1 1 1 0 0,2-2-1 0 0,3 3 275 0 0,-1-1 0 0 0,0 1 0 0 0,0 0 0 0 0,0 0 0 0 0,0 1 1 0 0,0-1-1 0 0,6 4 0 0 0,6 1-12 0 0,117 29 1091 0 0,100 30-363 0 0,-175-46-948 0 0,-1 3 0 0 0,55 30-1 0 0,-2 13 169 0 0,170 133 0 0 0,-54-34-94 0 0,-12-44-83 0 0,-93-56-121 0 0,-111-59-65 0 0,0 1-1 0 0,0 0 1 0 0,0 1-1 0 0,-1 0 1 0 0,0 1 0 0 0,-1 0-1 0 0,13 15 1 0 0,-16-17-54 0 0,-1 1 0 0 0,0 0 0 0 0,-1 0 0 0 0,1 0 1 0 0,-1 0-1 0 0,-1 1 0 0 0,1-1 0 0 0,-1 1 0 0 0,-1 0 0 0 0,1-1 1 0 0,-1 1-1 0 0,0 8 0 0 0,-1 40-6453 0 0,-1-25 233 0 0,1-14 2188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8:42.3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575 317 3152 0 0,'0'-8'508'0'0,"0"-1"-1"0"0,-1 1 1 0 0,0 0 0 0 0,0 0-1 0 0,-1 0 1 0 0,0 0-1 0 0,0 0 1 0 0,-1 0 0 0 0,0 1-1 0 0,0-1 1 0 0,0 1-1 0 0,-7-10 1 0 0,6 13-305 0 0,0-1 1 0 0,0 1-1 0 0,0 0 0 0 0,0 0 1 0 0,-1 0-1 0 0,0 1 0 0 0,1 0 1 0 0,-1 0-1 0 0,-1 0 0 0 0,1 0 0 0 0,0 1 1 0 0,-1 0-1 0 0,1 0 0 0 0,-1 0 1 0 0,1 1-1 0 0,-1 0 0 0 0,0 0 1 0 0,-7 0-1 0 0,3 0 41 0 0,0 1 0 0 0,0 0 0 0 0,0 1 1 0 0,1 0-1 0 0,-1 0 0 0 0,0 1 0 0 0,0 1 0 0 0,1 0 1 0 0,-1 0-1 0 0,-10 6 0 0 0,6-2-60 0 0,0 1-1 0 0,1 0 1 0 0,0 1 0 0 0,0 1-1 0 0,-21 21 1 0 0,13-9-26 0 0,2 2-1 0 0,0 0 1 0 0,1 1 0 0 0,2 1-1 0 0,0 1 1 0 0,-13 32 0 0 0,12-16 33 0 0,2-1 0 0 0,2 2 0 0 0,2 0 0 0 0,1 0 0 0 0,-5 75 0 0 0,12-60-17 0 0,2-1-1 0 0,3 0 1 0 0,19 114 0 0 0,-14-135-122 0 0,1 0 1 0 0,3 0 0 0 0,1-2 0 0 0,1 1 0 0 0,2-1-1 0 0,2-1 1 0 0,22 33 0 0 0,-23-42-28 0 0,2-1-1 0 0,1-1 1 0 0,1-1-1 0 0,1-1 1 0 0,0-1 0 0 0,2 0-1 0 0,0-2 1 0 0,1 0 0 0 0,50 26-1 0 0,-47-30-2 0 0,0-1 0 0 0,1-2 0 0 0,54 16 0 0 0,-52-20-16 0 0,-1-2-1 0 0,1-1 1 0 0,-1-1-1 0 0,1-2 1 0 0,0-1-1 0 0,0-1 1 0 0,0-2 0 0 0,0 0-1 0 0,-1-2 1 0 0,0-2-1 0 0,0 0 1 0 0,0-2-1 0 0,-1-2 1 0 0,0 0-1 0 0,-1-1 1 0 0,-1-2-1 0 0,0-1 1 0 0,0-1-1 0 0,36-31 1 0 0,-16 9 14 0 0,-2-1 0 0 0,-1-3 0 0 0,-3-1 0 0 0,66-92 0 0 0,-86 104-7 0 0,-1-2 0 0 0,-1 0 0 0 0,-2 0 0 0 0,-2-2-1 0 0,-1 0 1 0 0,-1 0 0 0 0,-2-1 0 0 0,10-72 0 0 0,-15 63 30 0 0,-1 1 0 0 0,-3-1 1 0 0,-2 0-1 0 0,-11-78 0 0 0,8 100-20 0 0,-2-1 1 0 0,0 1-1 0 0,-2 1 0 0 0,0-1 1 0 0,-1 2-1 0 0,-2-1 0 0 0,0 1 1 0 0,-1 1-1 0 0,-2 0 0 0 0,-24-30 1 0 0,14 25-2 0 0,0 2 1 0 0,-2 0 0 0 0,-1 2-1 0 0,0 1 1 0 0,-37-20-1 0 0,-158-73 118 0 0,200 102-124 0 0,-18-8 7 0 0,-4-3-7 0 0,-81-27 1 0 0,125 49-40 0 0,-1 0-1 0 0,1 0 0 0 0,-1-1 1 0 0,1 1-1 0 0,0 0 1 0 0,-1 0-1 0 0,1 0 1 0 0,-1 0-1 0 0,1-1 1 0 0,-1 1-1 0 0,1 0 1 0 0,-1 0-1 0 0,1 0 1 0 0,-1 0-1 0 0,1 0 1 0 0,-1 0-1 0 0,1 1 1 0 0,-1-1-1 0 0,1 0 1 0 0,-1 0-1 0 0,1 0 0 0 0,-1 0 1 0 0,1 0-1 0 0,-1 1 1 0 0,1-1-1 0 0,0 0 1 0 0,-1 0-1 0 0,1 1 1 0 0,-1-1-1 0 0,1 0 1 0 0,0 1-1 0 0,-1-1 1 0 0,1 0-1 0 0,0 1 1 0 0,-1-1-1 0 0,1 1 1 0 0,0-1-1 0 0,0 0 1 0 0,0 1-1 0 0,-1-1 1 0 0,1 1-1 0 0,0-1 0 0 0,0 1 1 0 0,0-1-1 0 0,0 1 1 0 0,0-1-1 0 0,0 1 1 0 0,0-1-1 0 0,-1 1 1 0 0,2-1-1 0 0,-1 1 1 0 0,0-1-1 0 0,0 1 1 0 0,0-1-1 0 0,0 1 1 0 0,0-1-1 0 0,0 1 1 0 0,0-1-1 0 0,1 1 1 0 0,14 43-6691 0 0,-4-15 1142 0 0,-5-1 1303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8:42.7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84 3984 0 0,'-4'-84'9721'0'0,"1"287"-3208"0"0,4-115-5282 0 0,-1-39-862 0 0,1 0 0 0 0,3-1 0 0 0,1 0 0 0 0,24 91-1 0 0,-23-115-278 0 0,-6-22-105 0 0,0 1 0 0 0,1 0 0 0 0,-1 0 1 0 0,1 0-1 0 0,0-1 0 0 0,-1 1 0 0 0,1 0 1 0 0,1-1-1 0 0,-1 1 0 0 0,0-1 0 0 0,0 1 1 0 0,1-1-1 0 0,0 1 0 0 0,-1-1 0 0 0,1 0 1 0 0,0 0-1 0 0,0 0 0 0 0,0 0 0 0 0,1 0 1 0 0,-1 0-1 0 0,3 1 0 0 0,-5-3-82 0 0,1 0 1 0 0,0 1-1 0 0,-1-1 1 0 0,1 0-1 0 0,0 0 0 0 0,-1 1 1 0 0,1-1-1 0 0,0 0 1 0 0,0 0-1 0 0,-1 0 0 0 0,1 0 1 0 0,0 0-1 0 0,-1 0 0 0 0,1 0 1 0 0,0 0-1 0 0,0 0 1 0 0,-1-1-1 0 0,1 1 0 0 0,0 0 1 0 0,-1 0-1 0 0,1-1 0 0 0,0 1 1 0 0,-1 0-1 0 0,1-1 1 0 0,0 1-1 0 0,-1 0 0 0 0,1-1 1 0 0,-1 1-1 0 0,1-1 0 0 0,-1 1 1 0 0,1-1-1 0 0,-1 1 1 0 0,1-1-1 0 0,-1 0 0 0 0,0 1 1 0 0,1-1-1 0 0,-1 0 0 0 0,0 1 1 0 0,1-1-1 0 0,-1 0 1 0 0,0 1-1 0 0,0-1 0 0 0,0 0 1 0 0,1-1-1 0 0,5-37-8687 0 0,-6 33 7539 0 0,4-21-3088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8:42.9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15 266 3688 0 0,'-2'-1'266'0'0,"1"-1"0"0"0,-1 0 0 0 0,1 0 1 0 0,0 0-1 0 0,0 0 0 0 0,0 0 0 0 0,0 0 0 0 0,0 0 0 0 0,0 0 0 0 0,1 0 0 0 0,-1 0 0 0 0,1-1 0 0 0,-1 1 0 0 0,1 0 0 0 0,0 0 0 0 0,0-1 0 0 0,0 1 0 0 0,0 0 0 0 0,0 0 0 0 0,1-4 0 0 0,0 3-27 0 0,-1-1-1 0 0,1 1 0 0 0,0-1 0 0 0,0 0 1 0 0,0 1-1 0 0,0 0 0 0 0,1-1 0 0 0,-1 1 1 0 0,1 0-1 0 0,0 0 0 0 0,0 0 0 0 0,3-4 0 0 0,7-3 282 0 0,0 1-1 0 0,0 0 0 0 0,1 0 1 0 0,1 1-1 0 0,-1 1 1 0 0,1 0-1 0 0,18-5 0 0 0,108-29 1992 0 0,-120 36-2123 0 0,-20 5-382 0 0,58-16 299 0 0,1 3 1 0 0,0 2-1 0 0,87-3 0 0 0,-127 15-1814 0 0,-19-1 1304 0 0,0 0-1 0 0,1 0 1 0 0,-1 0 0 0 0,1 0 0 0 0,-1 0 0 0 0,1 0 0 0 0,-1 0 0 0 0,0 0 0 0 0,1 0 0 0 0,-1 1 0 0 0,1-1 0 0 0,-1 0-1 0 0,0 0 1 0 0,1 0 0 0 0,-1 0 0 0 0,0 1 0 0 0,1-1 0 0 0,-1 0 0 0 0,0 0 0 0 0,1 1 0 0 0,-1-1 0 0 0,0 0 0 0 0,1 1 0 0 0,-1-1-1 0 0,0 0 1 0 0,0 1 0 0 0,1-1 0 0 0,-1 0 0 0 0,0 1 0 0 0,0-1 0 0 0,0 1 0 0 0,0-1 0 0 0,0 0 0 0 0,1 1 0 0 0,-1-1 0 0 0,0 1-1 0 0,0 0 1 0 0,-11 15-7129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8:43.0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 6 4232 0 0,'-17'7'3693'0'0,"11"-5"-583"0"0,19-1-1296 0 0,129-8 2823 0 0,1-1-3339 0 0,-124 8-2445 0 0,-2-1-1312 0 0,1 2 0 0 0,-1 0 0 0 0,32 6 0 0 0,-20 0-1438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8:43.7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81 1724 3296 0 0,'-7'0'912'0'0,"0"0"-1"0"0,0 0 0 0 0,1 1 0 0 0,-1-1 0 0 0,0 1 1 0 0,1 1-1 0 0,-1 0 0 0 0,1-1 0 0 0,0 2 1 0 0,-9 3-1 0 0,25-36 2094 0 0,56-58-2154 0 0,3 3 0 0 0,116-111 0 0 0,-112 125-579 0 0,593-569 1035 0 0,-25 118-423 0 0,-610 499-813 0 0,80-53 279 0 0,-110 76-602 0 0,15-9 1813 0 0,-9 10-3780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8:56.8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51 409 4036 0 0,'-7'19'2530'0'0,"-2"1"0"0"0,0-1 0 0 0,-16 24 0 0 0,36-63 4089 0 0,7-10-5201 0 0,18-33-1451 0 0,-16 30 88 0 0,-1 0-1 0 0,-2-1 1 0 0,-1-1-1 0 0,-2 0 1 0 0,-1-2-1 0 0,-2 1 1 0 0,-1-1-1 0 0,5-47 1 0 0,-8 51 39 0 0,-7 33-92 0 0,0 1 0 0 0,0-1-1 0 0,0 0 1 0 0,0 0 0 0 0,0 0 0 0 0,0 0-1 0 0,0 0 1 0 0,0 0 0 0 0,0 0 0 0 0,0 0 0 0 0,0 0-1 0 0,0 0 1 0 0,0 1 0 0 0,0-1 0 0 0,0 0-1 0 0,0 0 1 0 0,0 0 0 0 0,0 0 0 0 0,0 0 0 0 0,0 0-1 0 0,0 0 1 0 0,0 0 0 0 0,0 0 0 0 0,0 0-1 0 0,0 0 1 0 0,0 0 0 0 0,0 1 0 0 0,0-1-1 0 0,0 0 1 0 0,0 0 0 0 0,1 0 0 0 0,-1 0 0 0 0,0 0-1 0 0,0 0 1 0 0,0 0 0 0 0,0 0 0 0 0,0 0-1 0 0,0 0 1 0 0,0 0 0 0 0,0 0 0 0 0,0 0 0 0 0,0 0-1 0 0,1 0 1 0 0,-1 0 0 0 0,0 0 0 0 0,0 0-1 0 0,0 0 1 0 0,0 0 0 0 0,0 0 0 0 0,0 0-1 0 0,0 0 1 0 0,0 0 0 0 0,0 0 0 0 0,0 0 0 0 0,0 0-1 0 0,1 0 1 0 0,-1 0 0 0 0,0 0 0 0 0,0 0-1 0 0,0 0 1 0 0,0 0 0 0 0,0 0 0 0 0,0-1 0 0 0,0 1-1 0 0,2 22 88 0 0,-17 490 1092 0 0,14-498-1216 0 0,0-12 1 0 0,1 0 1 0 0,0 0-1 0 0,-1 0 1 0 0,1 0 0 0 0,0-1-1 0 0,0 1 1 0 0,0 0-1 0 0,1 0 1 0 0,-1 0 0 0 0,0 0-1 0 0,1 0 1 0 0,-1-1-1 0 0,1 1 1 0 0,0 0 0 0 0,0 2-1 0 0,0-4-76 0 0,-1 0-1 0 0,1 0 1 0 0,-1 0 0 0 0,0 0-1 0 0,1 0 1 0 0,-1 0 0 0 0,1 0-1 0 0,-1 0 1 0 0,0 0 0 0 0,1 0-1 0 0,-1 0 1 0 0,1 0 0 0 0,-1 0-1 0 0,0 0 1 0 0,1 0 0 0 0,-1 0-1 0 0,1-1 1 0 0,-1 1 0 0 0,0 0-1 0 0,1 0 1 0 0,-1 0 0 0 0,0-1-1 0 0,1 1 1 0 0,-1 0 0 0 0,0 0-1 0 0,1-1 1 0 0,-1 1 0 0 0,0 0-1 0 0,0-1 1 0 0,1 1 0 0 0,-1 0-1 0 0,0-1 1 0 0,0 1 0 0 0,0 0-1 0 0,1-1 1 0 0,-1 1 0 0 0,0 0-1 0 0,0-1 1 0 0,0 0 0 0 0,10-17-5644 0 0,-3 1 1294 0 0,0-3-1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8:57.4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497 164 3552 0 0,'-3'0'172'0'0,"-35"0"2275"0"0,-1 1 0 0 0,-72 12-1 0 0,100-11-2107 0 0,-1 1 1 0 0,1 1-1 0 0,0-1 0 0 0,0 2 0 0 0,0 0 0 0 0,0 0 0 0 0,1 1 0 0 0,0 0 0 0 0,0 1 1 0 0,1 0-1 0 0,0 0 0 0 0,0 1 0 0 0,-14 17 0 0 0,6-2-8 0 0,1 0 0 0 0,1 2 1 0 0,1 0-1 0 0,1 0 0 0 0,1 1 0 0 0,2 1 0 0 0,1 0 0 0 0,0 1 1 0 0,-6 44-1 0 0,7-20-135 0 0,3 0 0 0 0,2 1 0 0 0,2-1 0 0 0,8 70 0 0 0,-4-95-123 0 0,1-1 1 0 0,1 0-1 0 0,1 0 0 0 0,1 0 1 0 0,2-1-1 0 0,0 0 0 0 0,14 24 1 0 0,-14-32-24 0 0,2 0 1 0 0,0-1 0 0 0,0-1-1 0 0,2 1 1 0 0,0-2-1 0 0,0 0 1 0 0,1-1-1 0 0,1 0 1 0 0,1-1 0 0 0,22 14-1 0 0,-13-11 20 0 0,1-1 0 0 0,0-1 0 0 0,1-2 0 0 0,1 0 0 0 0,0-2 0 0 0,0-1 0 0 0,1-1 0 0 0,44 4 0 0 0,-53-9-29 0 0,-1-2-1 0 0,0 0 1 0 0,1-1 0 0 0,-1-1 0 0 0,0-1-1 0 0,0 0 1 0 0,0-2 0 0 0,0 0-1 0 0,-1-1 1 0 0,1-1 0 0 0,-2 0-1 0 0,1-2 1 0 0,31-20 0 0 0,-24 11-15 0 0,-1-2 0 0 0,0 0 1 0 0,-2-2-1 0 0,0 0 0 0 0,-2-2 0 0 0,0 0 1 0 0,-2-1-1 0 0,-1-1 0 0 0,0 0 0 0 0,19-46 1 0 0,-21 34-4 0 0,-1 0-1 0 0,-1-1 1 0 0,-3 0 0 0 0,-1-1 0 0 0,-2 0 0 0 0,-2 0-1 0 0,1-67 1 0 0,-5 60 31 0 0,-3-1 0 0 0,-1 0 0 0 0,-3 0 1 0 0,-13-52-1 0 0,16 86-18 0 0,-1 0 0 0 0,-1 1 0 0 0,0 0 0 0 0,-1 0 0 0 0,0 0 0 0 0,-1 1 0 0 0,0 0 0 0 0,-1 0 0 0 0,0 1 0 0 0,-1 0 1 0 0,0 0-1 0 0,-1 1 0 0 0,0 0 0 0 0,-1 1 0 0 0,0 0 0 0 0,0 1 0 0 0,-1 0 0 0 0,-20-11 0 0 0,-30-9 68 0 0,-1 2 0 0 0,-1 3 1 0 0,-1 2-1 0 0,-79-13 0 0 0,134 32-223 0 0,-1 1 0 0 0,1 0 0 0 0,-1 1 0 0 0,0 0 0 0 0,1 0 0 0 0,-15 3 0 0 0,14 7-2837 0 0,0 12-8813 0 0,6-13 7352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9:06.97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10 656 4092 0 0,'-10'0'7595'0'0,"25"0"-4237"0"0,31-4-447 0 0,-39 1-2815 0 0,0-1 0 0 0,0 1 0 0 0,0-1 1 0 0,-1-1-1 0 0,0 1 0 0 0,0-1 0 0 0,0-1 0 0 0,0 1 0 0 0,-1-1 0 0 0,0 1 0 0 0,0-2 0 0 0,0 1 0 0 0,-1 0 0 0 0,5-11 0 0 0,6-13 0 0 0,-2 0 1 0 0,11-35-1 0 0,-11 31-1 0 0,12-41-5 0 0,-3 0-1 0 0,13-88 1 0 0,-33 153-59 0 0,-1 1 0 0 0,2 0 0 0 0,-1 0 0 0 0,1 0 0 0 0,0 1 1 0 0,1-1-1 0 0,0 1 0 0 0,9-13 0 0 0,-13 21-27 0 0,0-1 0 0 0,0 1 0 0 0,0 0-1 0 0,1 0 1 0 0,-1 0 0 0 0,0 0 0 0 0,0 0 0 0 0,0 0 0 0 0,1 0 0 0 0,-1 0 0 0 0,0 0 0 0 0,0 0-1 0 0,0 0 1 0 0,1 0 0 0 0,-1 0 0 0 0,0 0 0 0 0,0 0 0 0 0,0 0 0 0 0,1 0 0 0 0,-1 0-1 0 0,0 0 1 0 0,0 0 0 0 0,0 0 0 0 0,0 0 0 0 0,1 1 0 0 0,-1-1 0 0 0,0 0 0 0 0,0 0 0 0 0,0 0-1 0 0,0 0 1 0 0,1 0 0 0 0,-1 0 0 0 0,0 1 0 0 0,0-1 0 0 0,0 0 0 0 0,0 0 0 0 0,0 0 0 0 0,0 0-1 0 0,0 1 1 0 0,1-1 0 0 0,-1 0 0 0 0,0 0 0 0 0,0 0 0 0 0,0 1 0 0 0,0-1 0 0 0,0 0 0 0 0,0 0-1 0 0,0 0 1 0 0,0 1 0 0 0,0-1 0 0 0,0 0 0 0 0,0 0 0 0 0,0 0 0 0 0,0 1 0 0 0,0-1 0 0 0,0 0-1 0 0,-1 0 1 0 0,1 1 0 0 0,2 13 126 0 0,-2 499 1521 0 0,8-444-1692 0 0,-1-21-2109 0 0,-2-31-5590 0 0,-2-11 3604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9:07.75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453 105 2936 0 0,'-119'-15'5167'0'0,"104"15"-4722"0"0,0 0 0 0 0,1 1 0 0 0,-1 0 0 0 0,0 2 0 0 0,0-1 0 0 0,1 2 0 0 0,-18 6 0 0 0,23-6-172 0 0,-1 0 0 0 0,1 1 1 0 0,0 0-1 0 0,0 1 0 0 0,1 0 0 0 0,0 0 0 0 0,0 1 1 0 0,0 0-1 0 0,1 0 0 0 0,0 1 0 0 0,-8 10 0 0 0,3 0 39 0 0,1 1 0 0 0,1 1 0 0 0,0 0 0 0 0,2 0 0 0 0,0 1 0 0 0,1 0 0 0 0,1 0 0 0 0,1 1 0 0 0,-3 40 0 0 0,3 1-1 0 0,3 0 1 0 0,8 75-1 0 0,-2-86-176 0 0,3-1 0 0 0,2 0-1 0 0,27 89 1 0 0,-27-114-100 0 0,1 1 0 0 0,1-1-1 0 0,2-1 1 0 0,0 0 0 0 0,2-1-1 0 0,0-1 1 0 0,2 0 0 0 0,31 32-1 0 0,-37-44-11 0 0,0-1-1 0 0,1 0 0 0 0,0-1 0 0 0,1-1 0 0 0,0 0 0 0 0,1-1 0 0 0,-1 0 0 0 0,1-1 0 0 0,1 0 0 0 0,-1-2 0 0 0,24 6 0 0 0,-18-7 16 0 0,1 0 0 0 0,-1-2 0 0 0,1 0 1 0 0,0-2-1 0 0,-1 0 0 0 0,1-1 0 0 0,39-9 0 0 0,-31 3 8 0 0,0-2 0 0 0,-1 0 0 0 0,0-2 1 0 0,-1-1-1 0 0,0-1 0 0 0,-1-2 0 0 0,0 0 1 0 0,-1-2-1 0 0,-2 0 0 0 0,1-2 0 0 0,34-39 1 0 0,-41 39-26 0 0,-1-2 0 0 0,-1 0 0 0 0,-1 0 0 0 0,-2-1 0 0 0,0-1 0 0 0,-1 0 0 0 0,8-28 0 0 0,-8 16 22 0 0,-2-2 0 0 0,-2 1-1 0 0,-1-1 1 0 0,0-50 0 0 0,-4 46 60 0 0,-3-1 1 0 0,-8-64-1 0 0,5 84-47 0 0,-1-1 0 0 0,-1 1 0 0 0,-1 0 0 0 0,-1 1 0 0 0,-2 0 0 0 0,-11-22 0 0 0,10 25-4 0 0,-1 0 0 0 0,-1 1 0 0 0,-1 1 1 0 0,0 0-1 0 0,-2 1 0 0 0,1 1 0 0 0,-2 0 1 0 0,0 1-1 0 0,-1 1 0 0 0,-34-20 0 0 0,17 15-18 0 0,0 2-1 0 0,-1 1 1 0 0,0 2-1 0 0,-1 2 1 0 0,-51-10-1 0 0,56 15-93 0 0,0 2 0 0 0,-41-1 0 0 0,72 5 44 0 0,0 0 0 0 0,0 0 0 0 0,1 0 0 0 0,-1 0 0 0 0,0 0 0 0 0,0 0 0 0 0,0 1 0 0 0,0-1 0 0 0,0 0 0 0 0,0 1 0 0 0,0-1 0 0 0,1 0-1 0 0,-1 1 1 0 0,0-1 0 0 0,0 1 0 0 0,0-1 0 0 0,0 2 0 0 0,0-1-653 0 0,0 1-1 0 0,0 0 1 0 0,0-1-1 0 0,0 1 1 0 0,0 0-1 0 0,1 0 1 0 0,-1-1-1 0 0,1 1 1 0 0,-1 0 0 0 0,0 3-1 0 0,-3 12-5658 0 0,-2-4 1995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9:10.32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218 267 3588 0 0,'-19'1'2564'0'0,"14"0"-2006"0"0,0-1 1 0 0,0 1-1 0 0,0-1 1 0 0,0 0-1 0 0,-1-1 0 0 0,1 1 1 0 0,0-1-1 0 0,0 0 0 0 0,-7-3 1 0 0,10 3-368 0 0,1-1 1 0 0,-1 1-1 0 0,1-1 1 0 0,-1 0-1 0 0,1 0 1 0 0,0 1-1 0 0,0-1 1 0 0,0 0 0 0 0,0 0-1 0 0,0 0 1 0 0,0-1-1 0 0,1 1 1 0 0,-1 0-1 0 0,1 0 1 0 0,-1 0-1 0 0,1 0 1 0 0,0-1-1 0 0,0 1 1 0 0,0 0-1 0 0,0 0 1 0 0,0 0-1 0 0,0-1 1 0 0,1 1-1 0 0,0-3 1 0 0,0-3-3 0 0,1 0-1 0 0,0 0 1 0 0,0 0 0 0 0,1 0 0 0 0,5-9-1 0 0,1 2-40 0 0,0 0 0 0 0,1 0-1 0 0,1 1 1 0 0,0 1 0 0 0,16-15-1 0 0,-22 22-94 0 0,0 1 0 0 0,1 1 0 0 0,0-1 1 0 0,0 1-1 0 0,0 0 0 0 0,1 0 0 0 0,-1 1 0 0 0,1-1 0 0 0,0 2 0 0 0,0-1 0 0 0,0 1 0 0 0,0 0 0 0 0,0 0 0 0 0,15-1 0 0 0,-21 3-40 0 0,0 0 0 0 0,0 1 0 0 0,0-1-1 0 0,0 0 1 0 0,0 0 0 0 0,0 1 0 0 0,0-1-1 0 0,-1 0 1 0 0,1 1 0 0 0,0-1 0 0 0,0 1-1 0 0,0-1 1 0 0,0 1 0 0 0,0-1 0 0 0,-1 1-1 0 0,1 0 1 0 0,0-1 0 0 0,0 1 0 0 0,-1 0-1 0 0,1 0 1 0 0,-1 0 0 0 0,1-1 0 0 0,-1 1-1 0 0,1 0 1 0 0,-1 0 0 0 0,1 0 0 0 0,-1 0-1 0 0,0 0 1 0 0,1 0 0 0 0,-1 0 0 0 0,0 0-1 0 0,0 1 1 0 0,2 37 194 0 0,-3-28-158 0 0,0 11-7 0 0,-1 0-1 0 0,-1 0 0 0 0,-2 0 1 0 0,0-1-1 0 0,-1 1 1 0 0,-1-1-1 0 0,-1-1 1 0 0,0 1-1 0 0,-2-1 0 0 0,0-1 1 0 0,-20 27-1 0 0,-8 6 54 0 0,-2-1 1 0 0,-75 72-1 0 0,54-70 16 0 0,56-50-3 0 0,6-11-50 0 0,7-11 14 0 0,3 5-28 0 0,0 1 1 0 0,1 0-1 0 0,1 1 1 0 0,0 0-1 0 0,1 1 1 0 0,0 0 0 0 0,1 2-1 0 0,0-1 1 0 0,1 2-1 0 0,0 0 1 0 0,0 1 0 0 0,0 0-1 0 0,1 1 1 0 0,0 1-1 0 0,0 1 1 0 0,0 0-1 0 0,1 2 1 0 0,0 0 0 0 0,-1 0-1 0 0,20 2 1 0 0,195-10 623 0 0,-229 10 347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9:11.16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636 105 2376 0 0,'-48'-10'3025'0'0,"13"2"-1796"0"0,18 6-521 0 0,-1 0 1 0 0,0 1-1 0 0,1 1 0 0 0,-1 1 1 0 0,-30 5-1 0 0,37-4-338 0 0,0 1 0 0 0,0 0-1 0 0,0 1 1 0 0,1 1 0 0 0,-1-1 0 0 0,1 2 0 0 0,0-1 0 0 0,1 2-1 0 0,-1-1 1 0 0,-8 9 0 0 0,-10 11-130 0 0,1 1 0 0 0,1 2 0 0 0,2 1 0 0 0,1 0-1 0 0,1 2 1 0 0,2 0 0 0 0,1 2 0 0 0,1 0 0 0 0,2 1 0 0 0,2 0 0 0 0,1 1 0 0 0,2 1-1 0 0,1 0 1 0 0,2 1 0 0 0,2 0 0 0 0,1 0 0 0 0,1 68 0 0 0,4-93-198 0 0,1-1 0 0 0,1 0 0 0 0,0 0 0 0 0,1 0 0 0 0,0 0 0 0 0,1 0 1 0 0,0-1-1 0 0,1 0 0 0 0,0 0 0 0 0,1 0 0 0 0,0 0 0 0 0,0-1 0 0 0,2 0 0 0 0,-1 0 1 0 0,1-1-1 0 0,10 11 0 0 0,-1-7 25 0 0,-1 0-1 0 0,1 0 1 0 0,1-2 0 0 0,0 0 0 0 0,1-1-1 0 0,0-1 1 0 0,0-1 0 0 0,34 10 0 0 0,-1-4 49 0 0,1-2 1 0 0,1-3 0 0 0,60 3 0 0 0,164-8 130 0 0,-256-6-242 0 0,-1-1 0 0 0,0 0 0 0 0,0-2 1 0 0,0 0-1 0 0,0-1 0 0 0,-1-1 0 0 0,0-1 0 0 0,0-1 0 0 0,-1-1 0 0 0,20-13 0 0 0,-17 8 5 0 0,-1 0 0 0 0,-1-2 0 0 0,0 0 0 0 0,-1-1 1 0 0,-1-1-1 0 0,-1 0 0 0 0,30-44 0 0 0,-34 39-5 0 0,0 0 1 0 0,-1 0-1 0 0,-2-1 1 0 0,0 0-1 0 0,-2-1 0 0 0,-1 0 1 0 0,-1 0-1 0 0,3-30 1 0 0,-6 37 3 0 0,-2 1 0 0 0,-1-1 0 0 0,0 0 0 0 0,-1 0 1 0 0,-1 1-1 0 0,-1-1 0 0 0,0 1 0 0 0,-1-1 0 0 0,-2 1 0 0 0,0 1 1 0 0,0-1-1 0 0,-14-25 0 0 0,6 21 29 0 0,-1 1 1 0 0,-1 0 0 0 0,-1 1-1 0 0,-1 0 1 0 0,0 2-1 0 0,-1 0 1 0 0,-32-22-1 0 0,5 9 37 0 0,-1 2-1 0 0,-76-35 1 0 0,58 30-36 0 0,45 23-60 0 0,0 0 1 0 0,-1 1-1 0 0,0 1 0 0 0,-24-7 0 0 0,21 16-76 0 0,-7 16-8763 0 0,18-8 4261 0 0,1-1 350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9:13.46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122 232 3916 0 0,'-3'-1'190'0'0,"1"1"0"0"0,0 0-1 0 0,-1-1 1 0 0,1 1-1 0 0,0-1 1 0 0,0 0 0 0 0,-1 0-1 0 0,1 0 1 0 0,0 0-1 0 0,0 0 1 0 0,0 0 0 0 0,0-1-1 0 0,0 1 1 0 0,0 0-1 0 0,0-1 1 0 0,1 0 0 0 0,-1 1-1 0 0,1-1 1 0 0,-1 0-1 0 0,1 0 1 0 0,-1 0 0 0 0,1 0-1 0 0,0 0 1 0 0,0 0-1 0 0,0-1 1 0 0,0 1 0 0 0,1 0-1 0 0,-1 0 1 0 0,0-4-1 0 0,-2-3 463 0 0,2-1-1 0 0,-1 1 1 0 0,1-1-1 0 0,1 1 1 0 0,0-18-1 0 0,1 21-490 0 0,0 1-1 0 0,1-1 1 0 0,0 1 0 0 0,0 0-1 0 0,0-1 1 0 0,0 1 0 0 0,1 0-1 0 0,0 0 1 0 0,0 0-1 0 0,0 1 1 0 0,1-1 0 0 0,-1 1-1 0 0,1 0 1 0 0,0 0 0 0 0,1 0-1 0 0,-1 0 1 0 0,1 1-1 0 0,-1-1 1 0 0,1 1 0 0 0,0 0-1 0 0,0 1 1 0 0,0 0-1 0 0,1-1 1 0 0,-1 1 0 0 0,1 1-1 0 0,-1-1 1 0 0,1 1 0 0 0,-1 0-1 0 0,1 0 1 0 0,0 1-1 0 0,9 0 1 0 0,-13 0-140 0 0,0 1 0 0 0,-1 0 1 0 0,1-1-1 0 0,-1 1 0 0 0,1 0 0 0 0,-1 0 0 0 0,0 0 0 0 0,1 0 1 0 0,-1 0-1 0 0,0 0 0 0 0,1 0 0 0 0,-1 0 0 0 0,0 0 1 0 0,0 1-1 0 0,0-1 0 0 0,0 1 0 0 0,0-1 0 0 0,0 0 0 0 0,-1 1 1 0 0,1 0-1 0 0,0-1 0 0 0,-1 1 0 0 0,1-1 0 0 0,-1 1 1 0 0,0 0-1 0 0,1-1 0 0 0,-1 1 0 0 0,0 0 0 0 0,0 2 0 0 0,-1 53 246 0 0,-2-33-197 0 0,-1-1 0 0 0,-2 1-1 0 0,0-1 1 0 0,-1 0 0 0 0,-2-1 0 0 0,0 0 0 0 0,-1 0-1 0 0,-2-1 1 0 0,0 0 0 0 0,-1-1 0 0 0,-1-1-1 0 0,0 0 1 0 0,-2-1 0 0 0,0 0 0 0 0,-1-1-1 0 0,-31 23 1 0 0,48-40-63 0 0,0 1-1 0 0,0-1 0 0 0,-1 0 1 0 0,1 1-1 0 0,0-1 0 0 0,-1 0 0 0 0,1 0 1 0 0,0 1-1 0 0,-1-1 0 0 0,1 0 1 0 0,0 0-1 0 0,-1 0 0 0 0,1 1 1 0 0,-1-1-1 0 0,1 0 0 0 0,0 0 1 0 0,-1 0-1 0 0,1 0 0 0 0,-1 0 1 0 0,1 0-1 0 0,0 0 0 0 0,-1 0 1 0 0,1 0-1 0 0,-1 0 0 0 0,1 0 1 0 0,-1 0-1 0 0,1 0 0 0 0,0 0 1 0 0,-1 0-1 0 0,1 0 0 0 0,-1-1 1 0 0,2-12 131 0 0,16-17 30 0 0,-5 18-127 0 0,1 1 0 0 0,0 1 0 0 0,0 0 0 0 0,1 1 1 0 0,1 1-1 0 0,-1 0 0 0 0,2 1 0 0 0,-1 0 0 0 0,0 1 0 0 0,1 1 0 0 0,0 0 0 0 0,1 2 0 0 0,-1 0 1 0 0,1 0-1 0 0,-1 2 0 0 0,1 0 0 0 0,0 0 0 0 0,-1 2 0 0 0,1 0 0 0 0,26 6 0 0 0,-37-6-63 0 0,-1 0 0 0 0,0 0-1 0 0,0 1 1 0 0,0 0-1 0 0,0 0 1 0 0,0 0-1 0 0,0 0 1 0 0,-1 1 0 0 0,1 0-1 0 0,6 5 1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9:14.23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762 188 3360 0 0,'-55'-20'3261'0'0,"-9"-3"-1346"0"0,49 20-1498 0 0,-1 0 0 0 0,1 1-1 0 0,-1 1 1 0 0,1 1 0 0 0,-1 0 0 0 0,0 1 0 0 0,1 0-1 0 0,-1 1 1 0 0,1 1 0 0 0,0 1 0 0 0,-27 9 0 0 0,21-4 2 0 0,1 1 1 0 0,1 0 0 0 0,-1 2-1 0 0,2 0 1 0 0,0 1 0 0 0,0 1-1 0 0,-28 29 1 0 0,20-17-287 0 0,2 1 0 0 0,1 1 0 0 0,0 2 0 0 0,3 0 0 0 0,0 1 0 0 0,2 1 0 0 0,1 1 0 0 0,2 0 0 0 0,1 1 0 0 0,2 1 0 0 0,1 0 0 0 0,-8 49 0 0 0,15-54-65 0 0,1 0 1 0 0,1 0 0 0 0,2 0-1 0 0,1 0 1 0 0,8 45-1 0 0,-6-58-36 0 0,1 1-1 0 0,1-1 1 0 0,1 0 0 0 0,1-1-1 0 0,0 1 1 0 0,1-1-1 0 0,1-1 1 0 0,0 1-1 0 0,1-2 1 0 0,19 23-1 0 0,-15-22 4 0 0,1-2-1 0 0,1 1 1 0 0,0-2-1 0 0,0 0 0 0 0,1-1 1 0 0,1-1-1 0 0,0 0 0 0 0,0-2 1 0 0,26 9-1 0 0,19 4 131 0 0,96 16 1 0 0,-157-37-162 0 0,31 7 42 0 0,-1-2 0 0 0,1-2 0 0 0,1-1 0 0 0,-1-1 0 0 0,0-2 0 0 0,34-5 0 0 0,-44 2-21 0 0,1-1 1 0 0,-1-1-1 0 0,0-1 1 0 0,0-1-1 0 0,-1 0 1 0 0,0-2-1 0 0,-1-1 1 0 0,0-1-1 0 0,20-14 1 0 0,1-5 61 0 0,-1-1 0 0 0,-2-2 0 0 0,-1-2 0 0 0,54-66 0 0 0,-75 81-39 0 0,-2-2-1 0 0,0 1 0 0 0,-2-2 1 0 0,-1 0-1 0 0,0 0 0 0 0,-2-1 1 0 0,-1-1-1 0 0,-1 1 0 0 0,-1-1 1 0 0,7-54-1 0 0,-7-1 19 0 0,-4 0 1 0 0,-8-82-1 0 0,3 149-46 0 0,1 1-1 0 0,-2-1 0 0 0,0 0 0 0 0,0 1 1 0 0,-1 0-1 0 0,-1 0 0 0 0,0 0 0 0 0,-1 0 1 0 0,0 1-1 0 0,-1 0 0 0 0,-1 0 0 0 0,0 1 1 0 0,0 0-1 0 0,-1 0 0 0 0,0 1 0 0 0,-1 0 1 0 0,0 0-1 0 0,-1 1 0 0 0,0 1 0 0 0,0 0 1 0 0,-1 0-1 0 0,0 1 0 0 0,0 1 1 0 0,-1 0-1 0 0,-25-8 0 0 0,-29-5 135 0 0,0 3 0 0 0,-129-13 0 0 0,60 11-91 0 0,118 16-62 0 0,-6-2-4 0 0,-42-2 0 0 0,67 18-1643 0 0,3 0-6945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9:21.54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58 140 3868 0 0,'-42'-38'5922'0'0,"40"37"-5692"0"0,1 0 1 0 0,0 0-1 0 0,0-1 1 0 0,-1 1-1 0 0,1-1 1 0 0,0 1-1 0 0,0-1 1 0 0,0 1-1 0 0,1-1 1 0 0,-1 0 0 0 0,0 1-1 0 0,1-1 1 0 0,-1 0-1 0 0,1 0 1 0 0,-1 1-1 0 0,1-1 1 0 0,0 0-1 0 0,0 0 1 0 0,0 0 0 0 0,0 1-1 0 0,0-1 1 0 0,0 0-1 0 0,0 0 1 0 0,1-3-1 0 0,1 3-64 0 0,-1-1 0 0 0,1 1 0 0 0,-1 0 0 0 0,1 0 0 0 0,0 0 0 0 0,0 0 0 0 0,0 0 0 0 0,0 0 0 0 0,0 0-1 0 0,1 0 1 0 0,-1 1 0 0 0,0-1 0 0 0,1 1 0 0 0,3-2 0 0 0,7-2-12 0 0,0 1 0 0 0,0 0 0 0 0,0 0 0 0 0,1 1 0 0 0,20-1 0 0 0,-32 3-145 0 0,9 0 60 0 0,1 0 0 0 0,-1 1 0 0 0,1 0 0 0 0,0 1 0 0 0,-1 0 0 0 0,12 3 0 0 0,-21-3-49 0 0,0-1-1 0 0,0 1 1 0 0,0 0-1 0 0,0 0 1 0 0,0 0-1 0 0,0 0 1 0 0,0 0 0 0 0,0 0-1 0 0,0 1 1 0 0,-1-1-1 0 0,1 1 1 0 0,0-1-1 0 0,-1 1 1 0 0,0 0-1 0 0,3 3 1 0 0,-3-3 1 0 0,0 1 0 0 0,0 0 0 0 0,0 0 0 0 0,-1-1 0 0 0,1 1-1 0 0,-1 0 1 0 0,1 0 0 0 0,-1 0 0 0 0,0 0 0 0 0,0 0 0 0 0,0 0 0 0 0,-1 0 0 0 0,1 0 0 0 0,-1-1 0 0 0,0 4 0 0 0,-4 8 62 0 0,0 0 0 0 0,-1-1-1 0 0,-1 0 1 0 0,0 0 0 0 0,-1-1 0 0 0,-15 21 0 0 0,-4 5 285 0 0,31-36-327 0 0,0-1 0 0 0,0 0 0 0 0,0 0 1 0 0,0-1-1 0 0,0 1 0 0 0,6-1 0 0 0,0 0-25 0 0,-1 0-1 0 0,0 1 1 0 0,0 0-1 0 0,0 1 1 0 0,0 0-1 0 0,0 0 1 0 0,0 1 0 0 0,-1 0-1 0 0,1 1 1 0 0,-1-1-1 0 0,14 10 1 0 0,-19-11-9 0 0,1 1 1 0 0,-1-1-1 0 0,0 1 0 0 0,-1 0 1 0 0,1 0-1 0 0,0 0 0 0 0,-1 0 1 0 0,0 1-1 0 0,1-1 0 0 0,-2 0 1 0 0,1 1-1 0 0,0 0 0 0 0,-1-1 1 0 0,1 1-1 0 0,-1 0 0 0 0,0 0 0 0 0,0 0 1 0 0,0 0-1 0 0,-1 0 0 0 0,0 0 1 0 0,0 0-1 0 0,0 0 0 0 0,0 0 1 0 0,0 0-1 0 0,-1 0 0 0 0,1 0 1 0 0,-1 0-1 0 0,-3 7 0 0 0,1-4 6 0 0,0 1 0 0 0,-1 0 0 0 0,0-1 0 0 0,-1 0 0 0 0,1 0-1 0 0,-1 0 1 0 0,-1 0 0 0 0,1-1 0 0 0,-1 0 0 0 0,0 0 0 0 0,-1 0 0 0 0,-6 4-1 0 0,3-3 14 0 0,-1 0 0 0 0,0 0 0 0 0,0-1 0 0 0,0 0-1 0 0,-1-1 1 0 0,1-1 0 0 0,-17 5 0 0 0,27-9-31 0 0,1 0 1 0 0,-1 0 0 0 0,1 0 0 0 0,0 0 0 0 0,-1 0-1 0 0,1 0 1 0 0,-1 0 0 0 0,1 1 0 0 0,-1-1 0 0 0,1 0-1 0 0,0-1 1 0 0,-1 1 0 0 0,1 0 0 0 0,-1 0 0 0 0,1 0-1 0 0,0 0 1 0 0,-1 0 0 0 0,1 0 0 0 0,-1 0 0 0 0,1-1-1 0 0,0 1 1 0 0,-1 0 0 0 0,1 0 0 0 0,0 0 0 0 0,-1-1-1 0 0,1 1 1 0 0,0 0 0 0 0,-1-1 0 0 0,1 1 0 0 0,0 0-1 0 0,0-1 1 0 0,-1 1 0 0 0,1 0 0 0 0,0-1 0 0 0,0 1-1 0 0,0 0 1 0 0,-1-1 0 0 0,1 1 0 0 0,0-1 0 0 0,0 1-1 0 0,0 0 1 0 0,0-1 0 0 0,0 1 0 0 0,0-1-1 0 0,0 1 1 0 0,0-1 0 0 0,0 1 0 0 0,0 0 0 0 0,0-1-1 0 0,0 1 1 0 0,0-1 0 0 0,0 1 0 0 0,1 0 0 0 0,-1-1-1 0 0,0 1 1 0 0,0-1 0 0 0,0 1 0 0 0,1-1 0 0 0,10-24-516 0 0,10-3-894 0 0,29-39-10398 0 0,-32 44 7759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9:22.09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804 210 2296 0 0,'-16'-13'927'0'0,"0"1"0"0"0,-1 0 0 0 0,-1 1 1 0 0,1 1-1 0 0,-26-10 0 0 0,20 12-389 0 0,0 1 0 0 0,-1 1 1 0 0,1 2-1 0 0,-1 0 0 0 0,-1 1 0 0 0,1 1 1 0 0,0 1-1 0 0,-1 2 0 0 0,1 0 0 0 0,0 2 1 0 0,0 0-1 0 0,0 2 0 0 0,0 0 0 0 0,-28 12 1 0 0,35-11-375 0 0,1 1 0 0 0,-1 0 0 0 0,1 2 0 0 0,0 0 1 0 0,1 0-1 0 0,0 2 0 0 0,1 0 0 0 0,0 0 0 0 0,0 2 1 0 0,2-1-1 0 0,-1 2 0 0 0,2 0 0 0 0,0 0 0 0 0,0 1 0 0 0,1 0 1 0 0,1 1-1 0 0,1 0 0 0 0,0 0 0 0 0,-9 29 0 0 0,10-17-55 0 0,1 0-1 0 0,1 0 0 0 0,1 1 0 0 0,2-1 0 0 0,0 1 1 0 0,3 0-1 0 0,0-1 0 0 0,1 1 0 0 0,9 38 0 0 0,-6-45-59 0 0,1 0 0 0 0,1 0 0 0 0,1-1 0 0 0,1 0 0 0 0,1 0 0 0 0,0-1 0 0 0,2-1 0 0 0,0 1 0 0 0,1-2 0 0 0,1 0 0 0 0,1 0 0 0 0,21 19 0 0 0,-10-14-3 0 0,1-1-1 0 0,1-1 1 0 0,0-2-1 0 0,2 0 0 0 0,0-2 1 0 0,1-2-1 0 0,64 23 1 0 0,-77-32-35 0 0,1-1 1 0 0,0-1-1 0 0,0-1 1 0 0,0-1-1 0 0,1-1 0 0 0,-1 0 1 0 0,0-1-1 0 0,1-1 1 0 0,-1-1-1 0 0,0-1 1 0 0,0-1-1 0 0,0 0 1 0 0,0-2-1 0 0,-1 0 1 0 0,31-14-1 0 0,-16 0 2 0 0,-1-1 0 0 0,-1-1 0 0 0,0-2 0 0 0,-2-1 0 0 0,-1-1 0 0 0,25-31 0 0 0,-23 25 17 0 0,29-41 1 0 0,-52 63-15 0 0,0-1 0 0 0,-1 0 0 0 0,0 0 0 0 0,-1 0 0 0 0,0-1 0 0 0,0 1 0 0 0,-2-1 0 0 0,5-23 0 0 0,-7 32-11 0 0,3-19 45 0 0,-1-1 0 0 0,0 0 0 0 0,-2 1 0 0 0,-1-1 0 0 0,-1 0 1 0 0,0 0-1 0 0,-2 1 0 0 0,-6-24 0 0 0,-5 0 80 0 0,-2 1 0 0 0,-41-80-1 0 0,41 95-66 0 0,-1 1-1 0 0,-2 0 0 0 0,-1 2 0 0 0,-45-47 0 0 0,54 63-43 0 0,-1 1-1 0 0,-1 1 1 0 0,0 0 0 0 0,0 1-1 0 0,-1 0 1 0 0,0 1-1 0 0,0 0 1 0 0,0 1 0 0 0,-28-7-1 0 0,34 11-58 0 0,-1 0-1 0 0,0 1 0 0 0,0 0 1 0 0,0 1-1 0 0,0 0 1 0 0,0 0-1 0 0,0 1 0 0 0,-10 2 1 0 0,13-2-73 0 0,0 1 1 0 0,1-1 0 0 0,-1 1 0 0 0,1 1-1 0 0,0-1 1 0 0,0 1 0 0 0,0 0 0 0 0,0 0-1 0 0,0 1 1 0 0,1-1 0 0 0,-1 1 0 0 0,1 0 0 0 0,-6 7-1 0 0,5-4-1442 0 0,1 0 0 0 0,0 0-1 0 0,0 0 1 0 0,1 0 0 0 0,0 1-1 0 0,0 0 1 0 0,-2 9 0 0 0,-2 9-2810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9:23.50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58 217 4280 0 0,'-2'0'283'0'0,"0"-1"0"0"0,-1 0-1 0 0,1 1 1 0 0,0-1 0 0 0,0 0-1 0 0,-1 0 1 0 0,1 0 0 0 0,0-1-1 0 0,0 1 1 0 0,0 0-1 0 0,0-1 1 0 0,1 1 0 0 0,-1-1-1 0 0,0 0 1 0 0,1 0 0 0 0,-1 0-1 0 0,1 1 1 0 0,-1-1 0 0 0,-1-4-1 0 0,1 3 188 0 0,0-1-1 0 0,0 0 1 0 0,0 0-1 0 0,0 0 1 0 0,0-1 0 0 0,1 1-1 0 0,0 0 1 0 0,0-1-1 0 0,-1-6 1 0 0,1 3 10 0 0,1 0 0 0 0,1 1 0 0 0,-1-1 1 0 0,1 0-1 0 0,1 0 0 0 0,-1 0 0 0 0,1 1 1 0 0,0-1-1 0 0,7-13 0 0 0,-7 17-392 0 0,1 0 0 0 0,-1-1 0 0 0,1 1 0 0 0,0 1 0 0 0,0-1 0 0 0,1 0 0 0 0,3-3 0 0 0,-5 6-59 0 0,-1 0 1 0 0,1 0 0 0 0,-1-1-1 0 0,1 1 1 0 0,-1 0-1 0 0,1 0 1 0 0,0 1 0 0 0,0-1-1 0 0,-1 0 1 0 0,1 1-1 0 0,0-1 1 0 0,0 1 0 0 0,0-1-1 0 0,0 1 1 0 0,0 0-1 0 0,0 0 1 0 0,0 0 0 0 0,0 0-1 0 0,-1 0 1 0 0,1 0-1 0 0,3 1 1 0 0,-4 0-15 0 0,-1 0 0 0 0,1 0 0 0 0,0 0 0 0 0,0 0 1 0 0,0 0-1 0 0,-1 0 0 0 0,1 0 0 0 0,-1 0 0 0 0,1 0 0 0 0,-1 0 0 0 0,1 0 1 0 0,-1 0-1 0 0,0 1 0 0 0,1-1 0 0 0,-1 0 0 0 0,0 0 0 0 0,0 1 0 0 0,0-1 0 0 0,0 0 1 0 0,0 0-1 0 0,0 1 0 0 0,-1 0 0 0 0,-1 31 101 0 0,1-24-79 0 0,0 1 0 0 0,1 0 0 0 0,0-1-1 0 0,1 1 1 0 0,0-1 0 0 0,3 17 0 0 0,8 11-38 0 0,-8-22 6 0 0,1 0 1 0 0,0 0-1 0 0,1-1 0 0 0,1 0 0 0 0,12 21 1 0 0,-17-32 3 0 0,-1 0 0 0 0,1 1 0 0 0,-1-1 0 0 0,0 0 0 0 0,0 1 0 0 0,0-1 0 0 0,0 1 0 0 0,-1 0 0 0 0,1-1 0 0 0,-1 1 0 0 0,0-1 0 0 0,0 1 0 0 0,0-1 0 0 0,-1 1 0 0 0,1 0 0 0 0,-1-1 0 0 0,0 1 0 0 0,0-1 0 0 0,0 0 0 0 0,0 1 0 0 0,-1-1 0 0 0,1 0 0 0 0,-4 6 0 0 0,-4 6 22 0 0,0-1 1 0 0,-1-1 0 0 0,-18 22 0 0 0,16-24-5 0 0,13-18 19 0 0,18-22 18 0 0,-15 22-58 0 0,1 1 1 0 0,0 0-1 0 0,1 0 1 0 0,-1 1-1 0 0,1-1 1 0 0,0 1-1 0 0,1 1 1 0 0,-1-1-1 0 0,1 1 1 0 0,0 0-1 0 0,0 0 1 0 0,0 1-1 0 0,0 0 1 0 0,1 1-1 0 0,-1-1 1 0 0,1 1-1 0 0,0 1 1 0 0,-1-1-1 0 0,1 1 1 0 0,0 1 0 0 0,12 0-1 0 0,-18 0-6 0 0,1 1 0 0 0,-1 0 0 0 0,0-1 1 0 0,0 1-1 0 0,0 0 0 0 0,0 0 0 0 0,0 1 0 0 0,0-1 0 0 0,0 0 0 0 0,0 1 0 0 0,0-1 0 0 0,-1 1 1 0 0,1-1-1 0 0,-1 1 0 0 0,1 0 0 0 0,-1 0 0 0 0,1-1 0 0 0,-1 1 0 0 0,0 0 0 0 0,0 0 1 0 0,0 1-1 0 0,0-1 0 0 0,0 0 0 0 0,-1 0 0 0 0,1 0 0 0 0,-1 1 0 0 0,1-1 0 0 0,-1 4 1 0 0,2 8-5 0 0,-1 0 1 0 0,0 0 0 0 0,-2 19 0 0 0,1-26 8 0 0,-1 5 4 0 0,0 1 1 0 0,-1 0-1 0 0,0 0 0 0 0,-1-1 0 0 0,-1 1 1 0 0,0-1-1 0 0,0 0 0 0 0,-1 0 0 0 0,-7 11 1 0 0,9-18-12 0 0,1-1 0 0 0,-1 0 0 0 0,-1 1 0 0 0,1-1 0 0 0,0 0 0 0 0,-1 0 0 0 0,0-1 1 0 0,0 1-1 0 0,0-1 0 0 0,0 0 0 0 0,-1 0 0 0 0,1 0 0 0 0,-1-1 0 0 0,1 1 0 0 0,-1-1 0 0 0,0 0 1 0 0,0-1-1 0 0,0 1 0 0 0,0-1 0 0 0,-1 0 0 0 0,1 0 0 0 0,0 0 0 0 0,0-1 0 0 0,-10 0 0 0 0,14-1-147 0 0,-1 1 0 0 0,1 0-1 0 0,0-1 1 0 0,0 1-1 0 0,0-1 1 0 0,-1 1 0 0 0,1-1-1 0 0,0 0 1 0 0,0 0 0 0 0,0 1-1 0 0,0-1 1 0 0,0 0-1 0 0,0 0 1 0 0,0 0 0 0 0,0 0-1 0 0,1 0 1 0 0,-1 0-1 0 0,0 0 1 0 0,0 0 0 0 0,1 0-1 0 0,-1-1 1 0 0,1 1 0 0 0,-1 0-1 0 0,0-2 1 0 0,-7-32-9579 0 0,8 34 9492 0 0,-3-20-4013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9:24.05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640 1 3664 0 0,'-33'0'1928'0'0,"-86"4"2567"0"0,104-2-4026 0 0,-1 1 1 0 0,1 0-1 0 0,0 1 1 0 0,0 1-1 0 0,-26 12 1 0 0,21-6-21 0 0,0 0 1 0 0,1 2 0 0 0,0 0-1 0 0,1 1 1 0 0,1 1-1 0 0,0 0 1 0 0,-20 24-1 0 0,17-14-172 0 0,2 1 0 0 0,0 0-1 0 0,1 1 1 0 0,-22 52 0 0 0,20-30-132 0 0,2 0-1 0 0,3 1 1 0 0,1 1 0 0 0,3 0 0 0 0,2 1 0 0 0,-2 64 0 0 0,9-88-60 0 0,1-1 1 0 0,1 1-1 0 0,2 0 1 0 0,1-1 0 0 0,1 1-1 0 0,11 35 1 0 0,-12-49-47 0 0,2 0 1 0 0,0 0-1 0 0,1 0 1 0 0,0-1-1 0 0,1 0 1 0 0,0 0-1 0 0,1-1 1 0 0,1 0-1 0 0,0 0 1 0 0,1-1-1 0 0,0-1 1 0 0,0 1-1 0 0,14 8 1 0 0,-1-5 5 0 0,0 0 1 0 0,0-2 0 0 0,1-1-1 0 0,1-1 1 0 0,0-1-1 0 0,0-1 1 0 0,1-1-1 0 0,-1-2 1 0 0,1-1 0 0 0,1-1-1 0 0,-1-1 1 0 0,0-1-1 0 0,42-4 1 0 0,-50-1-18 0 0,1 0-1 0 0,-1-1 1 0 0,0-1 0 0 0,0 0-1 0 0,-1-2 1 0 0,0 0 0 0 0,0-1 0 0 0,-1-1-1 0 0,27-20 1 0 0,11-13 91 0 0,66-67 1 0 0,-119 107-117 0 0,15-13 55 0 0,-1 0 0 0 0,-1-1 0 0 0,-1-1 0 0 0,23-36 0 0 0,-31 41-13 0 0,1 0 1 0 0,-2-1-1 0 0,1 0 1 0 0,-2 1-1 0 0,0-2 1 0 0,-1 1-1 0 0,0 0 1 0 0,1-25-1 0 0,-3-2 33 0 0,-1 0 0 0 0,-2 0 0 0 0,-2 0 0 0 0,-11-52 0 0 0,10 71-53 0 0,-1-1 0 0 0,-1 2 0 0 0,-1-1 0 0 0,-1 1 1 0 0,-1 0-1 0 0,0 1 0 0 0,-2 0 0 0 0,0 1 0 0 0,-19-22 0 0 0,21 30 18 0 0,-1 0 0 0 0,0 1-1 0 0,-1 0 1 0 0,0 1 0 0 0,0 0 0 0 0,-1 1-1 0 0,0 1 1 0 0,-1 0 0 0 0,1 0-1 0 0,-1 2 1 0 0,-19-6 0 0 0,13 6-300 0 0,0 0 0 0 0,-38-2 1 0 0,31 6-2072 0 0,-48 4 0 0 0,52-2-2081 0 0,0 0 1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9:29.19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13 68 4216 0 0,'7'-67'8985'0'0,"-18"92"-4527"0"0,8-3-4144 0 0,0 0 1 0 0,1 1-1 0 0,2 35 1 0 0,0-31-168 0 0,0-15-118 0 0,0-7 23 0 0,0 1 1 0 0,0-1 0 0 0,0 1-1 0 0,1-1 1 0 0,-1 0 0 0 0,1 1-1 0 0,3 7 1 0 0,-3-11-33 0 0,0-1 0 0 0,0 1 0 0 0,0 0 0 0 0,1-1 0 0 0,-1 1 1 0 0,0-1-1 0 0,1 1 0 0 0,0-1 0 0 0,-1 0 0 0 0,1 0 0 0 0,0 0 0 0 0,-1 0 0 0 0,1 0 0 0 0,0 0 1 0 0,0 0-1 0 0,0 0 0 0 0,0-1 0 0 0,0 1 0 0 0,0-1 0 0 0,0 1 0 0 0,0-1 0 0 0,0 0 0 0 0,4 0 1 0 0,47 2 190 0 0,0-3 1 0 0,1-3 0 0 0,103-19-1 0 0,-65 8-93 0 0,-57 11-636 0 0,-34 4 277 0 0,-15-1-1281 0 0,7 0 1316 0 0,1-1-1 0 0,-1-1 1 0 0,1 1-1 0 0,-1-1 1 0 0,1 0-1 0 0,0-1 1 0 0,0 0-1 0 0,0 0 1 0 0,0 0-1 0 0,1 0 1 0 0,0-1-1 0 0,0 0 1 0 0,-5-5-1 0 0,-4-9 113 0 0,0 0 0 0 0,-17-34 0 0 0,29 50 142 0 0,-1 9 1656 0 0,1 16-878 0 0,1 24 36 0 0,-5 321 2134 0 0,6-362-3058 0 0,1-1 1 0 0,-1 1-1 0 0,1 0 0 0 0,0-1 0 0 0,0 1 0 0 0,3 8 0 0 0,-3-12-169 0 0,-1 0 1 0 0,1 0-1 0 0,-1 0 0 0 0,1 0 0 0 0,0 0 0 0 0,-1 0 1 0 0,1 0-1 0 0,0-1 0 0 0,-1 1 0 0 0,1 0 0 0 0,0 0 1 0 0,0-1-1 0 0,0 1 0 0 0,0 0 0 0 0,1 0 0 0 0,-1-1-193 0 0,0 0 1 0 0,0 0-1 0 0,0 1 0 0 0,0-1 0 0 0,-1 0 0 0 0,1 0 0 0 0,0 0 1 0 0,0 0-1 0 0,0 0 0 0 0,0-1 0 0 0,0 1 0 0 0,0 0 0 0 0,0 0 1 0 0,0-1-1 0 0,0 1 0 0 0,0 0 0 0 0,-1-1 0 0 0,1 1 0 0 0,0-1 0 0 0,0 1 1 0 0,0-2-1 0 0,10-6-3821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9:29.76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547 85 3048 0 0,'-22'-7'829'0'0,"-1"0"0"0"0,1 2 0 0 0,-2 0-1 0 0,1 2 1 0 0,0 0 0 0 0,-1 2-1 0 0,1 0 1 0 0,-39 5 0 0 0,48-3-592 0 0,1 1 0 0 0,0 0 0 0 0,0 1 0 0 0,0 0 0 0 0,0 1 0 0 0,1 1 0 0 0,-1 0 0 0 0,1 0 0 0 0,0 1 0 0 0,1 1 0 0 0,-1 0 0 0 0,1 1 0 0 0,1 0 0 0 0,-1 0 0 0 0,1 1 0 0 0,1 1 0 0 0,0 0 0 0 0,0 0 0 0 0,1 0 0 0 0,0 1 0 0 0,1 1 0 0 0,0-1 0 0 0,1 1 0 0 0,0 0 0 0 0,1 0 0 0 0,0 1 0 0 0,1 0 0 0 0,-3 19 0 0 0,0 4 2 0 0,2 0 0 0 0,1 0 0 0 0,2 1-1 0 0,2-1 1 0 0,8 64 0 0 0,-1-59-123 0 0,2 0 0 0 0,2-1 0 0 0,2-1-1 0 0,1 0 1 0 0,2-1 0 0 0,2 0 0 0 0,34 55 0 0 0,-37-71-62 0 0,1-1 0 0 0,1 0 0 0 0,1-1 0 0 0,1-1 0 0 0,30 24 0 0 0,-34-31-27 0 0,1-1-1 0 0,0-1 1 0 0,1-1 0 0 0,0 0 0 0 0,1-1 0 0 0,-1-1 0 0 0,1-1 0 0 0,25 6 0 0 0,-20-8-4 0 0,1-1-1 0 0,0 0 1 0 0,40-3 0 0 0,-48 0-16 0 0,0-2 0 0 0,0 0 0 0 0,-1-1 0 0 0,1-1 0 0 0,-1-1 1 0 0,1 0-1 0 0,-1 0 0 0 0,-1-2 0 0 0,18-9 0 0 0,6-8 18 0 0,64-51-1 0 0,-94 68-19 0 0,24-19 33 0 0,-1-2 1 0 0,-2-1-1 0 0,0-1 0 0 0,-2-1 1 0 0,-2-2-1 0 0,-1-1 1 0 0,-2 0-1 0 0,-1-2 1 0 0,25-56-1 0 0,-40 74 6 0 0,0-1 0 0 0,-1 1 0 0 0,-1-1 0 0 0,-1 0 0 0 0,-1 0 0 0 0,0-1 0 0 0,-1 1 0 0 0,-2 0 0 0 0,0-1 0 0 0,0 1 0 0 0,-2 0 0 0 0,-1 0 0 0 0,0 0 0 0 0,-1 1 0 0 0,-1-1 0 0 0,-1 1 0 0 0,0 0 0 0 0,-2 1 0 0 0,0 0 0 0 0,0 0 0 0 0,-2 1-1 0 0,0 0 1 0 0,-1 1 0 0 0,-1 0 0 0 0,0 1 0 0 0,-1 0 0 0 0,0 1 0 0 0,-30-20 0 0 0,11 11 4 0 0,-1 1-1 0 0,-1 1 0 0 0,-40-15 0 0 0,51 26-119 0 0,0 0-1 0 0,0 2 0 0 0,-1 1 1 0 0,0 0-1 0 0,-50-3 0 0 0,72 9-67 0 0,0 0 0 0 0,-1 0 0 0 0,1 0 0 0 0,0 1 0 0 0,-1-1 0 0 0,1 1 1 0 0,0 0-1 0 0,-6 2 0 0 0,-11 11-7946 0 0,15-8 3890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9:16.72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93 80 3168 0 0,'-1'-1'256'0'0,"0"-1"-1"0"0,0 1 1 0 0,0-1-1 0 0,1 0 1 0 0,-1 1-1 0 0,0-1 1 0 0,1 0-1 0 0,-1 1 1 0 0,1-1-1 0 0,-1 0 1 0 0,1 1-1 0 0,0-1 1 0 0,0 0-1 0 0,0-3 1 0 0,0-33 2491 0 0,0 25-980 0 0,0 13-1673 0 0,1 1 1218 0 0,0 0-1218 0 0,-1-1-1 0 0,0 0 1 0 0,0 0 0 0 0,0 0 0 0 0,0 0-1 0 0,0 0 1 0 0,0 0 0 0 0,1 0-1 0 0,-1 0 1 0 0,0 0 0 0 0,0 0 0 0 0,0 0-1 0 0,0 0 1 0 0,0 0 0 0 0,0 0 0 0 0,1 0-1 0 0,-1 0 1 0 0,0 0 0 0 0,0 0-1 0 0,0 0 1 0 0,0 0 0 0 0,2-1 1218 0 0,-2 1-1218 0 0,0 0 0 0 0,0 0-1 0 0,0-1 1 0 0,0 1 0 0 0,14 23 1518 0 0,12 34-899 0 0,-16-24-422 0 0,-1 1-1 0 0,-2 1 1 0 0,-1-1-1 0 0,-1 1 1 0 0,-3 0-1 0 0,0 1 1 0 0,-7 68-1 0 0,4-95-243 0 0,-1 1 0 0 0,1 0 0 0 0,-2 0-1 0 0,1-1 1 0 0,-1 1 0 0 0,-1-1 0 0 0,0 0-1 0 0,0 0 1 0 0,-1 0 0 0 0,0 0 0 0 0,0-1-1 0 0,-1 0 1 0 0,0 0 0 0 0,-1 0 0 0 0,0-1-1 0 0,0 0 1 0 0,0-1 0 0 0,-1 1 0 0 0,0-1-1 0 0,0-1 1 0 0,0 1 0 0 0,-1-1 0 0 0,0-1-1 0 0,0 0 1 0 0,-12 4 0 0 0,21-8-68 0 0,0 0 1 0 0,0 0-1 0 0,0-1 1 0 0,0 1 0 0 0,0 0-1 0 0,0 0 1 0 0,1-1-1 0 0,-1 1 1 0 0,0 0-1 0 0,0 0 1 0 0,0 0 0 0 0,0-1-1 0 0,0 1 1 0 0,0 0-1 0 0,0 0 1 0 0,0-1-1 0 0,0 1 1 0 0,0 0-1 0 0,0 0 1 0 0,0 0 0 0 0,0-1-1 0 0,0 1 1 0 0,-1 0-1 0 0,1 0 1 0 0,0-1-1 0 0,0 1 1 0 0,0 0 0 0 0,0 0-1 0 0,0 0 1 0 0,0 0-1 0 0,-1-1 1 0 0,1 1-1 0 0,0 0 1 0 0,0 0 0 0 0,0 0-1 0 0,0 0 1 0 0,-1-1-1 0 0,1 1 1 0 0,0 0-1 0 0,0 0 1 0 0,0 0-1 0 0,-1 0 1 0 0,1 0 0 0 0,0 0-1 0 0,0 0 1 0 0,0 0-1 0 0,-1 0 1 0 0,1 0-1 0 0,0 0 1 0 0,0 0 0 0 0,-1 0-1 0 0,1 0 1 0 0,0 0-1 0 0,0 0 1 0 0,0 0-1 0 0,-1 0 1 0 0,1 0 0 0 0,0 0-1 0 0,0 0 1 0 0,-1 0-1 0 0,1 0 1 0 0,0 0-1 0 0,0 0 1 0 0,0 0-1 0 0,-1 1 1 0 0,14-19-5880 0 0,-10 14 3649 0 0,6-8-2125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9:17.65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35 114 3424 0 0,'0'-8'912'0'0,"-1"0"0"0"0,-1 0 0 0 0,1 0 1 0 0,-1 0-1 0 0,-4-9 0 0 0,3 10 2 0 0,1-1 0 0 0,0 0 0 0 0,0 0 1 0 0,0 0-1 0 0,1-10 0 0 0,0 176 4650 0 0,2 209-4453 0 0,-1-346-1021 0 0,1 19 222 0 0,1-1 0 0 0,14 78 0 0 0,-9-98-119 0 0,-4-25-11 0 0,-2-35-6 0 0,-1 33-200 0 0,-3-59 68 0 0,-3 0-1 0 0,-15-73 1 0 0,15 94 2 0 0,2-1 0 0 0,4-66 0 0 0,1 54-19 0 0,-2 53-27 0 0,1 1-1 0 0,1-1 0 0 0,-1 1 1 0 0,1 0-1 0 0,0-1 1 0 0,0 1-1 0 0,1 0 1 0 0,-1 0-1 0 0,1 0 0 0 0,0 0 1 0 0,1 0-1 0 0,-1 0 1 0 0,1 0-1 0 0,0 1 1 0 0,0-1-1 0 0,1 1 0 0 0,-1 0 1 0 0,1 0-1 0 0,6-5 1 0 0,-2 4-5 0 0,-1 0 0 0 0,2 0 0 0 0,-1 1 1 0 0,0 0-1 0 0,1 1 0 0 0,0 0 0 0 0,0 0 0 0 0,0 1 1 0 0,0 0-1 0 0,15-1 0 0 0,-19 2 7 0 0,0 0 1 0 0,0 1-1 0 0,-1 0 0 0 0,1 0 0 0 0,0 0 1 0 0,0 1-1 0 0,0-1 0 0 0,0 1 0 0 0,-1 1 1 0 0,1-1-1 0 0,0 1 0 0 0,-1-1 0 0 0,1 1 1 0 0,-1 0-1 0 0,0 1 0 0 0,1-1 0 0 0,-1 1 1 0 0,0 0-1 0 0,-1 0 0 0 0,1 0 0 0 0,0 1 1 0 0,-1-1-1 0 0,0 1 0 0 0,0 0 0 0 0,0-1 1 0 0,0 2-1 0 0,0-1 0 0 0,-1 0 1 0 0,0 0-1 0 0,0 1 0 0 0,0-1 0 0 0,-1 1 1 0 0,1 0-1 0 0,-1-1 0 0 0,0 1 0 0 0,0 0 1 0 0,-1 0-1 0 0,1 5 0 0 0,-1 6 10 0 0,1 0 1 0 0,-2 0-1 0 0,0 0 0 0 0,-1 0 1 0 0,-1 0-1 0 0,0 0 0 0 0,-1-1 1 0 0,-9 23-1 0 0,1-9 16 0 0,-1-1 0 0 0,-2 0 0 0 0,-25 36 0 0 0,39-62-24 0 0,-20 31 15 0 0,20-32-18 0 0,0 1-1 0 0,0 0 1 0 0,0 0 0 0 0,0-1-1 0 0,0 1 1 0 0,1 0 0 0 0,-1 0-1 0 0,0 0 1 0 0,1 0 0 0 0,0 0-1 0 0,-1 0 1 0 0,1 0 0 0 0,0 0-1 0 0,0 3 1 0 0,1-4 0 0 0,0 0-1 0 0,0 0 1 0 0,0 0 0 0 0,0 0-1 0 0,0 0 1 0 0,0-1 0 0 0,0 1-1 0 0,1 0 1 0 0,-1-1 0 0 0,0 1 0 0 0,0 0-1 0 0,0-1 1 0 0,1 0 0 0 0,-1 1-1 0 0,0-1 1 0 0,1 0 0 0 0,-1 0-1 0 0,0 1 1 0 0,3-1 0 0 0,30 0 4 0 0,-26 0-3 0 0,12 0 2 0 0,15 0 8 0 0,50 5 1 0 0,-74-3-10 0 0,-2 0 1 0 0,1 0-1 0 0,0 0 1 0 0,0 2-1 0 0,-1-1 1 0 0,1 1-1 0 0,-1 0 1 0 0,0 1-1 0 0,14 10 1 0 0,-21-14-1 0 0,1 1 0 0 0,-1 0 0 0 0,0 0 0 0 0,0 0 0 0 0,0 0-1 0 0,0 0 1 0 0,0 0 0 0 0,0 0 0 0 0,-1 1 0 0 0,1-1 0 0 0,-1 1 0 0 0,0-1 0 0 0,1 1 0 0 0,-1-1 0 0 0,0 1 0 0 0,-1 0 0 0 0,1 0 0 0 0,0 0 0 0 0,-1-1 0 0 0,0 1 0 0 0,1 4 0 0 0,-2-2 3 0 0,0-1 0 0 0,0 1 0 0 0,0-1 0 0 0,-1 0-1 0 0,1 0 1 0 0,-1 0 0 0 0,0 0 0 0 0,0 0 0 0 0,0 0 0 0 0,-1 0 0 0 0,0 0 0 0 0,-3 3 0 0 0,-8 8 20 0 0,0-2-1 0 0,-1 0 0 0 0,0 0 1 0 0,-25 14-1 0 0,38-25-22 0 0,-29 18 9 0 0,-2-2-1 0 0,0-1 1 0 0,-1-1 0 0 0,-51 16-1 0 0,100-37-1474 0 0,7-4-5232 0 0,38-20 1 0 0,-30 10 2325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9:18.11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43 76 2968 0 0,'0'0'534'0'0,"0"-25"4430"0"0,0 22-4625 0 0,-1 1 0 0 0,1 0 0 0 0,0-1 0 0 0,1 1 0 0 0,-1 0 0 0 0,0-1 0 0 0,1 1 0 0 0,-1 0 1 0 0,1-1-1 0 0,0 1 0 0 0,0 0 0 0 0,0 0 0 0 0,0 0 0 0 0,0-1 0 0 0,0 1 0 0 0,1 1 0 0 0,-1-1 0 0 0,0 0 0 0 0,1 0 0 0 0,0 0 0 0 0,-1 1 0 0 0,4-3 0 0 0,-5 4-272 0 0,1 0-1 0 0,-1 0 1 0 0,0 0-1 0 0,1 0 1 0 0,-1 0-1 0 0,1 0 1 0 0,-1 0-1 0 0,0 0 1 0 0,1 0 0 0 0,-1 0-1 0 0,0 1 1 0 0,1-1-1 0 0,-1 0 1 0 0,1 0-1 0 0,-1 0 1 0 0,0 0-1 0 0,1 1 1 0 0,-1-1-1 0 0,0 0 1 0 0,1 0-1 0 0,-1 1 1 0 0,0-1-1 0 0,0 0 1 0 0,1 0 0 0 0,-1 1-1 0 0,0-1 1 0 0,0 0-1 0 0,1 1 1 0 0,-1-1-1 0 0,0 0 1 0 0,0 1-1 0 0,0-1 1 0 0,0 1-1 0 0,0-1 1 0 0,1 0-1 0 0,-1 1 1 0 0,0-1-1 0 0,0 1 1 0 0,0-1 0 0 0,0 0-1 0 0,0 1 1 0 0,0 0-1 0 0,1 20 616 0 0,-1-18-471 0 0,1 101 1556 0 0,-8 180 192 0 0,5-265-1755 0 0,-1 1 0 0 0,-9 29 0 0 0,10-44-218 0 0,0 1-1 0 0,0-1 1 0 0,0 0-1 0 0,0 1 0 0 0,-1-1 1 0 0,0 0-1 0 0,0 0 1 0 0,-1-1-1 0 0,1 1 1 0 0,-1-1-1 0 0,0 0 0 0 0,0 0 1 0 0,-7 5-1 0 0,7-6-195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9:19.20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158 148 2664 0 0,'0'0'468'0'0,"5"22"2662"0"0,-2 6-1417 0 0,-2-16-941 0 0,0 1 0 0 0,1-1-1 0 0,1 0 1 0 0,6 22 0 0 0,-8-31-598 0 0,1-1 1 0 0,-1 1 0 0 0,0-1 0 0 0,1 1-1 0 0,-1-1 1 0 0,1 1 0 0 0,-1-1-1 0 0,1 0 1 0 0,0 0 0 0 0,0 0-1 0 0,0 0 1 0 0,0 0 0 0 0,1-1 0 0 0,-1 1-1 0 0,0-1 1 0 0,1 1 0 0 0,-1-1-1 0 0,1 0 1 0 0,0 0 0 0 0,-1 0 0 0 0,1 0-1 0 0,0 0 1 0 0,-1-1 0 0 0,1 1-1 0 0,0-1 1 0 0,0 0 0 0 0,3 0 0 0 0,-3 0-65 0 0,1 0 0 0 0,-1-1 0 0 0,1 1 0 0 0,-1-1 0 0 0,0 0 0 0 0,1 0 0 0 0,-1 0 0 0 0,0 0 0 0 0,0-1 0 0 0,0 1 0 0 0,1-1 0 0 0,-2 0 0 0 0,1 0 0 0 0,5-4 0 0 0,-3 1 2 0 0,0 0-1 0 0,0 0 0 0 0,-1-1 0 0 0,0 1 0 0 0,0-1 1 0 0,0 0-1 0 0,2-7 0 0 0,1-2 30 0 0,-2 0 0 0 0,1 0 0 0 0,-2 0 0 0 0,0-1 0 0 0,-1 1 0 0 0,1-18 0 0 0,-3 28-103 0 0,-1-1-1 0 0,1 1 1 0 0,-1-1 0 0 0,-1 0-1 0 0,1 1 1 0 0,-1-1 0 0 0,0 1-1 0 0,0-1 1 0 0,0 1 0 0 0,-1-1-1 0 0,0 1 1 0 0,-4-7 0 0 0,4 9-21 0 0,0 0 1 0 0,-1 0 0 0 0,0 0 0 0 0,1 1-1 0 0,-1-1 1 0 0,0 1 0 0 0,0-1 0 0 0,0 1 0 0 0,-1 0-1 0 0,1 0 1 0 0,0 1 0 0 0,-1-1 0 0 0,0 1-1 0 0,1 0 1 0 0,-1 0 0 0 0,0 0 0 0 0,1 0-1 0 0,-1 0 1 0 0,-4 1 0 0 0,-13-3 34 0 0,-67-6 119 0 0,78 8-148 0 0,0 1 0 0 0,0 1 1 0 0,-1 0-1 0 0,1 0 0 0 0,0 1 0 0 0,-13 4 0 0 0,18-4-15 0 0,0 0 0 0 0,1 1 0 0 0,-1 0 0 0 0,1 0 0 0 0,0 0 0 0 0,0 0 0 0 0,0 1 0 0 0,0-1 0 0 0,1 1 0 0 0,-1 0 0 0 0,1 0 0 0 0,0 0 1 0 0,0 1-1 0 0,1-1 0 0 0,-1 1 0 0 0,1 0 0 0 0,0 0 0 0 0,0-1 0 0 0,1 1 0 0 0,-2 7 0 0 0,-3 12 47 0 0,2 2 0 0 0,-4 46 0 0 0,7-48-13 0 0,-3 14 59 0 0,3 0 1 0 0,0 1-1 0 0,3-1 0 0 0,10 62 0 0 0,-9-84-46 0 0,1 0-1 0 0,1-1 1 0 0,0 1 0 0 0,1-1-1 0 0,1-1 1 0 0,0 1 0 0 0,1-1 0 0 0,1 0-1 0 0,0-1 1 0 0,1 0 0 0 0,0 0-1 0 0,1-1 1 0 0,18 16 0 0 0,-16-17-4 0 0,1-1-1 0 0,1 0 1 0 0,-1-1 0 0 0,1 0 0 0 0,1-1 0 0 0,0-1 0 0 0,0 0-1 0 0,0-2 1 0 0,1 0 0 0 0,-1 0 0 0 0,1-2 0 0 0,1 0 0 0 0,-1-1-1 0 0,0 0 1 0 0,0-2 0 0 0,1 0 0 0 0,-1-1 0 0 0,0 0 0 0 0,1-2-1 0 0,20-5 1 0 0,1-2 81 0 0,38-16 1 0 0,-12 3 86 0 0,-61 23 1777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9:25.58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20 23 3020 0 0,'8'-19'9008'0'0,"-5"18"-8615"0"0,0 0 0 0 0,0 1-1 0 0,-1-1 1 0 0,1 1-1 0 0,0 0 1 0 0,0 0 0 0 0,0 0-1 0 0,0 0 1 0 0,4 1-1 0 0,-5 0-347 0 0,-1-1 0 0 0,1 1 0 0 0,0 0 0 0 0,-1 0 0 0 0,0 0 0 0 0,1 0 0 0 0,-1 1 0 0 0,0-1 0 0 0,1 0 0 0 0,-1 1 0 0 0,0-1 0 0 0,0 0 0 0 0,0 1 0 0 0,0-1 0 0 0,-1 1 0 0 0,1 0 1 0 0,0-1-1 0 0,1 4 0 0 0,1 9 92 0 0,1 1 1 0 0,-2-1-1 0 0,0 1 1 0 0,0 0-1 0 0,-2 0 1 0 0,-1 27-1 0 0,0-8 141 0 0,-1 94 1287 0 0,1-126-1536 0 0,1 1-1 0 0,-1 0 0 0 0,0 0 1 0 0,0-1-1 0 0,0 1 0 0 0,0 0 1 0 0,0-1-1 0 0,-1 1 1 0 0,1-1-1 0 0,-1 0 0 0 0,1 1 1 0 0,-1-1-1 0 0,0 0 1 0 0,0 0-1 0 0,0 0 0 0 0,0 0 1 0 0,0 0-1 0 0,-1-1 1 0 0,1 1-1 0 0,-4 1 0 0 0,-13 12 208 0 0,16-12-85 0 0,3-2-127 0 0,0-1 0 0 0,-1 1 0 0 0,1-1 0 0 0,-1 1 1 0 0,1-1-1 0 0,-1 0 0 0 0,1 0 0 0 0,-1 1 0 0 0,1-1 1 0 0,-1 0-1 0 0,1 0 0 0 0,-1 1 0 0 0,1-1 0 0 0,-1 0 1 0 0,0 0-1 0 0,1 0 0 0 0,-1 0 0 0 0,1 0 0 0 0,-1 0 0 0 0,0 0 1 0 0,1 0-1 0 0,-1 0 0 0 0,1 0 0 0 0,-1 0 0 0 0,-1-1 1 0 0,-3 2-525 0 0,-11 0 1007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9:26.28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50 3776 0 0,'1'-31'5140'0'0,"-1"30"-4975"0"0,0 0 0 0 0,0 0 0 0 0,0 0 0 0 0,0 1 0 0 0,0-1 0 0 0,0 0 0 0 0,1 0-1 0 0,-1 1 1 0 0,0-1 0 0 0,0 0 0 0 0,1 0 0 0 0,-1 1 0 0 0,1-1 0 0 0,-1 0 0 0 0,0 0 0 0 0,1 1 0 0 0,0-1 0 0 0,-1 1-1 0 0,1-1 1 0 0,-1 0 0 0 0,1 1 0 0 0,-1-1 0 0 0,1 1 0 0 0,1-1 0 0 0,0 1 36 0 0,-1 1 0 0 0,0 0 1 0 0,0-1-1 0 0,0 1 0 0 0,1 0 0 0 0,-1 0 1 0 0,0 0-1 0 0,0 0 0 0 0,0 0 0 0 0,0 0 1 0 0,0 0-1 0 0,0 0 0 0 0,-1 0 0 0 0,2 2 0 0 0,8 14 395 0 0,0 1 0 0 0,-1 0 0 0 0,-2 1-1 0 0,0-1 1 0 0,7 31 0 0 0,8 30-219 0 0,-4 2 0 0 0,-4 0 0 0 0,-3 1 0 0 0,-4 0 0 0 0,-4 0 0 0 0,-8 102 0 0 0,6-147-175 0 0,-1-35-189 0 0,0-5-30 0 0,-4-18-143 0 0,-35-149-841 0 0,20 95 525 0 0,-11-86 0 0 0,26 129 357 0 0,-1 4 8 0 0,2 0 1 0 0,0 0-1 0 0,2-1 1 0 0,2 1-1 0 0,0 0 1 0 0,7-34-1 0 0,-7 58 112 0 0,0 0 1 0 0,0-1-1 0 0,1 1 0 0 0,-1 0 0 0 0,1 0 1 0 0,0 1-1 0 0,0-1 0 0 0,1 0 1 0 0,-1 1-1 0 0,1-1 0 0 0,-1 1 0 0 0,1 0 1 0 0,0 0-1 0 0,1 0 0 0 0,-1 0 1 0 0,0 0-1 0 0,7-3 0 0 0,-4 3 18 0 0,-1 1 0 0 0,0 0 0 0 0,1 1 0 0 0,0-1 0 0 0,-1 1 0 0 0,1 0 0 0 0,0 0 0 0 0,-1 1 1 0 0,1-1-1 0 0,0 1 0 0 0,0 1 0 0 0,5 0 0 0 0,0 1 27 0 0,0 0 0 0 0,-1 0 0 0 0,1 1 0 0 0,-1 1 0 0 0,0 0 0 0 0,0 0 0 0 0,0 1 0 0 0,-1 0 0 0 0,0 1 0 0 0,0 0 0 0 0,0 0 0 0 0,-1 1 0 0 0,14 13 0 0 0,-7-1 58 0 0,-1 0 1 0 0,-1 1-1 0 0,-1 1 1 0 0,0 0-1 0 0,-2 0 1 0 0,0 1-1 0 0,-2 0 1 0 0,0 1-1 0 0,-1 0 1 0 0,-2 0-1 0 0,0 0 1 0 0,-2 1-1 0 0,0-1 1 0 0,-2 41-1 0 0,-2-53-49 0 0,-1 0-1 0 0,0 0 0 0 0,0-1 1 0 0,-2 1-1 0 0,1-1 0 0 0,-1 1 1 0 0,-1-1-1 0 0,0 0 0 0 0,0-1 0 0 0,-1 1 1 0 0,0-1-1 0 0,0 0 0 0 0,-15 14 1 0 0,-6 3 85 0 0,0-2 0 0 0,-55 37 0 0 0,37-28-144 0 0,36-25 809 0 0,4 0-3592 0 0,5-8 2522 0 0,0 0-1 0 0,0 1 1 0 0,0-1-1 0 0,0 1 1 0 0,0-1-1 0 0,0 0 1 0 0,0 1-1 0 0,1-1 1 0 0,-1 1-1 0 0,0-1 1 0 0,0 0-1 0 0,0 1 1 0 0,1-1-1 0 0,-1 0 0 0 0,0 1 1 0 0,0-1-1 0 0,2 2-1327 0 0,-2-2 1328 0 0,1 0-1 0 0,-1 0 1 0 0,1 0-1 0 0,-1 1 1 0 0,0-1-1 0 0,1 0 1 0 0,-1 0-1 0 0,0 0 1 0 0,1 0-1 0 0,-1 0 1 0 0,1 0-1 0 0,-1 0 1 0 0,0 0-1 0 0,1 0 0 0 0,-1 0 1 0 0,1 0-1 0 0,-1 0 1 0 0,1 0-1 0 0,-1 0 1 0 0,0 0-1 0 0,1 0 1 0 0,-1 0-1 0 0,1-1 1 0 0,10 1-4060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9:26.46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61 1 4416 0 0,'0'0'2370'0'0,"6"18"2240"0"0,-7 23-813 0 0,-8 61 0 0 0,3-71-2694 0 0,-1-1 0 0 0,-16 47 0 0 0,12-37-972 0 0,7-22-3467 0 0,-1 0-6969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9:26.85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19 4368 0 0,'3'-18'7318'0'0,"4"29"-4419"0"0,6 30-960 0 0,-6 0-979 0 0,-2 1 0 0 0,-2-1 0 0 0,-2 1 0 0 0,-5 55 0 0 0,1-27-598 0 0,3-45-221 0 0,-2 30 327 0 0,2-1-1 0 0,10 72 0 0 0,-9-122-425 0 0,0 0 0 0 0,0 0 0 0 0,0 0 0 0 0,0 0-1 0 0,1 0 1 0 0,-1 0 0 0 0,1-1 0 0 0,0 1 0 0 0,0-1-1 0 0,0 1 1 0 0,1-1 0 0 0,-1 0 0 0 0,1 1 0 0 0,0-1-1 0 0,0-1 1 0 0,5 5 0 0 0,-3-4 3 0 0,0 0 1 0 0,0 0-1 0 0,1 0 0 0 0,0-1 1 0 0,-1 0-1 0 0,1 0 0 0 0,0-1 1 0 0,0 0-1 0 0,0 0 0 0 0,7 1 1 0 0,10-2 40 0 0,0-1 0 0 0,0-1 1 0 0,0 0-1 0 0,39-11 0 0 0,-13 1-38 0 0,88-33 1 0 0,-108 32-653 0 0,30-17 0 0 0,-39 18-1074 0 0,0-1 0 0 0,19-17 1 0 0,-31 22 117 0 0,0 1-1 0 0,-1-1 1 0 0,1-1 0 0 0,-2 0 0 0 0,9-12 0 0 0,3-11-3121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9:27.04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55 4720 0 0,'0'0'2468'0'0,"19"0"156"0"0,121 2 1899 0 0,144-4 528 0 0,-279 1-4858 0 0,47-6-3071 0 0,-49 6 2357 0 0,-1 1 1 0 0,1-1 0 0 0,-1 0 0 0 0,1 0-1 0 0,-1 0 1 0 0,1-1 0 0 0,-1 1 0 0 0,0 0 0 0 0,0-1-1 0 0,1 0 1 0 0,-1 0 0 0 0,0 1 0 0 0,0-1-1 0 0,-1 0 1 0 0,1 0 0 0 0,2-5 0 0 0,3-11-3401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9:27.18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19 65 4440 0 0,'-1'0'174'0'0,"0"0"0"0"0,0 0-1 0 0,1 0 1 0 0,-1 0-1 0 0,0 0 1 0 0,0 0-1 0 0,0 0 1 0 0,1 0-1 0 0,-1 0 1 0 0,0-1-1 0 0,0 1 1 0 0,1 0 0 0 0,-1 0-1 0 0,0-1 1 0 0,0 1-1 0 0,1-1 1 0 0,-1 1-1 0 0,0 0 1 0 0,1-1-1 0 0,-1 1 1 0 0,1-1 0 0 0,-1 0-1 0 0,0 0 1 0 0,1 0-91 0 0,0 1 0 0 0,0-1 0 0 0,0 1 0 0 0,0-1 0 0 0,1 1 0 0 0,-1-1 0 0 0,0 0 0 0 0,0 1 0 0 0,1-1 0 0 0,-1 1 0 0 0,0-1 0 0 0,1 1 0 0 0,-1 0 0 0 0,0-1 0 0 0,1 1 0 0 0,-1-1 0 0 0,1 1 0 0 0,-1 0 0 0 0,1-1 0 0 0,-1 1 0 0 0,1 0 0 0 0,-1-1 0 0 0,1 1 0 0 0,-1 0 0 0 0,1 0 0 0 0,-1-1 1 0 0,1 1-1 0 0,0 0 0 0 0,-1 0 0 0 0,1 0 0 0 0,-1 0 0 0 0,2 0 0 0 0,29-7 721 0 0,0 1 1 0 0,0 1-1 0 0,1 2 0 0 0,32 1 1 0 0,-10 0-116 0 0,227-6 383 0 0,-1 1-10744 0 0,-199 2 5951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9:30.79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253 32 3784 0 0,'0'-2'450'0'0,"0"0"0"0"0,0 1 0 0 0,0-1 0 0 0,0 0 0 0 0,1 0 0 0 0,-1 1 0 0 0,0-1-1 0 0,1 0 1 0 0,-1 1 0 0 0,1-1 0 0 0,0 1 0 0 0,-1-1 0 0 0,1 1 0 0 0,0-1 0 0 0,1-1 0 0 0,-1 2-314 0 0,0 1 1 0 0,0 0 0 0 0,-1-1-1 0 0,1 1 1 0 0,0 0 0 0 0,0-1 0 0 0,0 1-1 0 0,0 0 1 0 0,0 0 0 0 0,0 0 0 0 0,0 0-1 0 0,0 0 1 0 0,-1 0 0 0 0,1 0 0 0 0,0 0-1 0 0,0 0 1 0 0,0 0 0 0 0,0 0 0 0 0,0 1-1 0 0,0-1 1 0 0,0 0 0 0 0,0 1-1 0 0,-1-1 1 0 0,1 1 0 0 0,0-1 0 0 0,0 1-1 0 0,-1-1 1 0 0,1 1 0 0 0,0-1 0 0 0,0 2-1 0 0,3 1 105 0 0,-1 0 0 0 0,0 0 0 0 0,-1 0 0 0 0,1 0 0 0 0,-1 1 0 0 0,1-1 0 0 0,-1 1 0 0 0,0 0 0 0 0,0-1 0 0 0,-1 1-1 0 0,3 5 1 0 0,12 50 637 0 0,-14-49-754 0 0,4 16 132 0 0,-2-1 0 0 0,-1 0 0 0 0,-1 1 0 0 0,-1 0-1 0 0,-3 34 1 0 0,0-51-187 0 0,0 0-1 0 0,0 0 1 0 0,-1 0-1 0 0,0 0 1 0 0,-1 0-1 0 0,0 0 1 0 0,0-1-1 0 0,-1 0 1 0 0,0 0-1 0 0,0 0 1 0 0,-1-1-1 0 0,0 0 1 0 0,0 0-1 0 0,-1 0 1 0 0,0-1-1 0 0,-10 8 1 0 0,-7 4 132 0 0,0-2 0 0 0,-1 0 0 0 0,-50 22 0 0 0,54-28-72 0 0,12-6-48 0 0,0 1 0 0 0,1-1 0 0 0,-1-1-1 0 0,-1 0 1 0 0,1 0 0 0 0,0 0 0 0 0,-19 1-1 0 0,26-8-725 0 0,5-9-8877 0 0,-2 7 5261 0 0,2-5-216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9:31.33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26 103 3800 0 0,'0'-20'2503'0'0,"-1"9"-1412"0"0,1 0-1 0 0,0 0 1 0 0,1 0-1 0 0,0 0 1 0 0,4-17 0 0 0,-4 83 4697 0 0,1-8-4590 0 0,-2 621 2307 0 0,0-627-3279 0 0,0-25-200 0 0,0-14-157 0 0,0-4-143 0 0,-5-76-2371 0 0,-16-38-9462 0 0,12 75 7898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9:31.52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5 260 2128 0 0,'-1'-3'281'0'0,"0"0"0"0"0,0-1 1 0 0,0 1-1 0 0,1 0 0 0 0,0 0 0 0 0,-1 0 0 0 0,1 0 0 0 0,1-1 0 0 0,-1 1 0 0 0,1-4 0 0 0,-1-2 432 0 0,0 3-383 0 0,1 0 0 0 0,-1 1 1 0 0,1-1-1 0 0,0 1 0 0 0,0-1 0 0 0,1 1 0 0 0,0-1 0 0 0,0 1 0 0 0,0 0 0 0 0,0 0 0 0 0,1 0 1 0 0,0 0-1 0 0,0 0 0 0 0,4-5 0 0 0,-1 3 94 0 0,1 1 1 0 0,0-1-1 0 0,0 1 1 0 0,1 0 0 0 0,-1 1-1 0 0,1 0 1 0 0,16-8-1 0 0,5 2 367 0 0,0 0 0 0 0,1 2 0 0 0,0 1 0 0 0,35-5 0 0 0,-10 5-353 0 0,0 2 0 0 0,0 2 0 0 0,0 3 0 0 0,0 2 0 0 0,67 10 0 0 0,-118-11-452 0 0,-1 1 0 0 0,1 0-1 0 0,0-1 1 0 0,0 2 0 0 0,-1-1 0 0 0,1 0 0 0 0,-1 1 0 0 0,1 0-1 0 0,-1-1 1 0 0,0 1 0 0 0,1 1 0 0 0,-1-1 0 0 0,0 0 0 0 0,2 4-1 0 0,-4-5-110 0 0,0 0 0 0 0,0 0-1 0 0,-1 0 1 0 0,1 0-1 0 0,0 0 1 0 0,-1 1-1 0 0,1-1 1 0 0,-1 0-1 0 0,0 1 1 0 0,1-1 0 0 0,-1 0-1 0 0,0 0 1 0 0,0 1-1 0 0,0-1 1 0 0,1 1-1 0 0,-2-1 1 0 0,1 2-1 0 0,0-1-388 0 0,-1 0 1 0 0,0 1-1 0 0,0-1 0 0 0,0 1 0 0 0,0-1 0 0 0,0 0 0 0 0,0 0 0 0 0,0 0 1 0 0,-1 0-1 0 0,1 0 0 0 0,-1 0 0 0 0,-2 2 0 0 0,-14 12-3386 0 0,-2 1-1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9:31.73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1 130 4432 0 0,'0'0'773'0'0,"12"-1"1609"0"0,257-52 4080 0 0,-90 15-3769 0 0,-158 34-2393 0 0,38-8 1032 0 0,0 3 0 0 0,118-3 0 0 0,-174 12-1424 0 0,-1 0-1 0 0,1 0 1 0 0,0 0 0 0 0,0 1 0 0 0,-1-1 0 0 0,1 1-1 0 0,0 0 1 0 0,-1 0 0 0 0,1 0 0 0 0,-1 0 0 0 0,1 0-1 0 0,-1 0 1 0 0,1 1 0 0 0,-1-1 0 0 0,0 1-1 0 0,3 1 1 0 0,-5-2-115 0 0,1 0 0 0 0,-1-1 0 0 0,0 1-1 0 0,1-1 1 0 0,-1 1 0 0 0,0 0 0 0 0,1-1 0 0 0,-1 1 0 0 0,0 0-1 0 0,0 0 1 0 0,0-1 0 0 0,1 1 0 0 0,-1 0 0 0 0,0 0-1 0 0,0-1 1 0 0,0 1 0 0 0,0 0 0 0 0,-1 0 0 0 0,1-1-1 0 0,0 1 1 0 0,0 0 0 0 0,-1 0 0 0 0,1 1-401 0 0,-2 0-1 0 0,1 0 1 0 0,0 0-1 0 0,0 0 1 0 0,-1 0 0 0 0,1-1-1 0 0,0 1 1 0 0,-1-1 0 0 0,0 1-1 0 0,-3 2 1 0 0,-11 9-3397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9:33.08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46 85 3776 0 0,'-9'1'1347'0'0,"-14"4"364"0"0,22-4-1619 0 0,0-1 0 0 0,1 0 0 0 0,-1 0 1 0 0,0 0-1 0 0,1 0 0 0 0,-1 1 0 0 0,1-1 0 0 0,-1 0 0 0 0,0 0 0 0 0,1 1 0 0 0,-1-1 0 0 0,1 1 0 0 0,-1-1 1 0 0,1 0-1 0 0,-1 1 0 0 0,1-1 0 0 0,0 1 0 0 0,-1-1 0 0 0,1 1 0 0 0,-1-1 0 0 0,1 1 0 0 0,0 0 1 0 0,0-1-1 0 0,-1 1 0 0 0,1 0 0 0 0,2 0 98 0 0,1 1 1 0 0,-1-1-1 0 0,1 0 1 0 0,-1-1-1 0 0,1 1 1 0 0,0 0-1 0 0,-1-1 1 0 0,1 1-1 0 0,0-1 1 0 0,-1 0-1 0 0,6 0 1 0 0,-7 0-95 0 0,214 4 3885 0 0,107-10-2167 0 0,-201 3-1566 0 0,1215-64 1077 0 0,-1281 63-1294 0 0,940-30 368 0 0,3 35 119 0 0,-401 1-220 0 0,463-4 170 0 0,1182 5 885 0 0,-618 99-846 0 0,-1537-89-1227 0 0,-79-14-3042 0 0,-16-5-1516 0 0,-8-1 1014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9:33.61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152 91 3552 0 0,'-4'-3'434'0'0,"1"-1"-1"0"0,0 1 1 0 0,-1 0-1 0 0,0 0 1 0 0,0 0-1 0 0,-5-2 1 0 0,6 2-68 0 0,-66-35 3374 0 0,20 12 888 0 0,100 60 650 0 0,23 14-4776 0 0,299 184 941 0 0,73 43-658 0 0,-421-260-748 0 0,13 6 39 0 0,-1 2 1 0 0,-1 1-1 0 0,48 42 1 0 0,-79-61-63 0 0,0 0 1 0 0,0 0 0 0 0,0 1 0 0 0,-1-1 0 0 0,0 1 0 0 0,0 0 0 0 0,6 13 0 0 0,-9-16-9 0 0,-1 0 0 0 0,1 0 1 0 0,0 0-1 0 0,-1 0 1 0 0,0 0-1 0 0,1 0 1 0 0,-1 0-1 0 0,-1 1 0 0 0,1-1 1 0 0,0 0-1 0 0,-1 0 1 0 0,1 0-1 0 0,-1 0 1 0 0,0 0-1 0 0,0 0 0 0 0,0 0 1 0 0,-1-1-1 0 0,1 1 1 0 0,-1 0-1 0 0,-2 4 1 0 0,-5 3 9 0 0,1 1 1 0 0,-1-1-1 0 0,0-1 1 0 0,-1 0 0 0 0,0 0-1 0 0,-22 13 1 0 0,-77 40 58 0 0,76-44-62 0 0,-125 64 39 0 0,-85 47 50 0 0,180-92-140 0 0,-99 78 0 0 0,145-101-275 0 0,-1 1 1 0 0,2 1-1 0 0,0 0 0 0 0,-20 30 1 0 0,29-37-1955 0 0,2 1 0 0 0,-1 0 0 0 0,-5 16 0 0 0,8-14-2253 0 0,7-4-1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9:46.30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110 17 1424 0 0,'-43'2'8056'0'0,"30"-2"-5340"0"0,-19 0 60 0 0,31 0-2701 0 0,0 0 0 0 0,0-1 0 0 0,0 1 0 0 0,-1 0 0 0 0,1 0-1 0 0,0-1 1 0 0,0 1 0 0 0,0 0 0 0 0,0-1 0 0 0,0 1 0 0 0,0-1 0 0 0,0 1 0 0 0,0-1 0 0 0,0 0-1 0 0,0 1 1 0 0,1-1 0 0 0,-1 0 0 0 0,0 0 0 0 0,0 0 0 0 0,0-1 0 0 0,1 2-35 0 0,0 0 0 0 0,0 0 0 0 0,0 0 1 0 0,1 0-1 0 0,-1 0 0 0 0,0 0 0 0 0,0 0 1 0 0,0 0-1 0 0,0 0 0 0 0,1 0 0 0 0,-1 0 0 0 0,0 0 1 0 0,0 0-1 0 0,0 0 0 0 0,1 0 0 0 0,-1 0 0 0 0,0 0 1 0 0,0 0-1 0 0,0 0 0 0 0,0 0 0 0 0,1 0 0 0 0,-1-1 1 0 0,0 1-1 0 0,0 0 0 0 0,0 0 0 0 0,0 0 0 0 0,0 0 1 0 0,0 0-1 0 0,1 0 0 0 0,-1-1 0 0 0,0 1 1 0 0,0 0-1 0 0,0 0 0 0 0,0 0 0 0 0,0-1 0 0 0,0 1 1 0 0,0 0-1 0 0,0 0 0 0 0,0 0 0 0 0,0 0 0 0 0,0-1 1 0 0,0 1-1 0 0,0 0 0 0 0,0 0 0 0 0,0 0 0 0 0,0-1 1 0 0,0 1-1 0 0,0 0 0 0 0,0 0 0 0 0,0 0 0 0 0,0 0 1 0 0,0-1-1 0 0,0 1 0 0 0,0 0 0 0 0,0 0 0 0 0,-1-1 1 0 0,19 3 171 0 0,467 30 1683 0 0,-354-19-1454 0 0,-119-12-406 0 0,25 3 84 0 0,0-1-1 0 0,0-2 1 0 0,0-1 0 0 0,49-8 0 0 0,46-28 14 0 0,-138 36-4525 0 0,-13 0-9375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9:46.95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79 25 496 0 0,'-6'0'147'0'0,"3"0"365"0"0,0 0 1 0 0,0 1-1 0 0,0-1 0 0 0,0 0 0 0 0,1-1 0 0 0,-1 1 0 0 0,0 0 0 0 0,0-1 0 0 0,0 1 0 0 0,1-1 0 0 0,-1 0 0 0 0,0 0 0 0 0,1 0 1 0 0,-1-1-1 0 0,1 1 0 0 0,-1 0 0 0 0,1-1 0 0 0,0 0 0 0 0,-4-2 0 0 0,-5-4 3545 0 0,7 12-1435 0 0,4-2-2549 0 0,0-1 1 0 0,0 0 0 0 0,1 0-1 0 0,-1 0 1 0 0,1 1 0 0 0,-1-1-1 0 0,1 0 1 0 0,-1 0 0 0 0,1 0-1 0 0,0 0 1 0 0,-1 0 0 0 0,1 0-1 0 0,0 0 1 0 0,0 0-1 0 0,0 0 1 0 0,0 0 0 0 0,0 0-1 0 0,1 1 1 0 0,11 4 42 0 0,0-1 0 0 0,0 1 0 0 0,0-2 0 0 0,1 0 0 0 0,0 0 0 0 0,0-2 0 0 0,-1 1 0 0 0,23-1 0 0 0,21 6 127 0 0,-46-7-197 0 0,1 2-1 0 0,-1-1 1 0 0,0 1 0 0 0,0 1 0 0 0,0 0-1 0 0,0 1 1 0 0,-1 0 0 0 0,1 0 0 0 0,-1 1-1 0 0,13 10 1 0 0,-20-13-34 0 0,0 0 0 0 0,-1 0 0 0 0,1 0 0 0 0,-1 0 0 0 0,0 0 0 0 0,0 0-1 0 0,0 1 1 0 0,0-1 0 0 0,-1 1 0 0 0,1-1 0 0 0,-1 1 0 0 0,0-1 0 0 0,0 1 0 0 0,0 0-1 0 0,0 6 1 0 0,-1-3-1 0 0,0-1 1 0 0,0 1-1 0 0,-1 0 0 0 0,0 0 0 0 0,0-1 0 0 0,-1 1 0 0 0,0-1 0 0 0,-3 9 0 0 0,-1-2 2 0 0,0 0 0 0 0,-1-1 0 0 0,-1 0-1 0 0,0 0 1 0 0,0-1 0 0 0,-1 0 0 0 0,-20 19 0 0 0,2-6-557 0 0,-47 55 1 0 0,55-55-3647 0 0,2 2-3758 0 0,11-15 3995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9:47.64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192 79 4160 0 0,'0'0'712'0'0,"5"-30"4676"0"0,-4 15-4200 0 0,0 14-1048 0 0,-1 0 1 0 0,0 0-1 0 0,0 0 0 0 0,1 0 1 0 0,-1 0-1 0 0,0 0 1 0 0,0 0-1 0 0,0 0 0 0 0,0 0 1 0 0,0 0-1 0 0,0 0 0 0 0,0 0 1 0 0,0 0-1 0 0,-1 0 0 0 0,1 0 1 0 0,0 0-1 0 0,0 0 0 0 0,-1 0 1 0 0,1 0-1 0 0,-1 0 1 0 0,1 0-1 0 0,-1 0 0 0 0,1 0 1 0 0,-1 1-1 0 0,0-1 0 0 0,1 0 1 0 0,-1 0-1 0 0,0 1 0 0 0,0-1 1 0 0,0 0-1 0 0,1 1 1 0 0,-1-1-1 0 0,0 1 0 0 0,0-1 1 0 0,0 1-1 0 0,0-1 0 0 0,0 1 1 0 0,0 0-1 0 0,0 0 0 0 0,0-1 1 0 0,0 1-1 0 0,0 0 1 0 0,0 0-1 0 0,0 0 0 0 0,0 0 1 0 0,-2 0-1 0 0,-4 0-38 0 0,1 0 0 0 0,-1 0 0 0 0,0 1 0 0 0,1 0 0 0 0,-1 0 0 0 0,1 0 0 0 0,-1 1 0 0 0,1 0 0 0 0,0 0 0 0 0,0 1 0 0 0,0 0 0 0 0,0 0 0 0 0,0 0 0 0 0,0 1 0 0 0,1-1-1 0 0,0 1 1 0 0,-9 9 0 0 0,9-9-73 0 0,0 2 0 0 0,0-1 0 0 0,1 1-1 0 0,-1-1 1 0 0,1 1 0 0 0,1 0 0 0 0,-1 1-1 0 0,1-1 1 0 0,0 1 0 0 0,0-1 0 0 0,1 1-1 0 0,0 0 1 0 0,0 0 0 0 0,1 0 0 0 0,0 0-1 0 0,-1 8 1 0 0,2-7-5 0 0,1 0 0 0 0,0-1 0 0 0,0 1 0 0 0,1 0 0 0 0,0-1 0 0 0,0 0 0 0 0,1 1 0 0 0,0-1 0 0 0,0 0 0 0 0,0 0 0 0 0,1-1 0 0 0,0 1 0 0 0,1-1 0 0 0,-1 0 0 0 0,1 0 0 0 0,0 0 0 0 0,1 0 0 0 0,6 4 0 0 0,11 9 78 0 0,1-2 0 0 0,1-1-1 0 0,39 19 1 0 0,6 4 139 0 0,-66-37-221 0 0,-1 0 0 0 0,0 0 1 0 0,-1 0-1 0 0,1 1 1 0 0,0-1-1 0 0,-1 1 0 0 0,1-1 1 0 0,-1 1-1 0 0,0 0 1 0 0,0 0-1 0 0,0 0 0 0 0,0 0 1 0 0,0 0-1 0 0,-1 0 1 0 0,1 1-1 0 0,-1-1 0 0 0,0 0 1 0 0,0 1-1 0 0,0-1 1 0 0,-1 1-1 0 0,1 0 0 0 0,-1-1 1 0 0,0 1-1 0 0,0-1 1 0 0,0 1-1 0 0,0-1 0 0 0,-1 1 1 0 0,1 0-1 0 0,-1-1 1 0 0,-1 5-1 0 0,-2 3 33 0 0,-1-1-1 0 0,0 1 1 0 0,0-1-1 0 0,-1-1 1 0 0,0 1-1 0 0,-1-1 1 0 0,0 0 0 0 0,-11 12-1 0 0,5-8 13 0 0,0 0 1 0 0,-1 0-1 0 0,-1-1 1 0 0,0-1-1 0 0,0-1 0 0 0,-1 0 1 0 0,0-1-1 0 0,-1 0 1 0 0,0-1-1 0 0,-34 10 0 0 0,50-18-72 0 0,0 1-1 0 0,-1-1 0 0 0,1 1 0 0 0,0-1 1 0 0,-1 0-1 0 0,1 0 0 0 0,0 1 0 0 0,-1-1 1 0 0,1 0-1 0 0,0 0 0 0 0,-1 0 0 0 0,1-1 1 0 0,0 1-1 0 0,-1 0 0 0 0,1 0 0 0 0,0-1 1 0 0,0 1-1 0 0,-1-1 0 0 0,1 1 0 0 0,0-1 1 0 0,-3-1-1 0 0,4 1-2 0 0,-1 0 0 0 0,1 1-1 0 0,0-1 1 0 0,-1 0 0 0 0,1 0 0 0 0,0 0 0 0 0,-1-1-1 0 0,1 1 1 0 0,0 0 0 0 0,0 0 0 0 0,0 0 0 0 0,0 0 0 0 0,0 0-1 0 0,0 0 1 0 0,0 0 0 0 0,1 0 0 0 0,-1 0 0 0 0,0 0 0 0 0,0 0-1 0 0,2-2 1 0 0,1-6-1063 0 0,2 0-1 0 0,-1 0 1 0 0,1 0-1 0 0,8-9 1 0 0,28-36-7696 0 0,-16 25 4384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9:47.95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29 2 4288 0 0,'-2'-1'703'0'0,"1"1"0"0"0,-1 0-1 0 0,0 0 1 0 0,1 0-1 0 0,-1 0 1 0 0,1 0 0 0 0,-1 0-1 0 0,0 1 1 0 0,1-1 0 0 0,-1 1-1 0 0,-2 0 1 0 0,1 18 237 0 0,1 0 0 0 0,1 1 1 0 0,1-1-1 0 0,0 0 0 0 0,5 29 0 0 0,0 5 297 0 0,41 432 1313 0 0,-36-438-2123 0 0,-1-24-3120 0 0,7-6-8580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9:48.07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32 136 4688 0 0,'-5'0'817'0'0,"1"0"31"0"0,-5 0 40 0 0,7 0 32 0 0,-1-3 16 0 0,-3 1 20 0 0,4-4-4 0 0,4-1 4 0 0,7-3 16 0 0,11-3 0 0 0,5 0-20 0 0,10 0-52 0 0,8-3-135 0 0,9 1-938 0 0,56-9-6363 0 0,-53 16 3268 0 0,-4 3-1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9:48.72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447 121 4064 0 0,'-22'-18'2629'0'0,"4"2"-284"0"0,-35-23-1 0 0,45 35-1951 0 0,0-1 1 0 0,-1 1-1 0 0,0 0 0 0 0,0 1 1 0 0,0 0-1 0 0,0 0 0 0 0,-16-2 1 0 0,17 3-128 0 0,0 1 0 0 0,0 0 1 0 0,1 0-1 0 0,-1 1 1 0 0,0 0-1 0 0,0 0 0 0 0,0 1 1 0 0,0 0-1 0 0,0 0 0 0 0,0 1 1 0 0,0 0-1 0 0,1 1 1 0 0,-1-1-1 0 0,1 1 0 0 0,-1 1 1 0 0,-7 4-1 0 0,6-2-179 0 0,-1 1 1 0 0,1 0-1 0 0,1 0 1 0 0,0 1-1 0 0,0 0 0 0 0,0 1 1 0 0,1 0-1 0 0,0 0 1 0 0,1 0-1 0 0,0 1 0 0 0,1 0 1 0 0,-1 0-1 0 0,2 0 0 0 0,0 1 1 0 0,-5 15-1 0 0,5-8 6 0 0,0 1-1 0 0,1 0 1 0 0,1-1 0 0 0,1 1-1 0 0,2 26 1 0 0,-1-40-75 0 0,0 0 0 0 0,1-1 0 0 0,0 1 0 0 0,0 0 1 0 0,0-1-1 0 0,0 1 0 0 0,1-1 0 0 0,0 1 0 0 0,0-1 0 0 0,0 0 1 0 0,0 0-1 0 0,1 0 0 0 0,-1 0 0 0 0,1 0 0 0 0,0 0 0 0 0,0-1 1 0 0,1 0-1 0 0,-1 1 0 0 0,1-1 0 0 0,0 0 0 0 0,-1-1 0 0 0,1 1 1 0 0,0-1-1 0 0,1 1 0 0 0,-1-1 0 0 0,9 2 0 0 0,-2-1-13 0 0,0-1 0 0 0,1 0 0 0 0,-1-1 0 0 0,1 0 0 0 0,-1-1 0 0 0,1 0 0 0 0,-1-1 0 0 0,1 0 0 0 0,-1-1 0 0 0,1 0 0 0 0,-1-1 0 0 0,0 0 0 0 0,0-1 0 0 0,0 0 0 0 0,-1-1 0 0 0,1 0 0 0 0,-1-1 0 0 0,0 0 0 0 0,-1 0 0 0 0,12-11 0 0 0,-10 8-55 0 0,0 0 0 0 0,-1-1 1 0 0,-1 0-1 0 0,0-1 0 0 0,0 0 0 0 0,-1 0 0 0 0,0-1 1 0 0,-1 0-1 0 0,0 0 0 0 0,-1-1 0 0 0,-1 0 0 0 0,0 0 0 0 0,-1 0 1 0 0,0-1-1 0 0,-1 1 0 0 0,3-21 0 0 0,-6 27 20 0 0,2-11-50 0 0,-1 0 0 0 0,-1 0 0 0 0,0 0 0 0 0,-1-1 0 0 0,-7-29 0 0 0,8 48 85 0 0,1-1 0 0 0,-2 1 1 0 0,1-1-1 0 0,0 1 1 0 0,0-1-1 0 0,0 1 0 0 0,0-1 1 0 0,0 1-1 0 0,0-1 1 0 0,0 1-1 0 0,-1-1 0 0 0,1 1 1 0 0,0-1-1 0 0,0 1 1 0 0,-1 0-1 0 0,1-1 0 0 0,0 1 1 0 0,-1-1-1 0 0,1 1 1 0 0,0 0-1 0 0,-1-1 0 0 0,1 1 1 0 0,-1 0-1 0 0,1-1 1 0 0,0 1-1 0 0,-1 0 0 0 0,1 0 1 0 0,-1-1-1 0 0,1 1 1 0 0,-1 0-1 0 0,1 0 0 0 0,-1 0 1 0 0,1 0-1 0 0,-1 0 1 0 0,1 0-1 0 0,-1 0 0 0 0,1 0 1 0 0,-1 0-1 0 0,1 0 1 0 0,-1 0-1 0 0,1 0 0 0 0,-1 0 1 0 0,1 0-1 0 0,-1 0 1 0 0,1 0-1 0 0,-1 0 1 0 0,1 1-1 0 0,-1-1 0 0 0,1 0 1 0 0,-1 0-1 0 0,0 1 0 0 0,-1 1 22 0 0,1-1-1 0 0,-1 1 0 0 0,0-1 0 0 0,1 1 0 0 0,-1 0 0 0 0,1 0 0 0 0,0 0 0 0 0,0 0 0 0 0,0 0 0 0 0,-2 4 1 0 0,-2 11 82 0 0,1 1 1 0 0,0-1 0 0 0,2 1 0 0 0,0 0 0 0 0,1 27 0 0 0,11 91 389 0 0,-7-106-350 0 0,2-1 0 0 0,12 39 0 0 0,-14-57-113 0 0,1-1 1 0 0,0 1-1 0 0,1-1 1 0 0,0 0-1 0 0,0 0 0 0 0,1 0 1 0 0,1-1-1 0 0,0 1 1 0 0,10 9-1 0 0,-14-15-64 0 0,0-2 1 0 0,0 1-1 0 0,1 0 1 0 0,-1-1-1 0 0,1 1 0 0 0,0-1 1 0 0,-1 0-1 0 0,1 0 0 0 0,0-1 1 0 0,0 1-1 0 0,0-1 1 0 0,0 0-1 0 0,1 0 0 0 0,-1 0 1 0 0,0 0-1 0 0,0-1 0 0 0,1 0 1 0 0,-1 0-1 0 0,0 0 1 0 0,0 0-1 0 0,1-1 0 0 0,4-1 1 0 0,-4 1-147 0 0,0-1-1 0 0,0 0 1 0 0,0 0 0 0 0,-1-1 0 0 0,1 1 0 0 0,-1-1 0 0 0,0 0-1 0 0,0-1 1 0 0,0 1 0 0 0,0-1 0 0 0,0 1 0 0 0,-1-1 0 0 0,0 0-1 0 0,1 0 1 0 0,-1-1 0 0 0,-1 1 0 0 0,5-9 0 0 0,1-5-2630 0 0,0-1 0 0 0,-2 0 0 0 0,7-30 1 0 0,-4 6-1094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9:48.95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101 180 2048 0 0,'0'14'2526'0'0,"2"55"852"0"0,-1-21-406 0 0,-7 76 1 0 0,6-122-2802 0 0,0 0 1 0 0,0 0 0 0 0,-1 0 0 0 0,1 0 0 0 0,-1 1 0 0 0,1-1 0 0 0,-1 0 0 0 0,0 0 0 0 0,0 0-1 0 0,1 0 1 0 0,-2-1 0 0 0,1 1 0 0 0,0 0 0 0 0,0 0 0 0 0,0-1 0 0 0,-1 1 0 0 0,1 0-1 0 0,-1-1 1 0 0,0 0 0 0 0,1 1 0 0 0,-1-1 0 0 0,-3 2 0 0 0,4-3-94 0 0,0 1 0 0 0,0-1 0 0 0,0 0 0 0 0,0 0 0 0 0,1 0 0 0 0,-1 0 0 0 0,0 0-1 0 0,0 0 1 0 0,0 0 0 0 0,0 0 0 0 0,0-1 0 0 0,0 1 0 0 0,0 0 0 0 0,0 0 0 0 0,0-1 0 0 0,1 1 0 0 0,-1-1 0 0 0,0 1 0 0 0,0-1 0 0 0,0 0 0 0 0,-1 0-43 0 0,0-1-1 0 0,0 0 1 0 0,0 0 0 0 0,1 0 0 0 0,-1 0 0 0 0,1 0 0 0 0,-1 0-1 0 0,1 0 1 0 0,0-1 0 0 0,-1-2 0 0 0,-7-19 127 0 0,2-1 1 0 0,1 1-1 0 0,2-1 0 0 0,0-1 1 0 0,1 1-1 0 0,2 0 1 0 0,0-1-1 0 0,6-48 0 0 0,-4 63-130 0 0,1 0 0 0 0,0 1 0 0 0,1-1 0 0 0,0 0 0 0 0,8-18 0 0 0,-8 24-23 0 0,-1 0 0 0 0,1 0 1 0 0,0 1-1 0 0,0-1 0 0 0,1 1 1 0 0,-1 0-1 0 0,1 0 0 0 0,0 0 0 0 0,0 0 1 0 0,1 0-1 0 0,-1 1 0 0 0,1 0 0 0 0,0 0 1 0 0,6-3-1 0 0,3 0 47 0 0,1 1 1 0 0,-1 1-1 0 0,1 0 0 0 0,-1 1 1 0 0,1 0-1 0 0,0 2 0 0 0,26-1 1 0 0,-29 2-621 0 0,1 1 0 0 0,-1 1 0 0 0,-1 0-1 0 0,18 5 1 0 0,-21-5-995 0 0,0 1 0 0 0,0 1-1 0 0,-1 0 1 0 0,1 0 0 0 0,-1 0-1 0 0,14 10 1 0 0,-1 3-2626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9:49.25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54 6 4536 0 0,'-18'-2'3778'0'0,"17"1"-3676"0"0,0 1-1 0 0,1-1 1 0 0,-1 1-1 0 0,0 0 1 0 0,0-1-1 0 0,0 1 1 0 0,0 0-1 0 0,1 0 1 0 0,-1 0-1 0 0,0 0 1 0 0,0-1-1 0 0,0 1 1 0 0,0 0-1 0 0,0 0 1 0 0,1 1-1 0 0,-1-1 1 0 0,0 0-1 0 0,0 0 1 0 0,0 0-1 0 0,0 1 1 0 0,1-1-1 0 0,-1 0 1 0 0,0 1-1 0 0,0-1 1 0 0,1 0-1 0 0,-1 1 1 0 0,0-1-1 0 0,1 1 1 0 0,-1 0-1 0 0,0-1 1 0 0,1 1-1 0 0,-1-1 1 0 0,1 1-1 0 0,-1 0 1 0 0,1-1 0 0 0,-1 1-1 0 0,1 0 1 0 0,-1 0-1 0 0,1 0 1 0 0,0-1-1 0 0,-1 1 1 0 0,1 0-1 0 0,0 0 1 0 0,0 0-1 0 0,0-1 1 0 0,-1 1-1 0 0,1 0 1 0 0,0 0-1 0 0,0 0 1 0 0,1 1-1 0 0,-5 38 1306 0 0,2 0 0 0 0,2 0 0 0 0,7 56-1 0 0,-6-84-1148 0 0,11 96 791 0 0,4-1 0 0 0,45 159 0 0 0,-48-207-701 0 0,-7-30-3255 0 0,1-1-8268 0 0,-4-22 6786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09:49.43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0 146 4848 0 0,'32'-10'10194'0'0,"53"-21"-8388"0"0,-52 18-417 0 0,43-17-1186 0 0,38-18-10906 0 0,-84 35 6838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4:20.8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1 542 4176 0 0,'0'-7'6951'0'0,"0"-9"-5193"0"0,0 8-1088 0 0,1-1 0 0 0,0 1 0 0 0,0 0 0 0 0,1 0 0 0 0,4-11 0 0 0,3-5 121 0 0,22-39-1 0 0,3-8-638 0 0,-17 25-47 0 0,-2 0-1 0 0,12-67 1 0 0,-20 47 117 0 0,-5 40 167 0 0,-1 23 23 0 0,-1 8 200 0 0,0 621 1558 0 0,3-632-3745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4:21.5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674 40 3392 0 0,'-20'-12'2610'0'0,"0"6"-1855"0"0,0 0 0 0 0,0 1 0 0 0,0 1 0 0 0,-1 1 0 0 0,0 1 1 0 0,1 1-1 0 0,-1 1 0 0 0,0 1 0 0 0,1 0 0 0 0,-30 7 0 0 0,32-4-427 0 0,1 0 1 0 0,0 2-1 0 0,0 0 0 0 0,0 1 0 0 0,1 1 1 0 0,0 1-1 0 0,0 0 0 0 0,1 1 1 0 0,0 0-1 0 0,1 1 0 0 0,1 1 0 0 0,-17 17 1 0 0,11-6-176 0 0,1 0 0 0 0,1 0 0 0 0,1 2 1 0 0,1 0-1 0 0,1 1 0 0 0,2 0 0 0 0,0 1 1 0 0,-9 33-1 0 0,12-25-34 0 0,1 0 0 0 0,1 0 0 0 0,2 0 0 0 0,2 1 0 0 0,1-1 0 0 0,3 48 0 0 0,1-70-91 0 0,0 0 1 0 0,1 0-1 0 0,1 0 1 0 0,-1 0-1 0 0,2-1 0 0 0,0 0 1 0 0,0 0-1 0 0,2 0 1 0 0,-1 0-1 0 0,1-1 0 0 0,1 0 1 0 0,0-1-1 0 0,0 0 1 0 0,1 0-1 0 0,16 14 1 0 0,13 7 19 0 0,1-1 1 0 0,78 44 0 0 0,-84-54-45 0 0,5 2 8 0 0,1-2-1 0 0,0-1 1 0 0,64 21-1 0 0,-79-33 2 0 0,0-1-1 0 0,1 0 1 0 0,0-2-1 0 0,-1-1 1 0 0,1-1-1 0 0,0-1 1 0 0,41-4-1 0 0,-54 2-8 0 0,0-2-1 0 0,0 0 1 0 0,0 0-1 0 0,0-1 1 0 0,-1 0 0 0 0,1-1-1 0 0,-1 0 1 0 0,0-1-1 0 0,-1-1 1 0 0,12-7-1 0 0,-9 3 9 0 0,1-1-1 0 0,-2 0 1 0 0,1-1 0 0 0,-2-1-1 0 0,0 1 1 0 0,13-23 0 0 0,-7 7 31 0 0,-1-2 0 0 0,-2 0 0 0 0,-1-1 1 0 0,-2 0-1 0 0,-1-1 0 0 0,11-60 1 0 0,-15 38 63 0 0,-3 0 1 0 0,-3-67-1 0 0,-2 44 25 0 0,3 68-112 0 0,-1 1 1 0 0,0-1-1 0 0,-1 1 1 0 0,0 0 0 0 0,-1 0-1 0 0,0-1 1 0 0,0 1-1 0 0,-1 0 1 0 0,0 1 0 0 0,0-1-1 0 0,-1 0 1 0 0,-1 1-1 0 0,1 0 1 0 0,-1 0-1 0 0,0 0 1 0 0,-1 1 0 0 0,0-1-1 0 0,0 1 1 0 0,-1 1-1 0 0,0-1 1 0 0,0 1 0 0 0,-9-5-1 0 0,-230-158 258 0 0,242 166-314 0 0,0 0-1 0 0,-1 1 0 0 0,1 0 1 0 0,-1 0-1 0 0,0 0 0 0 0,0 0 1 0 0,0 1-1 0 0,0 0 1 0 0,0 0-1 0 0,0 0 0 0 0,-7 0 1 0 0,-30 4-5301 0 0,8 1-3054 0 0,11-4 3894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4:31.8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2051 0 3180 0 0,'0'0'2745'0'0,"-32"3"2488"0"0,-3 4-4693 0 0,0 2 0 0 0,1 1 0 0 0,0 2 0 0 0,-61 29 0 0 0,68-28-285 0 0,-32 17 139 0 0,-60 40 1 0 0,-56 30-107 0 0,-371 182-209 0 0,189-107 30 0 0,119-79 1164 0 0,64-25-423 0 0,135-56-510 0 0,35-13-322 0 0,0-1 1 0 0,-1 1-1 0 0,1 1 1 0 0,0-1-1 0 0,0 0 0 0 0,0 1 1 0 0,-5 5-1 0 0,-5 8-4501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4:32.9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284 153 1920 0 0,'-5'0'507'0'0,"-1"0"0"0"0,1-1 0 0 0,-1 0 0 0 0,1 0 0 0 0,-1 0 0 0 0,1 0 0 0 0,0-1 0 0 0,0 0 0 0 0,-1 0 0 0 0,2-1-1 0 0,-1 1 1 0 0,-7-6 0 0 0,10 7-323 0 0,0-1-1 0 0,1 1 1 0 0,-1-1-1 0 0,0 0 1 0 0,1 1-1 0 0,-1-1 1 0 0,1 0-1 0 0,0 0 1 0 0,-1 0-1 0 0,1 0 1 0 0,0 0-1 0 0,0 0 1 0 0,0-1-1 0 0,1 1 1 0 0,-1 0-1 0 0,1 0 1 0 0,-1-1-1 0 0,1 1 1 0 0,-1 0-1 0 0,1-1 1 0 0,0 1-1 0 0,0-1 1 0 0,0 1-1 0 0,1 0 1 0 0,-1-1-1 0 0,1 1 1 0 0,-1 0-1 0 0,1 0 1 0 0,0-1-1 0 0,-1 1 1 0 0,3-2-1 0 0,-1-2 99 0 0,-1 4-224 0 0,0-1 0 0 0,0 1 0 0 0,-1 0 1 0 0,2 0-1 0 0,-1 0 0 0 0,0 0 0 0 0,0 0 0 0 0,1 0 0 0 0,-1 1 0 0 0,1-1 1 0 0,-1 0-1 0 0,1 1 0 0 0,0-1 0 0 0,-1 1 0 0 0,1 0 0 0 0,0-1 0 0 0,0 1 1 0 0,0 0-1 0 0,3-1 0 0 0,3-1 20 0 0,0 0 0 0 0,0 0 0 0 0,1 0 0 0 0,-1 1 1 0 0,1 1-1 0 0,0-1 0 0 0,0 2 0 0 0,-1-1 0 0 0,1 1 1 0 0,0 0-1 0 0,13 2 0 0 0,-21-1-65 0 0,0-1 1 0 0,0 1-1 0 0,-1-1 0 0 0,1 1 1 0 0,0 0-1 0 0,0-1 0 0 0,-1 1 1 0 0,1 0-1 0 0,0-1 0 0 0,-1 1 1 0 0,1 0-1 0 0,-1 0 1 0 0,1-1-1 0 0,-1 1 0 0 0,1 0 1 0 0,-1 0-1 0 0,1 0 0 0 0,-1 0 1 0 0,0 0-1 0 0,0 0 0 0 0,1 0 1 0 0,-1 0-1 0 0,0 0 1 0 0,0 0-1 0 0,0 0 0 0 0,0 0 1 0 0,0 0-1 0 0,0 0 0 0 0,0 0 1 0 0,-1-1-1 0 0,1 1 0 0 0,0 0 1 0 0,0 0-1 0 0,-2 2 1 0 0,-12 34 231 0 0,13-35-229 0 0,-13 23 129 0 0,-1 1 0 0 0,-2-2 0 0 0,0 0 0 0 0,-31 32 0 0 0,-93 77 550 0 0,130-123-645 0 0,-1 0-1 0 0,0-1 1 0 0,-1-1-1 0 0,-24 14 1 0 0,68-32 128 0 0,0 3-1 0 0,0 0 1 0 0,1 2 0 0 0,63-2 0 0 0,-63 6-56 0 0,-19 1-18 0 0,0 0 0 0 0,1 0 0 0 0,-1-2 0 0 0,0 1-1 0 0,0-2 1 0 0,0 0 0 0 0,23-8 0 0 0,-32 9 547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4:33.8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735 6 2240 0 0,'-62'-2'3700'0'0,"45"0"-3101"0"0,1 1 0 0 0,-1 1 0 0 0,1 0 0 0 0,-1 1 0 0 0,1 1 0 0 0,0 1 0 0 0,-19 5 0 0 0,3 4 146 0 0,2 1-1 0 0,-1 2 1 0 0,2 1-1 0 0,-39 27 0 0 0,-102 89 372 0 0,150-116-933 0 0,5-4-54 0 0,1 1 0 0 0,0 0 0 0 0,1 1-1 0 0,0 0 1 0 0,1 1 0 0 0,1 0 0 0 0,-18 33-1 0 0,25-40-61 0 0,1 0-1 0 0,0 1 0 0 0,0-1 0 0 0,0 1 0 0 0,1 0 0 0 0,1 0 0 0 0,0 0 0 0 0,0 0 0 0 0,0 0 0 0 0,1 0 0 0 0,1 0 0 0 0,-1 0 1 0 0,1 0-1 0 0,1 0 0 0 0,0 0 0 0 0,0 0 0 0 0,1-1 0 0 0,5 14 0 0 0,-2-8 2 0 0,1-1 1 0 0,0 0-1 0 0,1 0 0 0 0,0 0 1 0 0,1-1-1 0 0,0-1 0 0 0,1 1 1 0 0,0-2-1 0 0,1 1 0 0 0,0-1 1 0 0,20 13-1 0 0,8 1 3 0 0,1-1 0 0 0,2-2 0 0 0,0-2 0 0 0,1-2 0 0 0,1-2 0 0 0,0-1 0 0 0,1-3 0 0 0,0-1 0 0 0,1-3 0 0 0,0-1 0 0 0,0-3 0 0 0,55-2 0 0 0,-74-3-58 0 0,0-1-1 0 0,0-1 0 0 0,0-2 0 0 0,-1 0 1 0 0,0-2-1 0 0,0-1 0 0 0,-1-1 0 0 0,0-1 1 0 0,35-21-1 0 0,-39 18 4 0 0,1 0 0 0 0,-2-1 0 0 0,0-1 0 0 0,-1 0 0 0 0,-1-2 0 0 0,-1 0 0 0 0,0-1 1 0 0,-1-1-1 0 0,-1-1 0 0 0,16-30 0 0 0,-23 37 17 0 0,-2 0 0 0 0,0-1 0 0 0,-1 0 1 0 0,0 0-1 0 0,-2 0 0 0 0,1 0 0 0 0,-2-1 0 0 0,0 0 1 0 0,-1 1-1 0 0,0-1 0 0 0,-2 0 0 0 0,0 0 1 0 0,0 1-1 0 0,-5-21 0 0 0,1 18 38 0 0,0 1 1 0 0,-2-1-1 0 0,1 1 0 0 0,-2 1 0 0 0,0-1 1 0 0,-1 1-1 0 0,-1 1 0 0 0,0 0 1 0 0,-1 0-1 0 0,-1 1 0 0 0,0 1 0 0 0,-16-14 1 0 0,-4-4 283 0 0,-48-59 1 0 0,80 90-379 0 0,0 0 1 0 0,-1-1-1 0 0,1 1 0 0 0,0-1 0 0 0,-1 1 1 0 0,1 0-1 0 0,-1-1 0 0 0,1 1 1 0 0,-1 0-1 0 0,1-1 0 0 0,-1 1 0 0 0,1 0 1 0 0,-1 0-1 0 0,1-1 0 0 0,-1 1 0 0 0,1 0 1 0 0,-1 0-1 0 0,0 0 0 0 0,1 0 1 0 0,-1 0-1 0 0,1 0 0 0 0,-1 0 0 0 0,0 0 1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4:50.2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14 2252 0 0,'0'-13'4462'0'0,"0"24"-2142"0"0,3 47-448 0 0,17 107-237 0 0,-8 110 159 0 0,6 70-472 0 0,-4 205-400 0 0,-15-431-659 0 0,9-39 7 0 0,-7-47-769 0 0,-1 18-1179 0 0,-3-19-7160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4:51.1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 35 2376 0 0,'-1'-2'411'0'0,"0"1"1"0"0,-1-1-1 0 0,1 1 0 0 0,0-1 0 0 0,-1 0 1 0 0,1 1-1 0 0,0-1 0 0 0,0 0 0 0 0,1 0 1 0 0,-2-2-1 0 0,-9-10 4824 0 0,11 27-2658 0 0,2 16-1947 0 0,-4 36 0 0 0,1-13-326 0 0,-5 46 383 0 0,91-166-88 0 0,-83 67-591 0 0,0-1 0 0 0,0 1 0 0 0,0 0 0 0 0,0-1-1 0 0,0 1 1 0 0,0 0 0 0 0,0 0 0 0 0,0 0 0 0 0,0 1-1 0 0,1-1 1 0 0,-1 0 0 0 0,0 1 0 0 0,1 0 0 0 0,-1-1-1 0 0,0 1 1 0 0,1 0 0 0 0,-1 0 0 0 0,0 0 0 0 0,1 1-1 0 0,-1-1 1 0 0,0 0 0 0 0,1 1 0 0 0,-1 0 0 0 0,0-1 0 0 0,3 2-1 0 0,-3 0 16 0 0,1 1-1 0 0,-1-1 0 0 0,0 1 0 0 0,0-1 1 0 0,0 1-1 0 0,0 0 0 0 0,0 0 0 0 0,-1 0 0 0 0,1 0 1 0 0,-1 0-1 0 0,0 0 0 0 0,0 0 0 0 0,0 0 1 0 0,0 0-1 0 0,-1 1 0 0 0,1-1 0 0 0,-1 4 1 0 0,2 5 60 0 0,-2 0 0 0 0,0 1 0 0 0,0-1 1 0 0,-1 1-1 0 0,0-1 0 0 0,-1 0 1 0 0,-1 0-1 0 0,0 0 0 0 0,-1 0 0 0 0,0 0 1 0 0,0-1-1 0 0,-2 1 0 0 0,1-1 1 0 0,-1 0-1 0 0,-1-1 0 0 0,0 0 0 0 0,0 0 1 0 0,-1 0-1 0 0,0-1 0 0 0,-14 12 0 0 0,14-13 17 0 0,0-1-359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4:51.4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21 3504 0 0,'0'0'2555'0'0,"21"0"1039"0"0,102-4 1827 0 0,3 0-4340 0 0,-99-1-7798 0 0,-8-3 615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5:00.0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713 192 2244 0 0,'0'-8'297'0'0,"0"0"1"0"0,-1 0-1 0 0,1 1 0 0 0,-2-1 0 0 0,1 0 0 0 0,-1 1 0 0 0,-1-1 0 0 0,1 1 1 0 0,-1 0-1 0 0,0 0 0 0 0,-1 0 0 0 0,0 0 0 0 0,0 0 0 0 0,0 1 0 0 0,-1 0 1 0 0,0 0-1 0 0,-8-8 0 0 0,5 8 17 0 0,0 0 0 0 0,0 0 0 0 0,0 1 0 0 0,-1 0 0 0 0,1 1 0 0 0,-1 0 0 0 0,0 0 0 0 0,-1 1 0 0 0,1 0 1 0 0,0 0-1 0 0,-1 1 0 0 0,0 1 0 0 0,-14-2 0 0 0,7 2-164 0 0,-1 1 0 0 0,1 1 1 0 0,-1 1-1 0 0,1 0 0 0 0,-1 1 0 0 0,1 0 1 0 0,0 2-1 0 0,1 0 0 0 0,-1 1 0 0 0,1 1 1 0 0,0 0-1 0 0,1 1 0 0 0,-1 1 0 0 0,2 0 1 0 0,-1 1-1 0 0,1 1 0 0 0,1 0 0 0 0,0 1 1 0 0,0 0-1 0 0,2 1 0 0 0,-21 28 0 0 0,12-9-74 0 0,1 1-1 0 0,2 1 0 0 0,2 0 0 0 0,0 2 0 0 0,3-1 0 0 0,-14 66 0 0 0,13-34-3 0 0,4 0 0 0 0,-2 128 0 0 0,11-183-50 0 0,0 1 1 0 0,1-1-1 0 0,0 1 0 0 0,1-1 1 0 0,0 0-1 0 0,1 0 1 0 0,0 0-1 0 0,1 0 0 0 0,1 0 1 0 0,-1-1-1 0 0,2 0 1 0 0,0 0-1 0 0,0 0 0 0 0,1 0 1 0 0,0-1-1 0 0,1 0 1 0 0,0-1-1 0 0,1 0 0 0 0,0 0 1 0 0,0-1-1 0 0,17 12 1 0 0,159 91 285 0 0,-38-25-134 0 0,-130-75-150 0 0,0-1 1 0 0,1-1-1 0 0,0 0 0 0 0,1-1 0 0 0,0-2 0 0 0,0 0 0 0 0,0 0 1 0 0,1-2-1 0 0,22 2 0 0 0,-29-5-6 0 0,0-1 0 0 0,-1 0 0 0 0,1-1 0 0 0,0 0 0 0 0,0-1 0 0 0,0-1 0 0 0,-1 0-1 0 0,1 0 1 0 0,-1-1 0 0 0,0-1 0 0 0,0 0 0 0 0,-1-1 0 0 0,1 0 0 0 0,-1-1 0 0 0,13-10 0 0 0,-6 2 5 0 0,-1 0-1 0 0,-1-2 1 0 0,0 0 0 0 0,15-23 0 0 0,50-81 53 0 0,-65 95-56 0 0,8-14-8 0 0,-1 0 1 0 0,25-63-1 0 0,-40 81 1 0 0,0-2 0 0 0,-2 1-1 0 0,0-1 1 0 0,-2 0 0 0 0,0 0 0 0 0,0-36 0 0 0,-4 46-6 0 0,-1 0 0 0 0,-1 0 0 0 0,0 0 1 0 0,-1 0-1 0 0,0 1 0 0 0,-1-1 1 0 0,0 1-1 0 0,-8-16 0 0 0,2 10 10 0 0,-1 1-1 0 0,0-1 1 0 0,-1 2 0 0 0,-23-26-1 0 0,-75-70 121 0 0,94 99-116 0 0,-1 1 1 0 0,-1 0 0 0 0,0 1 0 0 0,0 1-1 0 0,-25-10 1 0 0,-102-44 174 0 0,130 62-409 0 0,1 6-4678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4:34.9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35 2920 0 0,'0'0'506'0'0,"-3"-34"5532"0"0,3 457 1417 0 0,0 223-6039 0 0,0-29-506 0 0,9-314-826 0 0,-9-235 285 0 0,0-55-4342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4:35.6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1 144 3104 0 0,'0'-9'852'0'0,"0"-1"0"0"0,1 1 0 0 0,0 0 0 0 0,1 0 0 0 0,0-1 0 0 0,0 1 0 0 0,1 0 0 0 0,5-12 0 0 0,-6 17-571 0 0,0 1 0 0 0,-1 0 1 0 0,1 0-1 0 0,1 0 1 0 0,-1 0-1 0 0,0 1 1 0 0,0-1-1 0 0,1 1 0 0 0,0-1 1 0 0,-1 1-1 0 0,1 0 1 0 0,0 0-1 0 0,0 0 0 0 0,0 0 1 0 0,1 1-1 0 0,-1-1 1 0 0,0 1-1 0 0,1 0 0 0 0,-1 0 1 0 0,0 0-1 0 0,1 0 1 0 0,-1 1-1 0 0,1-1 1 0 0,6 1-1 0 0,-9 0-236 0 0,0 0 0 0 0,1 1 0 0 0,-1-1 0 0 0,0 1 0 0 0,0 0 0 0 0,0-1-1 0 0,1 1 1 0 0,-1 0 0 0 0,0-1 0 0 0,0 1 0 0 0,0 0 0 0 0,0 0 0 0 0,-1 0 0 0 0,1 0 0 0 0,0 0 0 0 0,0 0 0 0 0,0 0 0 0 0,-1 0 0 0 0,1 1 0 0 0,-1-1-1 0 0,1 0 1 0 0,-1 0 0 0 0,1 0 0 0 0,-1 1 0 0 0,0-1 0 0 0,1 0 0 0 0,-1 1 0 0 0,0-1 0 0 0,0 0 0 0 0,0 1 0 0 0,0-1 0 0 0,0 0 0 0 0,-1 2 0 0 0,2 5 44 0 0,-2 0 0 0 0,1 0 1 0 0,-1 0-1 0 0,-3 11 1 0 0,-2 2 64 0 0,-2 0 0 0 0,-1 0 0 0 0,0-1 0 0 0,-2-1 0 0 0,-18 28 1 0 0,28-46-147 0 0,0 0 0 0 0,0 0 0 0 0,0 1 0 0 0,0-1 0 0 0,0 0 0 0 0,1 1 1 0 0,-1-1-1 0 0,0 1 0 0 0,1-1 0 0 0,0 1 0 0 0,-1-1 0 0 0,1 1 0 0 0,0-1 1 0 0,-1 1-1 0 0,1-1 0 0 0,0 1 0 0 0,0 0 0 0 0,0-1 0 0 0,1 3 0 0 0,-1-3-4 0 0,1 0 0 0 0,0 0 0 0 0,0 0 1 0 0,0 0-1 0 0,0-1 0 0 0,0 1 0 0 0,0 0 0 0 0,0 0 0 0 0,0 0 0 0 0,0-1 0 0 0,1 1 0 0 0,-1-1 0 0 0,0 1 0 0 0,0-1 0 0 0,1 1 0 0 0,-1-1 0 0 0,0 0 0 0 0,1 1 0 0 0,-1-1 0 0 0,2 0 0 0 0,26 1 18 0 0,-24-1-18 0 0,0 0-1 0 0,0 0 0 0 0,-1 0 0 0 0,1 1 1 0 0,0 0-1 0 0,0 0 0 0 0,7 2 0 0 0,-11-2-1 0 0,0 0-1 0 0,0-1 0 0 0,0 1 0 0 0,0 0 0 0 0,0 0 0 0 0,0 0 1 0 0,0 0-1 0 0,0 0 0 0 0,0 0 0 0 0,0 0 0 0 0,0 0 0 0 0,-1 1 0 0 0,1-1 1 0 0,0 0-1 0 0,-1 0 0 0 0,1 1 0 0 0,-1-1 0 0 0,0 0 0 0 0,1 1 1 0 0,-1-1-1 0 0,0 1 0 0 0,0-1 0 0 0,0 0 0 0 0,0 1 0 0 0,0-1 0 0 0,0 0 1 0 0,0 1-1 0 0,0-1 0 0 0,-1 1 0 0 0,1-1 0 0 0,0 0 0 0 0,-1 2 1 0 0,-3 8-12 0 0,-1-1 0 0 0,1 0 0 0 0,-1 1 1 0 0,-1-2-1 0 0,0 1 0 0 0,-1-1 1 0 0,1 1-1 0 0,-2-2 0 0 0,1 1 1 0 0,-1-1-1 0 0,-1 0 0 0 0,1-1 0 0 0,-1 0 1 0 0,0 0-1 0 0,-19 9 0 0 0,23-15-1619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4:36.1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617 25 3072 0 0,'-28'-8'2640'0'0,"7"1"-1680"0"0,1 3-427 0 0,0 1-1 0 0,0 2 1 0 0,0 0-1 0 0,0 1 1 0 0,0 1 0 0 0,-1 0-1 0 0,1 2 1 0 0,1 0-1 0 0,-1 2 1 0 0,0 0 0 0 0,1 1-1 0 0,0 1 1 0 0,0 1-1 0 0,1 0 1 0 0,0 2 0 0 0,1 0-1 0 0,-24 17 1 0 0,25-15-422 0 0,1-1 0 0 0,1 2 0 0 0,0 0 1 0 0,0 0-1 0 0,2 2 0 0 0,-1-1 0 0 0,2 2 1 0 0,0-1-1 0 0,1 1 0 0 0,1 1 0 0 0,0 0 0 0 0,1 0 1 0 0,1 1-1 0 0,-6 22 0 0 0,6-11 2 0 0,2 1 0 0 0,1-1-1 0 0,1 1 1 0 0,2-1 0 0 0,1 1 0 0 0,6 56-1 0 0,-4-75-79 0 0,0 1 0 0 0,0-1-1 0 0,1 0 1 0 0,1 0 0 0 0,0 0-1 0 0,0-1 1 0 0,1 1 0 0 0,1-1-1 0 0,-1 0 1 0 0,2 0 0 0 0,-1-1-1 0 0,1 0 1 0 0,1 0 0 0 0,-1 0-1 0 0,2-1 1 0 0,-1-1 0 0 0,1 1-1 0 0,0-1 1 0 0,0-1 0 0 0,1 1-1 0 0,17 7 1 0 0,-4-5 41 0 0,1-1-1 0 0,0-2 1 0 0,0 0 0 0 0,1-1-1 0 0,46 3 1 0 0,128-8 304 0 0,-158-2-316 0 0,-28 2-49 0 0,0-1 0 0 0,1-1 0 0 0,-1 0 1 0 0,0 0-1 0 0,0-2 0 0 0,-1 1 0 0 0,1-2 0 0 0,-1 0 0 0 0,0 0 0 0 0,0-1 0 0 0,0 0 0 0 0,-1-1 0 0 0,0-1 0 0 0,0 0 1 0 0,-1 0-1 0 0,0-1 0 0 0,0 0 0 0 0,12-17 0 0 0,-5 8 25 0 0,-2-2 0 0 0,-1 1 0 0 0,0-2 0 0 0,-2 0 1 0 0,0 0-1 0 0,-1-1 0 0 0,-2-1 0 0 0,0 0 0 0 0,-1 0 0 0 0,-1 0 0 0 0,-2-1 1 0 0,0 0-1 0 0,-1-1 0 0 0,0-30 0 0 0,-5 44-2 0 0,0 0-1 0 0,0 0 1 0 0,-1 0-1 0 0,0 0 1 0 0,-1 0-1 0 0,0 1 1 0 0,-1 0 0 0 0,0-1-1 0 0,-1 1 1 0 0,0 1-1 0 0,0-1 1 0 0,-9-11-1 0 0,4 8 9 0 0,-1 0-1 0 0,0 1 1 0 0,-1 0-1 0 0,0 1 0 0 0,-1 0 1 0 0,0 1-1 0 0,-21-12 0 0 0,14 11 9 0 0,-1 1-1 0 0,0 1 0 0 0,-29-8 0 0 0,0 2-4526 0 0,12 3-4693 0 0,21 7 4915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4:39.4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2148 0 0,'6'5'11228'0'0,"20"18"-10159"0"0,0 6-299 0 0,-1 1 0 0 0,21 33 1 0 0,-23-29-223 0 0,46 51 1 0 0,58 33 103 0 0,9 11-174 0 0,239 228 359 0 0,-293-279-617 0 0,-3 4 0 0 0,90 120 0 0 0,-131-158-126 0 0,3-3 0 0 0,79 64 0 0 0,27 27 70 0 0,-44-8-28 0 0,-9-7-40 0 0,-38-56-65 0 0,54 54-26 0 0,-97-104-7 0 0,0-1 0 0 0,1-1 0 0 0,20 11 1 0 0,-24-15 3 0 0,0 0 1 0 0,-1 0 0 0 0,0 1-1 0 0,0 1 1 0 0,0-1 0 0 0,-1 2-1 0 0,0-1 1 0 0,0 1 0 0 0,10 14-1 0 0,2 14 22 0 0,-17-29-19 0 0,0-1 1 0 0,1 1 0 0 0,0-1-1 0 0,0 1 1 0 0,1-1 0 0 0,0 0-1 0 0,9 9 1 0 0,6 3 11 0 0,-14-11-13 0 0,1-1 1 0 0,0 1-1 0 0,1-1 1 0 0,0-1-1 0 0,8 6 1 0 0,-15-10 2 0 0,0 0 0 0 0,0 0 0 0 0,0 0 0 0 0,-1 1 0 0 0,1-1 0 0 0,0 0 0 0 0,-1 1 0 0 0,1-1 0 0 0,-1 0 0 0 0,1 1 0 0 0,-1-1 0 0 0,0 1 0 0 0,0-1 0 0 0,1 0 0 0 0,-1 1 0 0 0,0 1 0 0 0,1 31-1075 0 0,-1-30 363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4:40.1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276 105 3216 0 0,'4'-64'4551'0'0,"-3"23"3690"0"0,-14 73-7629 0 0,-2-1-1 0 0,-1 0 0 0 0,-2-1 1 0 0,-29 38-1 0 0,36-52-440 0 0,-53 65 138 0 0,42-55-204 0 0,2 0 1 0 0,-34 56 0 0 0,54-81-100 0 0,0-1 0 0 0,0 0 0 0 0,0 0 0 0 0,0 1 0 0 0,0-1-1 0 0,-1 0 1 0 0,1 1 0 0 0,0-1 0 0 0,0 0 0 0 0,0 1 0 0 0,0-1 0 0 0,0 0 0 0 0,0 1 0 0 0,0-1 0 0 0,0 0 0 0 0,0 0 0 0 0,1 1 0 0 0,-1-1 0 0 0,0 0 0 0 0,0 1 0 0 0,0-1 0 0 0,0 0 0 0 0,0 1-1 0 0,0-1 1 0 0,1 0 0 0 0,-1 0 0 0 0,0 1 0 0 0,0-1 0 0 0,0 0 0 0 0,1 0 0 0 0,-1 0 0 0 0,0 1 0 0 0,0-1 0 0 0,1 0 0 0 0,-1 0 0 0 0,0 0 0 0 0,0 0 0 0 0,1 1 0 0 0,-1-1 0 0 0,0 0-1 0 0,0 0 1 0 0,1 0 0 0 0,21 4 129 0 0,25-6 27 0 0,-46 2-153 0 0,278-15 807 0 0,-271 15-1265 0 0,8-1 704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4:40.2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81 39 3632 0 0,'-11'-15'3680'0'0,"-1"-4"-748"0"0,12 19-2868 0 0,-1 0 1 0 0,1-1 0 0 0,0 1 0 0 0,0 0 0 0 0,0 0 0 0 0,0-1-1 0 0,-1 1 1 0 0,1 0 0 0 0,0 0 0 0 0,0-1 0 0 0,0 1-1 0 0,-1 0 1 0 0,1 0 0 0 0,0 0 0 0 0,0 0 0 0 0,-1-1 0 0 0,1 1-1 0 0,0 0 1 0 0,0 0 0 0 0,-1 0 0 0 0,1 0 0 0 0,0 0-1 0 0,-1 0 1 0 0,1 0 0 0 0,0 0 0 0 0,0 0 0 0 0,-1 0 0 0 0,1 0-1 0 0,0 0 1 0 0,-1 0 0 0 0,1 0 0 0 0,0 0 0 0 0,-1 0 0 0 0,1 0-1 0 0,0 0 1 0 0,0 0 0 0 0,-1 0 0 0 0,1 0 0 0 0,0 1-1 0 0,0-1 1 0 0,-1 0 0 0 0,1 0 0 0 0,0 0 0 0 0,-1 1 0 0 0,-3 6 455 0 0,0 1 0 0 0,0 1 0 0 0,1-1 0 0 0,0 0 1 0 0,1 1-1 0 0,-1-1 0 0 0,2 1 0 0 0,-1 0 0 0 0,1 0 1 0 0,0 12-1 0 0,-2 10 511 0 0,-5 42-1398 0 0,2 83 0 0 0,7-141-3385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4:40.7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725 127 3152 0 0,'0'-6'303'0'0,"-1"-1"0"0"0,-1 1 0 0 0,1 0 0 0 0,-1 0 0 0 0,0 1 0 0 0,-1-1 0 0 0,1 0-1 0 0,-1 1 1 0 0,0-1 0 0 0,0 1 0 0 0,-1 0 0 0 0,0 0 0 0 0,0 0 0 0 0,0 1 0 0 0,0-1 0 0 0,-1 1 0 0 0,1 0-1 0 0,-1 0 1 0 0,0 1 0 0 0,-1-1 0 0 0,1 1 0 0 0,0 0 0 0 0,-1 1 0 0 0,0-1 0 0 0,-6-1 0 0 0,-3 2 124 0 0,0 0 1 0 0,0 1 0 0 0,-1 1 0 0 0,1 1 0 0 0,0 0 0 0 0,-1 1-1 0 0,1 0 1 0 0,0 1 0 0 0,-27 10 0 0 0,-2 3 279 0 0,-79 43 0 0 0,103-48-608 0 0,1 2 0 0 0,0 0 0 0 0,1 1 0 0 0,0 0 0 0 0,1 2 0 0 0,1 0 0 0 0,0 1-1 0 0,1 0 1 0 0,1 1 0 0 0,1 1 0 0 0,1 0 0 0 0,0 1 0 0 0,1 0 0 0 0,2 1 0 0 0,0 0 0 0 0,1 1 0 0 0,1 0 0 0 0,1 0-1 0 0,-6 39 1 0 0,9-37-10 0 0,1-1 0 0 0,0 1-1 0 0,2-1 1 0 0,1 1-1 0 0,1-1 1 0 0,1 1-1 0 0,1-1 1 0 0,9 30 0 0 0,-8-39-38 0 0,0 0 0 0 0,1-1 1 0 0,1 1-1 0 0,0-1 1 0 0,1-1-1 0 0,0 1 0 0 0,1-1 1 0 0,1-1-1 0 0,0 0 1 0 0,0 0-1 0 0,1-1 0 0 0,0 0 1 0 0,1-1-1 0 0,17 11 1 0 0,-4-6 7 0 0,0-1 0 0 0,1-1 1 0 0,1-1-1 0 0,0-2 1 0 0,0 0-1 0 0,0-2 1 0 0,1-1-1 0 0,0-1 1 0 0,33 1-1 0 0,-35-4-33 0 0,0-2 0 0 0,0-1-1 0 0,-1-1 1 0 0,1-1 0 0 0,0-1-1 0 0,-1-2 1 0 0,0 0 0 0 0,0-1 0 0 0,-1-2-1 0 0,31-15 1 0 0,-40 15-17 0 0,0 0 1 0 0,-1-2-1 0 0,0 1 1 0 0,-1-2-1 0 0,0 0 0 0 0,0 0 1 0 0,-2-2-1 0 0,1 1 1 0 0,-2-1-1 0 0,0-1 0 0 0,-1 0 1 0 0,0 0-1 0 0,12-30 1 0 0,-10 16 0 0 0,-1-1 1 0 0,-2 1 0 0 0,0-1-1 0 0,-2-1 1 0 0,-2 1 0 0 0,0-1 0 0 0,-2-32-1 0 0,-2 49-3 0 0,0-1-1 0 0,-1 0 0 0 0,-1 0 0 0 0,-1 0 1 0 0,0 1-1 0 0,-1 0 0 0 0,0-1 0 0 0,-11-23 1 0 0,11 31-25 0 0,0 0 1 0 0,0 1 0 0 0,0 0-1 0 0,-1 0 1 0 0,0 0-1 0 0,0 1 1 0 0,0-1 0 0 0,-1 1-1 0 0,1 0 1 0 0,-1 1-1 0 0,0 0 1 0 0,-1 0 0 0 0,1 0-1 0 0,-1 0 1 0 0,0 1-1 0 0,0 0 1 0 0,0 1 0 0 0,0 0-1 0 0,-8-2 1 0 0,-29-3-1580 0 0,-22 4-5467 0 0,33 4 2928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5:04.0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 1923 2392 0 0,'-17'-4'5903'0'0,"16"-6"-4990"0"0,-1 1 0 0 0,2-1 0 0 0,-1 0 0 0 0,1 0 0 0 0,2-12 0 0 0,0-11-439 0 0,-3-102 316 0 0,2-149 191 0 0,12-18-375 0 0,-5-70-85 0 0,-7 123 96 0 0,-1-35 753 0 0,0 96-776 0 0,0 188-588 0 0,0 25-4533 0 0,-2-2-3073 0 0,-1-8 3799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5:04.8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385 61 2880 0 0,'-10'-24'4163'0'0,"8"21"-3876"0"0,0 0 0 0 0,0 0 0 0 0,0 1 1 0 0,0-1-1 0 0,-1 1 0 0 0,1 0 0 0 0,-1 0 1 0 0,1 0-1 0 0,-1 0 0 0 0,0 0 0 0 0,0 0 1 0 0,0 1-1 0 0,0 0 0 0 0,0-1 0 0 0,0 1 1 0 0,0 0-1 0 0,-5 0 0 0 0,3 0-9 0 0,0 1 0 0 0,-1 0-1 0 0,1 0 1 0 0,0 0 0 0 0,-1 1 0 0 0,1-1-1 0 0,0 2 1 0 0,0-1 0 0 0,-11 4 0 0 0,3 1-94 0 0,0 0 0 0 0,1 1 0 0 0,-1 0 0 0 0,1 1 0 0 0,1 1 0 0 0,-1 0 0 0 0,-13 14 1 0 0,11-7-108 0 0,0 1 0 0 0,1 0 0 0 0,1 0 0 0 0,0 2 0 0 0,1-1 0 0 0,2 1 0 0 0,-1 1 0 0 0,2 0 0 0 0,-8 29 0 0 0,7-11 32 0 0,1 0 0 0 0,3 0 1 0 0,0 1-1 0 0,2 52 0 0 0,3-82-78 0 0,1 0 0 0 0,-1 0 0 0 0,1 0 0 0 0,1-1 0 0 0,0 1 0 0 0,0 0 0 0 0,1-1 1 0 0,0 1-1 0 0,0-1 0 0 0,1 0 0 0 0,0 0 0 0 0,9 13 0 0 0,-10-18-12 0 0,0 1 0 0 0,0-1 0 0 0,0 0 0 0 0,0 0 0 0 0,1 0 0 0 0,-1-1 0 0 0,1 1 0 0 0,-1-1 0 0 0,1 0-1 0 0,0 0 1 0 0,0 0 0 0 0,0-1 0 0 0,1 1 0 0 0,-1-1 0 0 0,0 0 0 0 0,0 0 0 0 0,1-1 0 0 0,-1 1 0 0 0,0-1 0 0 0,1 0 0 0 0,-1 0 0 0 0,1 0 0 0 0,-1-1 0 0 0,0 1 0 0 0,1-1-1 0 0,-1 0 1 0 0,7-3 0 0 0,1-1 26 0 0,0 1 0 0 0,-1-2 0 0 0,0 0 0 0 0,0 0 0 0 0,0-1 0 0 0,-1-1 0 0 0,0 1 0 0 0,18-19-1 0 0,-22 20-7 0 0,-1 0 0 0 0,1 0-1 0 0,-1 0 1 0 0,-1-1 0 0 0,1 0-1 0 0,-1 0 1 0 0,0 0 0 0 0,-1 0-1 0 0,0 0 1 0 0,0-1 0 0 0,0 0-1 0 0,-1 0 1 0 0,0 1 0 0 0,-1-1-1 0 0,1-9 1 0 0,-2 15-24 0 0,0 0 0 0 0,-1 0 0 0 0,1 0-1 0 0,-1 0 1 0 0,0 1 0 0 0,1-1 0 0 0,-1 0 0 0 0,0 0-1 0 0,0 1 1 0 0,0-1 0 0 0,0 1 0 0 0,-1-1 0 0 0,1 1-1 0 0,0-1 1 0 0,-1 1 0 0 0,1 0 0 0 0,-1 0 0 0 0,1 0-1 0 0,-1 0 1 0 0,1 0 0 0 0,-1 0 0 0 0,0 0 0 0 0,1 0-1 0 0,-1 0 1 0 0,0 1 0 0 0,0-1 0 0 0,0 1 0 0 0,0-1-1 0 0,1 1 1 0 0,-1 0 0 0 0,-4 0 0 0 0,-7-2 43 0 0,0 1-1 0 0,0 1 1 0 0,-17 1 0 0 0,-11 1 61 0 0,13-1-13 0 0,1 1 0 0 0,-40 8 0 0 0,66-9-95 0 0,-1-1-1 0 0,1 0 1 0 0,0 1 0 0 0,-1-1-1 0 0,1 0 1 0 0,0 1-1 0 0,-1 0 1 0 0,1-1-1 0 0,0 1 1 0 0,0 0 0 0 0,-1 0-1 0 0,1 0 1 0 0,0-1-1 0 0,0 1 1 0 0,0 0 0 0 0,0 1-1 0 0,0-1 1 0 0,0 0-1 0 0,1 0 1 0 0,-1 0-1 0 0,0 0 1 0 0,0 1 0 0 0,1-1-1 0 0,-1 0 1 0 0,1 1-1 0 0,-1-1 1 0 0,1 0 0 0 0,0 1-1 0 0,0-1 1 0 0,-1 1-1 0 0,1-1 1 0 0,0 1-1 0 0,0-1 1 0 0,1 2 0 0 0,8 21-2902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5:05.6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694 51 1808 0 0,'-3'-1'267'0'0,"-1"0"0"0"0,0 0-1 0 0,1 0 1 0 0,-1-1 0 0 0,1 1 0 0 0,-1-1-1 0 0,-3-3 1 0 0,-15-5 673 0 0,-2 3-104 0 0,-1 1 0 0 0,0 1 0 0 0,0 1 0 0 0,0 1 0 0 0,0 2 0 0 0,-47 2 0 0 0,52 1-446 0 0,1 0 0 0 0,0 2 0 0 0,0 0 0 0 0,0 1 0 0 0,0 0 0 0 0,1 2 0 0 0,0 0 1 0 0,0 1-1 0 0,-24 15 0 0 0,29-13-231 0 0,1 1 0 0 0,-1 0 0 0 0,2 1 0 0 0,-1 0 0 0 0,2 1 0 0 0,-1 0 0 0 0,2 0 0 0 0,0 1 0 0 0,1 1 0 0 0,-12 25 0 0 0,7-7 38 0 0,1 0-1 0 0,2 0 0 0 0,-12 70 1 0 0,11-29 100 0 0,-1 131 1 0 0,13-159-200 0 0,2 0 0 0 0,2 0-1 0 0,2-1 1 0 0,14 48 0 0 0,-17-80-60 0 0,0 0 0 0 0,1 1 0 0 0,1-2 0 0 0,0 1 0 0 0,1-1-1 0 0,1 0 1 0 0,0 0 0 0 0,0-1 0 0 0,1 0 0 0 0,0 0 0 0 0,21 17 0 0 0,-15-16 9 0 0,1-1 1 0 0,0-1-1 0 0,0 0 0 0 0,1-1 0 0 0,0-1 0 0 0,1-1 0 0 0,0 0 0 0 0,21 4 0 0 0,-9-4 4 0 0,1-1 0 0 0,-1-2 0 0 0,1-2 1 0 0,0 0-1 0 0,0-2 0 0 0,0-2 0 0 0,0 0 0 0 0,-1-2 0 0 0,1-2 0 0 0,52-15 0 0 0,-63 13-39 0 0,-1-1 0 0 0,0-1-1 0 0,-1 0 1 0 0,0-1 0 0 0,0-1-1 0 0,-1-1 1 0 0,-1-1 0 0 0,0 0 0 0 0,17-20-1 0 0,4-9 4 0 0,-1-2 1 0 0,34-57-1 0 0,-60 86-17 0 0,-1 0 1 0 0,0 0-1 0 0,-1-1 0 0 0,-1 0 1 0 0,0 0-1 0 0,-1-1 1 0 0,-1 0-1 0 0,-1 0 0 0 0,0 0 1 0 0,-2 0-1 0 0,2-37 0 0 0,-4 10-4 0 0,1 2-3 0 0,-6-59 0 0 0,3 91 16 0 0,1-1 1 0 0,-2 1 0 0 0,0-1 0 0 0,0 1-1 0 0,-1 0 1 0 0,0 0 0 0 0,-1 1 0 0 0,0-1-1 0 0,-13-18 1 0 0,13 22 5 0 0,-2 0-1 0 0,1 1 1 0 0,-1-1 0 0 0,0 1-1 0 0,0 1 1 0 0,-1-1 0 0 0,1 1-1 0 0,-1 1 1 0 0,-10-5 0 0 0,-10-3 45 0 0,-43-11-1 0 0,48 17-6 0 0,1-2 0 0 0,0 0 0 0 0,-29-15 0 0 0,-6-16 72 0 0,38 26-14 0 0,-39-23-1 0 0,52 33-70 0 0,-1 0-1 0 0,0 0 0 0 0,0 1 0 0 0,0 0 0 0 0,0 0 0 0 0,0 1 0 0 0,-1 0 1 0 0,1 0-1 0 0,0 1 0 0 0,-10 0 0 0 0,-1-1 26 0 0,-14 0 25 0 0,31 1-91 0 0,0 0 1 0 0,0 0 0 0 0,0 0-1 0 0,-1 1 1 0 0,1-1 0 0 0,0 0 0 0 0,0 0-1 0 0,0 1 1 0 0,0-1 0 0 0,0 0 0 0 0,-1 1-1 0 0,1-1 1 0 0,0 1 0 0 0,0-1 0 0 0,0 1-1 0 0,0 0 1 0 0,-1 1 0 0 0,0 9-1371 0 0,3 2-4220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5:08.7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 17 3160 0 0,'-22'-14'9829'0'0,"30"12"-7103"0"0,326 3-851 0 0,-334-1-1764 0 0,-26 10 205 0 0,22-7-303 0 0,1 0 1 0 0,-1 0-1 0 0,1 1 1 0 0,0-1-1 0 0,0 1 0 0 0,0 0 1 0 0,0 0-1 0 0,1 0 0 0 0,-1 1 1 0 0,-2 6-1 0 0,-15 49 117 0 0,17-53-119 0 0,-10 48 189 0 0,3 1 1 0 0,-5 66-1 0 0,4-31 52 0 0,-9 161 685 0 0,17-332-2239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5:08.9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12 150 2736 0 0,'-1'-1'221'0'0,"0"0"0"0"0,0-1-1 0 0,0 1 1 0 0,0 0-1 0 0,0 0 1 0 0,0-1 0 0 0,1 1-1 0 0,-1 0 1 0 0,0-1 0 0 0,1 1-1 0 0,-1-1 1 0 0,1 1-1 0 0,-1-1 1 0 0,1 1 0 0 0,0-1-1 0 0,-1 0 1 0 0,1 1 0 0 0,0-1-1 0 0,0 1 1 0 0,0-1-1 0 0,0 1 1 0 0,1-1 0 0 0,0-2-1 0 0,-1 1 5 0 0,1 0 0 0 0,0 0 0 0 0,0 0 0 0 0,0 1 0 0 0,0-1 0 0 0,1 0 0 0 0,-1 1 0 0 0,1-1 0 0 0,-1 1 0 0 0,1-1 0 0 0,0 1 0 0 0,2-2 0 0 0,4-2 248 0 0,-1 1 0 0 0,1 0 0 0 0,0 0 1 0 0,1 1-1 0 0,-1 0 0 0 0,1 0 0 0 0,0 1 0 0 0,0 0 1 0 0,9-1-1 0 0,90-12 2383 0 0,-70 12-2290 0 0,0-2 297 0 0,-2 0-636 0 0,-12 5-8222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5:09.7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614 110 2744 0 0,'-6'0'544'0'0,"-1"-1"0"0"0,1-1-1 0 0,0 1 1 0 0,0-1 0 0 0,-9-4-1 0 0,-22-5 1102 0 0,27 9-1248 0 0,-1 1 0 0 0,1 0 1 0 0,-1 0-1 0 0,1 1 1 0 0,-1 1-1 0 0,0 0 0 0 0,1 0 1 0 0,0 1-1 0 0,-1 0 0 0 0,1 1 1 0 0,0 0-1 0 0,0 1 1 0 0,0 0-1 0 0,1 0 0 0 0,-1 1 1 0 0,-16 12-1 0 0,-5 9-131 0 0,0 0-1 0 0,2 2 1 0 0,1 2-1 0 0,1 0 1 0 0,1 2-1 0 0,2 1 1 0 0,-27 49-1 0 0,37-58-184 0 0,1 1-1 0 0,1 1 0 0 0,1 0 1 0 0,1 0-1 0 0,2 1 0 0 0,0 1 1 0 0,2-1-1 0 0,1 1 1 0 0,-2 37-1 0 0,7-50-24 0 0,0 1-1 0 0,1-1 1 0 0,1 0 0 0 0,0 0-1 0 0,1 0 1 0 0,0-1-1 0 0,1 1 1 0 0,1-1 0 0 0,0 1-1 0 0,1-1 1 0 0,1-1 0 0 0,0 1-1 0 0,1-1 1 0 0,0-1-1 0 0,1 1 1 0 0,1-1 0 0 0,0-1-1 0 0,20 19 1 0 0,-4-9 51 0 0,1-2 1 0 0,0 0-1 0 0,1-2 1 0 0,58 26-1 0 0,-40-24 15 0 0,2-3 0 0 0,76 18 0 0 0,-104-30-102 0 0,-1-1-1 0 0,1 0 1 0 0,0-2-1 0 0,0 0 0 0 0,0-2 1 0 0,0 0-1 0 0,-1-1 1 0 0,1-1-1 0 0,0-1 1 0 0,-1 0-1 0 0,0-2 0 0 0,0 0 1 0 0,0-1-1 0 0,-1-1 1 0 0,0-1-1 0 0,0 0 0 0 0,19-15 1 0 0,-9 5 4 0 0,0-2-1 0 0,-2 0 1 0 0,42-43 0 0 0,-58 52-16 0 0,0-1 0 0 0,-1 1 0 0 0,-1-1 0 0 0,0-1 0 0 0,0 1 0 0 0,-2-1 0 0 0,1-1 0 0 0,-2 1 0 0 0,0-1 0 0 0,4-22 0 0 0,-1-25 66 0 0,-3-1 0 0 0,-3 0 0 0 0,-7-83-1 0 0,4 117-22 0 0,0 6 12 0 0,-1 1-1 0 0,-1-1 1 0 0,-1 0-1 0 0,-10-32 1 0 0,10 44-31 0 0,-1 0 1 0 0,1 0 0 0 0,-2 1 0 0 0,1 0-1 0 0,-2 0 1 0 0,1 0 0 0 0,-1 1 0 0 0,-1 0-1 0 0,0 0 1 0 0,-14-12 0 0 0,-8-4 35 0 0,-1 2 0 0 0,-1 1 1 0 0,-1 2-1 0 0,-1 1 0 0 0,-42-16 0 0 0,55 26-54 0 0,-1 1-1 0 0,0 1 1 0 0,0 2-1 0 0,-1 0 0 0 0,0 1 1 0 0,1 1-1 0 0,-1 1 1 0 0,0 1-1 0 0,0 2 1 0 0,-24 2-1 0 0,41-2-44 0 0,0 0 0 0 0,-1 1 0 0 0,1-1-1 0 0,0 1 1 0 0,0 1 0 0 0,0-1 0 0 0,0 1-1 0 0,1 0 1 0 0,-1 0 0 0 0,1 1 0 0 0,0-1-1 0 0,-1 1 1 0 0,2 0 0 0 0,-1 1 0 0 0,0-1 0 0 0,1 1-1 0 0,-6 8 1 0 0,4-4-614 0 0,0 1 0 0 0,1 0 0 0 0,-6 15 0 0 0,-10 36-5663 0 0,11-22 2324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5:10.6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90 31 2808 0 0,'0'-30'8800'0'0,"2"35"-8525"0"0,-1 0 0 0 0,0 0 1 0 0,0 0-1 0 0,-1 1 0 0 0,0-1 1 0 0,0 0-1 0 0,0 1 0 0 0,-2 10 0 0 0,1 4-30 0 0,-16 289 976 0 0,0 1-339 0 0,8 3-175 0 0,2-132-495 0 0,-12 2-101 0 0,10-118-46 0 0,-1 77 1 0 0,8-23 671 0 0,1-46-2656 0 0,1-26-4400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5:11.6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133 7 3576 0 0,'-34'-6'6012'0'0,"30"6"-5807"0"0,1 1 0 0 0,-1 0 1 0 0,1-1-1 0 0,-1 1 0 0 0,1 1 0 0 0,-1-1 0 0 0,1 0 0 0 0,0 1 0 0 0,-1 0 0 0 0,1 0 0 0 0,0 0 0 0 0,0 0 1 0 0,0 0-1 0 0,1 0 0 0 0,-1 1 0 0 0,1 0 0 0 0,-1-1 0 0 0,1 1 0 0 0,0 0 0 0 0,0 0 0 0 0,0 0 1 0 0,0 0-1 0 0,0 1 0 0 0,1-1 0 0 0,-3 7 0 0 0,-1 5 156 0 0,0 0 0 0 0,1 0 0 0 0,1 1 0 0 0,-3 24 0 0 0,5-18-216 0 0,0-1 1 0 0,2 1 0 0 0,1-1 0 0 0,0 0 0 0 0,1 0-1 0 0,2 0 1 0 0,0 0 0 0 0,1 0 0 0 0,1-1 0 0 0,1 0 0 0 0,1-1-1 0 0,1 0 1 0 0,16 26 0 0 0,-18-33-22 0 0,-2-1 0 0 0,0 2 1 0 0,0-1-1 0 0,-1 1 0 0 0,-1 0 0 0 0,6 25 0 0 0,-9-33-103 0 0,0-1-1 0 0,0 1 0 0 0,-1-1 0 0 0,0 1 1 0 0,0 0-1 0 0,0-1 0 0 0,0 1 0 0 0,-1-1 1 0 0,0 1-1 0 0,0 0 0 0 0,0-1 0 0 0,0 0 1 0 0,-1 1-1 0 0,1-1 0 0 0,-1 0 0 0 0,0 0 1 0 0,-1 0-1 0 0,1 0 0 0 0,-1 0 0 0 0,0 0 1 0 0,0-1-1 0 0,0 1 0 0 0,-4 3 1 0 0,6-6-17 0 0,0 0 0 0 0,0 0 0 0 0,0 0 0 0 0,0 0 0 0 0,0-1 0 0 0,-1 1 1 0 0,1 0-1 0 0,0 0 0 0 0,0-1 0 0 0,0 1 0 0 0,-1-1 0 0 0,1 1 1 0 0,0-1-1 0 0,-1 0 0 0 0,1 1 0 0 0,0-1 0 0 0,-1 0 0 0 0,1 0 1 0 0,-1 0-1 0 0,1 0 0 0 0,0 0 0 0 0,-1 0 0 0 0,1 0 0 0 0,-1-1 0 0 0,1 1 1 0 0,0 0-1 0 0,-1-1 0 0 0,1 1 0 0 0,0-1 0 0 0,0 0 0 0 0,-1 1 1 0 0,1-1-1 0 0,0 0 0 0 0,0 0 0 0 0,0 1 0 0 0,0-1 0 0 0,0 0 1 0 0,0 0-1 0 0,0 0 0 0 0,0 0 0 0 0,0-1 0 0 0,1 1 0 0 0,-1 0 0 0 0,0 0 1 0 0,1 0-1 0 0,-1-1 0 0 0,1 1 0 0 0,-1-2 0 0 0,-3-5 6 0 0,2-1 0 0 0,-1 1-1 0 0,1-1 1 0 0,0 1 0 0 0,1-1-1 0 0,-1-11 1 0 0,2 1 5 0 0,0 0 1 0 0,1 0 0 0 0,1 0-1 0 0,1 0 1 0 0,1 0-1 0 0,0 1 1 0 0,2-1 0 0 0,0 1-1 0 0,1 0 1 0 0,1 1-1 0 0,0 0 1 0 0,1 0 0 0 0,1 1-1 0 0,1 0 1 0 0,0 1-1 0 0,1 0 1 0 0,25-24 0 0 0,-31 33 0 0 0,-4 3 6 0 0,1 0 1 0 0,-1 0 0 0 0,1 1-1 0 0,0-1 1 0 0,0 1 0 0 0,0 0-1 0 0,0 0 1 0 0,0 0 0 0 0,7-3-1 0 0,-25 31-21 0 0,0-4-281 0 0,-3 5-3759 0 0,-3-3-4539 0 0,12-14 4573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5:12.2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797 96 3656 0 0,'-6'-4'594'0'0,"0"1"0"0"0,1-1 0 0 0,0-1 0 0 0,0 1 0 0 0,-6-7-1 0 0,-24-18 1115 0 0,26 23-1344 0 0,-1 1 0 0 0,0 1 0 0 0,-1 0 0 0 0,1 0-1 0 0,-1 1 1 0 0,1 0 0 0 0,-1 1 0 0 0,0 0 0 0 0,0 1-1 0 0,-15 0 1 0 0,9 1-4 0 0,0 1 1 0 0,0 2-1 0 0,1-1 0 0 0,-1 2 0 0 0,1 0 0 0 0,-21 8 0 0 0,10 0-162 0 0,-1 1 0 0 0,1 1 0 0 0,1 1 0 0 0,1 1 0 0 0,0 2 0 0 0,1 0 0 0 0,-25 27 0 0 0,24-18-106 0 0,2 1-1 0 0,2 0 1 0 0,0 2-1 0 0,2 1 1 0 0,1 0-1 0 0,-20 50 1 0 0,26-52-29 0 0,1 0 1 0 0,2 1-1 0 0,1 0 1 0 0,1 0-1 0 0,2 1 1 0 0,1 0-1 0 0,1 0 1 0 0,2 0 0 0 0,1 0-1 0 0,1 0 1 0 0,7 40-1 0 0,-4-52-18 0 0,1-1 0 0 0,1 0 0 0 0,1 0 0 0 0,0-1-1 0 0,1 0 1 0 0,1 0 0 0 0,0-1 0 0 0,2 0 0 0 0,0 0 0 0 0,0-1 0 0 0,1-1 0 0 0,1 0-1 0 0,1-1 1 0 0,0 0 0 0 0,20 14 0 0 0,-3-6 43 0 0,2 0 0 0 0,0-3 0 0 0,0 0 0 0 0,2-2 0 0 0,0-2 0 0 0,62 16-1 0 0,-82-25-63 0 0,0-1-1 0 0,1-1 0 0 0,-1 0 1 0 0,1-2-1 0 0,-1 0 0 0 0,1 0 1 0 0,0-1-1 0 0,0-1 0 0 0,-1-1 1 0 0,1 0-1 0 0,-1-1 1 0 0,0-1-1 0 0,0 0 0 0 0,0-1 1 0 0,0 0-1 0 0,-1-2 0 0 0,1 1 1 0 0,16-13-1 0 0,7-6-1 0 0,-2-2 1 0 0,-1-2-1 0 0,-1-2 1 0 0,-1 0-1 0 0,-2-3 1 0 0,-1 0-1 0 0,27-42 1 0 0,-44 56-8 0 0,-1 0-1 0 0,-1-1 1 0 0,0 0 0 0 0,-2-1 0 0 0,0 0 0 0 0,-2 0 0 0 0,9-45-1 0 0,-13 49 1 0 0,-1-1-1 0 0,-1 0 0 0 0,0 0 1 0 0,-2 1-1 0 0,0-1 0 0 0,-1 0 1 0 0,0 1-1 0 0,-2-1 0 0 0,-1 1 1 0 0,-8-24-1 0 0,3 18 0 0 0,-1 1 1 0 0,0 1-1 0 0,-2 0 1 0 0,-1 0 0 0 0,0 1-1 0 0,-2 1 1 0 0,0 1-1 0 0,-2 0 1 0 0,-21-19-1 0 0,13 17-2309 0 0,-47-31 0 0 0,67 48 1186 0 0,-20-17-5886 0 0,15 7 2942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5:12.9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1882 3416 0 0,'-4'6'6946'0'0,"16"-15"-6238"0"0,110-100 3760 0 0,51-72-2727 0 0,4-2-1344 0 0,100-70-19 0 0,162-168 75 0 0,-344 312-327 0 0,174-181 567 0 0,-132 166-311 0 0,72-71 295 0 0,-205 191-786 0 0,7-5-44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5:13.5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379 12 3760 0 0,'-1'-1'203'0'0,"1"0"-1"0"0,-1 1 0 0 0,1-1 0 0 0,-1 0 0 0 0,1 1 1 0 0,-1-1-1 0 0,0 0 0 0 0,1 1 0 0 0,-1-1 0 0 0,0 1 1 0 0,0-1-1 0 0,1 1 0 0 0,-1-1 0 0 0,0 1 0 0 0,0-1 1 0 0,0 1-1 0 0,0 0 0 0 0,1 0 0 0 0,-1-1 0 0 0,0 1 1 0 0,0 0-1 0 0,0 0 0 0 0,0 0 0 0 0,0 0 0 0 0,0 0 1 0 0,-1 0-1 0 0,-26-1 1279 0 0,17 2-1119 0 0,1 1 0 0 0,0 0 1 0 0,0 1-1 0 0,0 0 0 0 0,0 0 0 0 0,1 1 1 0 0,-1 0-1 0 0,1 1 0 0 0,0 0 0 0 0,0 1 0 0 0,1 0 1 0 0,-1 0-1 0 0,1 0 0 0 0,1 1 0 0 0,-12 13 1 0 0,9-9-203 0 0,0 1 0 0 0,1 1 0 0 0,0 0 0 0 0,1 0 0 0 0,1 1 0 0 0,0 0 0 0 0,1 0 0 0 0,0 0 1 0 0,-6 28-1 0 0,11-39-137 0 0,0-1-1 0 0,1 1 1 0 0,-1-1 0 0 0,1 1 0 0 0,0 0 0 0 0,-1-1 0 0 0,1 1 0 0 0,1-1 0 0 0,-1 1 0 0 0,0 0 0 0 0,1-1 0 0 0,-1 1-1 0 0,1-1 1 0 0,-1 1 0 0 0,1-1 0 0 0,0 1 0 0 0,0-1 0 0 0,1 0 0 0 0,1 3 0 0 0,-2-3-1 0 0,1 0 0 0 0,0-1 0 0 0,0 0 0 0 0,0 1 0 0 0,0-1 0 0 0,0 0 0 0 0,0 0 0 0 0,0 0 0 0 0,0 0 0 0 0,0-1 1 0 0,0 1-1 0 0,1 0 0 0 0,-1-1 0 0 0,0 0 0 0 0,0 1 0 0 0,1-1 0 0 0,2 0 0 0 0,5-1 21 0 0,-1 0 0 0 0,0 0 0 0 0,1-1-1 0 0,-1 0 1 0 0,0-1 0 0 0,0 0 0 0 0,-1 0 0 0 0,1-1 0 0 0,10-6 0 0 0,-10 4-14 0 0,0-1 1 0 0,0 0 0 0 0,-1 0-1 0 0,0-1 1 0 0,0 1 0 0 0,9-15-1 0 0,-12 16-19 0 0,-2 1 0 0 0,1-1-1 0 0,-1 0 1 0 0,1 0 0 0 0,-2 0-1 0 0,1 0 1 0 0,-1 0 0 0 0,0 0-1 0 0,0-1 1 0 0,-1 1 0 0 0,1-1-1 0 0,-1-7 1 0 0,-2-7-8 0 0,0 19 14 0 0,1 15 17 0 0,1 77 58 0 0,-3 118 92 0 0,0-184-141 0 0,-1 0 0 0 0,-2-1 0 0 0,0 1 0 0 0,-1-1 0 0 0,-1 0 0 0 0,-16 33 1 0 0,15-41-4 0 0,0-1 0 0 0,-2 0 0 0 0,0 0 0 0 0,0-1 0 0 0,-1 0 1 0 0,-25 21-1 0 0,27-26-4 0 0,0 0 1 0 0,-1-1-1 0 0,0-1 1 0 0,0 1-1 0 0,-1-2 1 0 0,0 1-1 0 0,0-2 1 0 0,0 1-1 0 0,-1-1 1 0 0,-15 3-1 0 0,25-7-38 0 0,0 0 0 0 0,0 1 0 0 0,0-1 0 0 0,1 0 0 0 0,-1 0 0 0 0,0 0 0 0 0,0 0 0 0 0,0-1 0 0 0,0 1 0 0 0,1 0 0 0 0,-1-1 0 0 0,0 1 0 0 0,0-1 0 0 0,1 0 0 0 0,-1 0 0 0 0,0 1 0 0 0,1-1 0 0 0,-1 0 0 0 0,1 0 0 0 0,-1-1 0 0 0,1 1 0 0 0,-2-1 0 0 0,1-1 29 0 0,0 0 1 0 0,0 0-1 0 0,1 1 0 0 0,-1-1 0 0 0,1 0 0 0 0,-1-1 0 0 0,1 1 0 0 0,0 0 1 0 0,0 0-1 0 0,1 0 0 0 0,-1-5 0 0 0,0-6-900 0 0,0 1 0 0 0,1 0 1 0 0,1 0-1 0 0,0 0 0 0 0,4-16 0 0 0,12-25-7118 0 0,-9 26 3995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5:14.1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736 61 3144 0 0,'-6'-1'472'0'0,"1"0"-1"0"0,0-1 1 0 0,0 0 0 0 0,0 0-1 0 0,-7-4 1 0 0,-5-1 298 0 0,-9-2 50 0 0,1 1-1 0 0,-2 1 1 0 0,1 2 0 0 0,-1 0-1 0 0,0 2 1 0 0,1 1 0 0 0,-1 1 0 0 0,-33 4-1 0 0,42-2-538 0 0,-1 2 0 0 0,0 1 0 0 0,1 0 0 0 0,0 1 1 0 0,0 1-1 0 0,0 1 0 0 0,1 0 0 0 0,0 1 0 0 0,0 1 0 0 0,1 1 0 0 0,0 0 0 0 0,-23 20 0 0 0,27-17-166 0 0,0-1 0 0 0,0 2 0 0 0,1-1 0 0 0,1 2 0 0 0,-13 23 1 0 0,17-29-66 0 0,-4 10 42 0 0,0 0 1 0 0,1 1-1 0 0,1 1 1 0 0,1-1-1 0 0,1 1 1 0 0,-6 37-1 0 0,6-10 84 0 0,1 83-1 0 0,6-90-125 0 0,1 1 0 0 0,2-1 0 0 0,2 0 0 0 0,2 0 0 0 0,22 66-1 0 0,-22-84-22 0 0,1 0-1 0 0,2 0 0 0 0,0-1 0 0 0,1 0 1 0 0,1-1-1 0 0,1 0 0 0 0,1-1 1 0 0,1-1-1 0 0,0 0 0 0 0,34 28 1 0 0,-40-41-7 0 0,-1 0 0 0 0,1 0 1 0 0,0-1-1 0 0,1 0 1 0 0,-1-1-1 0 0,1-1 0 0 0,0 1 1 0 0,0-1-1 0 0,0-1 1 0 0,0 0-1 0 0,1-1 0 0 0,-1 0 1 0 0,0-1-1 0 0,22-2 1 0 0,5-2 41 0 0,-1-2 1 0 0,1-1 0 0 0,39-14-1 0 0,-35 9-26 0 0,0-3 1 0 0,-1-2-1 0 0,0-1 0 0 0,-1-2 0 0 0,44-30 1 0 0,-61 34-32 0 0,-1-1 0 0 0,0-2 0 0 0,-1 0 0 0 0,-1-1 0 0 0,-1-1 0 0 0,0 0 0 0 0,-2-2 0 0 0,-1 0 0 0 0,18-33 0 0 0,-11 11 2 0 0,-1-2 0 0 0,-3 0 1 0 0,-2-2-1 0 0,-2 0 1 0 0,-2 0-1 0 0,-2-1 0 0 0,-2-1 1 0 0,2-63-1 0 0,-11 104 2 0 0,0 0 0 0 0,0 0 0 0 0,-1 0 0 0 0,0 0 0 0 0,-1 0 0 0 0,0 1 0 0 0,-1-1 0 0 0,0 0-1 0 0,0 1 1 0 0,-1 0 0 0 0,-7-12 0 0 0,7 14 2 0 0,-1 0-1 0 0,0 1 1 0 0,0 0-1 0 0,0 0 1 0 0,-1 0-1 0 0,0 0 1 0 0,0 1-1 0 0,-1 0 1 0 0,0 1-1 0 0,1-1 1 0 0,-1 1-1 0 0,-1 0 1 0 0,1 1-1 0 0,-11-4 1 0 0,-33-9 109 0 0,-57-12 1 0 0,83 24-314 0 0,0 0 0 0 0,-34 1 0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0:25.6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62 0 4192 0 0,'-31'2'7129'0'0,"29"-1"-6901"0"0,0 0 1 0 0,1 0-1 0 0,-1 0 0 0 0,0 0 1 0 0,1 0-1 0 0,-1 1 0 0 0,1-1 0 0 0,-1 0 1 0 0,1 1-1 0 0,0-1 0 0 0,0 1 1 0 0,0 0-1 0 0,-1-1 0 0 0,1 1 0 0 0,1 0 1 0 0,-1 0-1 0 0,0 0 0 0 0,0-1 1 0 0,1 1-1 0 0,-1 3 0 0 0,-4 19-1655 0 0,6-3-6568 0 0,1-15 4650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0:26.7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176 184 3320 0 0,'-30'-54'4480'0'0,"23"39"-3642"0"0,-1 1 0 0 0,0 1-1 0 0,0 0 1 0 0,-1 0 0 0 0,-1 0 0 0 0,-12-12 0 0 0,13 16-151 0 0,-8-5 2537 0 0,11 16-1656 0 0,2 13-679 0 0,1 112-164 0 0,18 189-1 0 0,-3-140-620 0 0,-4 100 81 0 0,1-166-157 0 0,-12-173-532 0 0,-4 0 0 0 0,-21-91 0 0 0,-5-34 25 0 0,29 154 407 0 0,2 1-1 0 0,1-1 1 0 0,1 1-1 0 0,6-37 1 0 0,-4 55 72 0 0,1 0 1 0 0,1 1 0 0 0,0 0-1 0 0,1 0 1 0 0,0 0 0 0 0,1 0-1 0 0,1 1 1 0 0,0 0 0 0 0,1 0-1 0 0,0 1 1 0 0,17-20 0 0 0,-7 13 48 0 0,0 1 0 0 0,34-25 0 0 0,-44 36-21 0 0,1 1-1 0 0,0 1 1 0 0,1 0-1 0 0,-1 0 1 0 0,1 1-1 0 0,0 0 0 0 0,0 1 1 0 0,0 0-1 0 0,13-2 1 0 0,-18 4-8 0 0,-1 1 0 0 0,0 0 1 0 0,1 1-1 0 0,-1-1 0 0 0,0 1 1 0 0,1-1-1 0 0,-1 1 0 0 0,0 1 0 0 0,0-1 1 0 0,0 0-1 0 0,0 1 0 0 0,0 0 0 0 0,0 0 1 0 0,0 0-1 0 0,-1 1 0 0 0,1-1 1 0 0,-1 1-1 0 0,1 0 0 0 0,-1 0 0 0 0,0 0 1 0 0,0 0-1 0 0,-1 0 0 0 0,1 1 1 0 0,-1-1-1 0 0,1 1 0 0 0,-1 0 0 0 0,3 7 1 0 0,3 6 65 0 0,-1 1 0 0 0,-1 0 0 0 0,0 0 0 0 0,5 36 0 0 0,-5-18 18 0 0,-2 0 0 0 0,-2 1 0 0 0,-1 0 1 0 0,-2-1-1 0 0,-1 1 0 0 0,-2 0 0 0 0,-2-1 0 0 0,-1 0 1 0 0,-15 43-1 0 0,6-34 18 0 0,-2-1 1 0 0,-1 0-1 0 0,-3-2 1 0 0,-2 0-1 0 0,-1-2 1 0 0,-50 61-1 0 0,65-87-416 0 0,-18 21 308 0 0,12-21-2753 0 0,1-9-3838 0 0,10-6 2185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0:27.3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146 32 4768 0 0,'-9'6'6499'0'0,"4"10"-4098"0"0,3 23-1970 0 0,2-31 463 0 0,0 483 6683 0 0,0-427-7303 0 0,3 0 1 0 0,19 102-1 0 0,-18-141-252 0 0,-3-18-87 0 0,0-1 1 0 0,0 0-1 0 0,0 0 1 0 0,1 0 0 0 0,2 6-1 0 0,1-52-3173 0 0,-8-5 1962 0 0,-2 1 1 0 0,-2 0-1 0 0,-24-80 0 0 0,17 68 822 0 0,-23-78-225 0 0,9 36 609 0 0,-17-118 0 0 0,44 210 204 0 0,0 0 1 0 0,0 0 0 0 0,1-1-1 0 0,0 1 1 0 0,0 0-1 0 0,1 0 1 0 0,-1 0 0 0 0,1 0-1 0 0,0 0 1 0 0,4-9-1 0 0,-4 12 42 0 0,1 0-1 0 0,0 0 0 0 0,0 0 1 0 0,1 0-1 0 0,-1 0 0 0 0,1 1 1 0 0,-1-1-1 0 0,1 1 1 0 0,0 0-1 0 0,-1 0 0 0 0,1 0 1 0 0,1 0-1 0 0,-1 0 0 0 0,0 0 1 0 0,0 1-1 0 0,0 0 1 0 0,1 0-1 0 0,6-2 0 0 0,43-8 857 0 0,-1 3-1 0 0,2 2 0 0 0,97 1 0 0 0,-102 4-701 0 0,0 0-101 0 0,67 0 147 0 0,-101 1-405 0 0,0 2 0 0 0,-1 0 0 0 0,0 0 0 0 0,1 2 0 0 0,21 7 0 0 0,-32-9-174 0 0,0 0 0 0 0,-1-1-1 0 0,1 1 1 0 0,-1 1 0 0 0,0-1-1 0 0,0 0 1 0 0,0 1 0 0 0,4 4-1 0 0,-5-5-343 0 0,0 0 0 0 0,-1 0 0 0 0,0 0 0 0 0,1 0 0 0 0,-1 0 0 0 0,0 0 0 0 0,0 1 0 0 0,0-1 0 0 0,-1 0 0 0 0,1 1 0 0 0,0-1 0 0 0,-1 1 0 0 0,0-1 0 0 0,1 1 0 0 0,-1-1 0 0 0,0 1 0 0 0,0-1 0 0 0,0 1 0 0 0,-1-1 0 0 0,1 1 0 0 0,-1-1 0 0 0,-1 4 0 0 0,-8 19-3798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0:27.4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110 88 4864 0 0,'-45'11'3708'0'0,"34"-9"-2359"0"0,-1 0-1 0 0,1 1 1 0 0,-19 8-1 0 0,69-14 2044 0 0,32-9-2134 0 0,366-59 4684 0 0,-290 54-8789 0 0,-1 6-4739 0 0,-76 8 2878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0:27.9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239 85 4232 0 0,'-2'1'373'0'0,"0"1"-1"0"0,0-1 1 0 0,0 0-1 0 0,0 1 1 0 0,0-1-1 0 0,0 1 1 0 0,1 0-1 0 0,-1 0 1 0 0,0-1-1 0 0,1 1 1 0 0,0 0-1 0 0,-1 0 1 0 0,1 1-1 0 0,0-1 1 0 0,0 0-1 0 0,0 0 1 0 0,0 1-1 0 0,0-1 1 0 0,1 0 0 0 0,-1 1-1 0 0,1-1 1 0 0,0 0-1 0 0,-1 3 1 0 0,2-4-273 0 0,-1 0 1 0 0,1 0 0 0 0,-1-1-1 0 0,1 1 1 0 0,0 0 0 0 0,-1-1 0 0 0,1 1-1 0 0,0-1 1 0 0,-1 1 0 0 0,1-1 0 0 0,0 1-1 0 0,0-1 1 0 0,-1 1 0 0 0,1-1 0 0 0,0 0-1 0 0,0 1 1 0 0,0-1 0 0 0,0 0-1 0 0,0 0 1 0 0,0 0 0 0 0,-1 0 0 0 0,1 0-1 0 0,0 0 1 0 0,0 0 0 0 0,0 0 0 0 0,0 0-1 0 0,0 0 1 0 0,0 0 0 0 0,0 0-1 0 0,1-1 1 0 0,32-7 1835 0 0,-33 7-1831 0 0,18-4 464 0 0,1-1-1 0 0,-1-2 0 0 0,-1 0 0 0 0,1 0 0 0 0,-1-2 1 0 0,-1 0-1 0 0,20-16 0 0 0,-36 26-544 0 0,0-1-1 0 0,0 0 1 0 0,0 1 0 0 0,0-1-1 0 0,0 0 1 0 0,-1 0 0 0 0,1 1-1 0 0,0-1 1 0 0,0 0 0 0 0,-1 0-1 0 0,1 0 1 0 0,-1 0 0 0 0,1 0-1 0 0,-1 0 1 0 0,1 0 0 0 0,-1 0-1 0 0,0 0 1 0 0,1 0 0 0 0,-1 0-1 0 0,0 0 1 0 0,0-1 0 0 0,0 1-1 0 0,0 0 1 0 0,0 0 0 0 0,0 0-1 0 0,0-1 1 0 0,-1 0-2 0 0,1 1 1 0 0,-1 0-1 0 0,0 0 1 0 0,0 0-1 0 0,0 0 1 0 0,0 0-1 0 0,0 0 1 0 0,-1 0-1 0 0,1 0 1 0 0,0 0-1 0 0,0 0 1 0 0,-1 1-1 0 0,1-1 1 0 0,0 1-1 0 0,-1-1 0 0 0,-2 0 1 0 0,-7-2 50 0 0,0 0 0 0 0,0 1 0 0 0,-22-1 1 0 0,17 3-54 0 0,-1 1 0 0 0,1 1 0 0 0,0 0 1 0 0,0 1-1 0 0,0 1 0 0 0,0 0 1 0 0,0 2-1 0 0,1-1 0 0 0,0 2 1 0 0,0 0-1 0 0,0 1 0 0 0,1 0 0 0 0,-18 15 1 0 0,21-16-21 0 0,1 1 0 0 0,1 1 1 0 0,-1-1-1 0 0,2 1 1 0 0,-1 1-1 0 0,1 0 0 0 0,0 0 1 0 0,1 1-1 0 0,0 0 0 0 0,1 0 1 0 0,0 0-1 0 0,1 1 0 0 0,0 0 1 0 0,1 0-1 0 0,1 0 1 0 0,-1 0-1 0 0,-1 23 0 0 0,5-29-1 0 0,0 0 0 0 0,0 0 1 0 0,1 0-1 0 0,0 0 0 0 0,0 0 0 0 0,0 0 0 0 0,1-1 0 0 0,0 1 0 0 0,0 0 0 0 0,0-1 0 0 0,1 0 0 0 0,0 1 1 0 0,0-1-1 0 0,0 0 0 0 0,1-1 0 0 0,-1 1 0 0 0,1 0 0 0 0,0-1 0 0 0,1 0 0 0 0,-1 0 0 0 0,1 0 0 0 0,0-1 0 0 0,10 6 1 0 0,9 4 2 0 0,0-1 0 0 0,1-1 0 0 0,1-2 0 0 0,27 7 0 0 0,-11-3 3 0 0,-25-7 15 0 0,14 4 22 0 0,-1 1 1 0 0,0 1-1 0 0,29 18 1 0 0,-53-27-17 0 0,0 1 1 0 0,1-1-1 0 0,-1 2 1 0 0,-1-1 0 0 0,1 1-1 0 0,-1 0 1 0 0,0 0 0 0 0,0 0-1 0 0,0 1 1 0 0,-1 0 0 0 0,0 0-1 0 0,0 0 1 0 0,0 0-1 0 0,-1 1 1 0 0,0-1 0 0 0,0 1-1 0 0,0 0 1 0 0,-1 0 0 0 0,2 10-1 0 0,-4-12 3 0 0,-1 0 0 0 0,1 1-1 0 0,-1-1 1 0 0,0 0-1 0 0,0 1 1 0 0,0-1 0 0 0,-1 0-1 0 0,0 0 1 0 0,0 0 0 0 0,0 0-1 0 0,0 0 1 0 0,-1 0-1 0 0,0-1 1 0 0,0 1 0 0 0,0-1-1 0 0,-1 0 1 0 0,1 0 0 0 0,-1 0-1 0 0,-7 5 1 0 0,-4 4 59 0 0,-1-1 1 0 0,0-1 0 0 0,0 0 0 0 0,-21 9-1 0 0,20-12-46 0 0,-1-1-1 0 0,1-1 0 0 0,-1-1 1 0 0,0 0-1 0 0,-30 3 0 0 0,47-8-51 0 0,0 1 0 0 0,-1-1 0 0 0,1 0 0 0 0,0 0 0 0 0,-1 0 0 0 0,1 0 0 0 0,0 0 0 0 0,-1-1 0 0 0,1 1 0 0 0,0 0 0 0 0,-1 0 0 0 0,1-1 0 0 0,0 1 0 0 0,0-1 0 0 0,0 1 0 0 0,-1-1 0 0 0,1 0 0 0 0,-2-1 0 0 0,3 1-203 0 0,-1 0 0 0 0,0 0 0 0 0,1 0 0 0 0,-1 0 0 0 0,0 0 0 0 0,1 0 0 0 0,0 0 1 0 0,-1 0-1 0 0,1 0 0 0 0,-1 0 0 0 0,1 0 0 0 0,0 0 0 0 0,0-1 0 0 0,0 1 0 0 0,0 0 0 0 0,0-2 0 0 0,0-3-1363 0 0,1 0 1 0 0,1 1 0 0 0,-1-1-1 0 0,1 1 1 0 0,0-1 0 0 0,0 1-1 0 0,3-7 1 0 0,8-11-3446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0:29.8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 30 4080 0 0,'-18'0'6876'0'0,"25"1"-1907"0"0,30-1-1816 0 0,60-7-730 0 0,0-2-5873 0 0,17-1-6288 0 0,-64 6 5589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0:30.5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132 284 4592 0 0,'-2'-7'438'0'0,"0"0"-1"0"0,0 1 1 0 0,0-1-1 0 0,0 0 1 0 0,1 0-1 0 0,1 0 1 0 0,-1 0-1 0 0,1-8 1 0 0,-3-19 776 0 0,-2 0-10 0 0,2 7 504 0 0,-2 0-1 0 0,-1 0 1 0 0,-14-38-1 0 0,18 77 2786 0 0,-1 65-3798 0 0,18 218 216 0 0,3 163-269 0 0,-18-344-878 0 0,1-139 34 0 0,-7-154-975 0 0,3 154 963 0 0,0 0 0 0 0,-2 1 0 0 0,-1-1 0 0 0,-1 1 0 0 0,-11-27 1 0 0,8 28-122 0 0,1-1 0 0 0,1 0 0 0 0,1-1 0 0 0,1 0 0 0 0,-3-31 0 0 0,4 25-4185 0 0,1 7-3150 0 0,4 12 3965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0:30.8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1 230 2088 0 0,'0'-6'562'0'0,"-1"-16"867"0"0,1 0 0 0 0,2 0 0 0 0,0 0 0 0 0,9-34 0 0 0,-10 52-1227 0 0,0 0 0 0 0,0 0-1 0 0,0 0 1 0 0,1 0 0 0 0,0 0-1 0 0,0 0 1 0 0,0 0-1 0 0,0 1 1 0 0,0-1 0 0 0,1 1-1 0 0,0 0 1 0 0,-1 0 0 0 0,1-1-1 0 0,0 2 1 0 0,1-1-1 0 0,-1 0 1 0 0,0 1 0 0 0,1-1-1 0 0,0 1 1 0 0,-1 0 0 0 0,1 0-1 0 0,0 1 1 0 0,0-1-1 0 0,0 1 1 0 0,0 0 0 0 0,0 0-1 0 0,0 0 1 0 0,1 1 0 0 0,-1-1-1 0 0,0 1 1 0 0,5 0-1 0 0,-3 1 1 0 0,1 0 0 0 0,-1 0 0 0 0,1 1 0 0 0,-1 0 0 0 0,0 0 0 0 0,1 0 0 0 0,-1 1 0 0 0,0 0 0 0 0,-1 0 0 0 0,1 1-1 0 0,-1 0 1 0 0,1 0 0 0 0,8 9 0 0 0,5 6 221 0 0,-1 0 0 0 0,17 24 0 0 0,-31-37-317 0 0,15 20 246 0 0,-1 1 1 0 0,0 1 0 0 0,-3 0 0 0 0,0 2 0 0 0,14 41 0 0 0,-22-51-168 0 0,-1-1-1 0 0,-1 2 1 0 0,-1-1-1 0 0,-1 0 1 0 0,0 1-1 0 0,-2 0 0 0 0,0-1 1 0 0,-1 1-1 0 0,-5 32 1 0 0,1-37-83 0 0,0-1 0 0 0,-1-1 0 0 0,0 1 0 0 0,-1-1 1 0 0,-1 0-1 0 0,0 0 0 0 0,-1 0 0 0 0,0-1 0 0 0,-1-1 0 0 0,-12 14 0 0 0,-13 11-79 0 0,-70 57-1 0 0,92-84-139 0 0,-6 8-459 0 0,12-8-3346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0:32.4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54 409 3392 0 0,'-5'4'700'0'0,"-1"0"0"0"0,1 1-1 0 0,0-1 1 0 0,1 1-1 0 0,-1 0 1 0 0,-4 7 0 0 0,5-7 157 0 0,-6 11 1751 0 0,10-17-2551 0 0,0 1-1 0 0,0 0 0 0 0,0 0 0 0 0,0 0 0 0 0,0 0 0 0 0,0 0 0 0 0,0 0 0 0 0,0 0 1 0 0,0 0-1 0 0,1 0 0 0 0,-1 0 0 0 0,0 0 0 0 0,0 0 0 0 0,0 0 0 0 0,0 0 0 0 0,0 0 1 0 0,0 0-1 0 0,0 0 0 0 0,0 0 0 0 0,0 0 0 0 0,0 0 0 0 0,1 0 0 0 0,-1 0 0 0 0,0 0 1 0 0,0 0-1 0 0,0 1 505 0 0,0-1-505 0 0,0 0 0 0 0,1 0 0 0 0,-1 0 1 0 0,0 0-1 0 0,0 0 0 0 0,0 0 0 0 0,0 0 0 0 0,0 0 0 0 0,0 1 0 0 0,0-1 0 0 0,0 0 1 0 0,0 0-1 0 0,0 0 0 0 0,0 0 0 0 0,0 0 0 0 0,0 0 0 0 0,0 0 0 0 0,0 0 0 0 0,0 0 1 0 0,0 0-1 0 0,0 1 0 0 0,0-1 0 0 0,0 0 0 0 0,0 0 0 0 0,0 0 0 0 0,0 0 0 0 0,0 0 1 0 0,0 0-1 0 0,-1 0 0 0 0,29-15 6043 0 0,-16 6-6745 0 0,46-25 1086 0 0,-1-3 1 0 0,-2-3-1 0 0,86-80 1 0 0,-135 113-428 0 0,0 0 0 0 0,0 0 0 0 0,-1-1 1 0 0,0 0-1 0 0,0 0 0 0 0,-1 0 0 0 0,0 0 0 0 0,-1-1 1 0 0,1 0-1 0 0,-2 1 0 0 0,1-1 0 0 0,1-16 0 0 0,-3 22-9 0 0,-1-1 0 0 0,0 1-1 0 0,0-1 1 0 0,0 1 0 0 0,-1-1-1 0 0,1 0 1 0 0,-1 1 0 0 0,0-1 0 0 0,0 1-1 0 0,0 0 1 0 0,0-1 0 0 0,0 1-1 0 0,-1 0 1 0 0,0 0 0 0 0,1 0-1 0 0,-1 0 1 0 0,-1 0 0 0 0,1 0 0 0 0,0 0-1 0 0,-1 1 1 0 0,1-1 0 0 0,-1 1-1 0 0,0 0 1 0 0,1-1 0 0 0,-1 1-1 0 0,0 0 1 0 0,-1 1 0 0 0,1-1 0 0 0,0 1-1 0 0,0-1 1 0 0,-1 1 0 0 0,1 0-1 0 0,-1 0 1 0 0,1 1 0 0 0,-5-2-1 0 0,1 1 2 0 0,-1 1-1 0 0,1-1 0 0 0,-1 1 1 0 0,1 0-1 0 0,0 1 0 0 0,-1 0 1 0 0,1 0-1 0 0,0 1 0 0 0,0 0 0 0 0,0 0 1 0 0,0 0-1 0 0,0 1 0 0 0,0 0 1 0 0,0 0-1 0 0,1 1 0 0 0,0 0 1 0 0,0 0-1 0 0,0 0 0 0 0,0 1 1 0 0,0 0-1 0 0,1 0 0 0 0,0 1 0 0 0,-8 10 1 0 0,2-1-4 0 0,1 0 1 0 0,0 0 0 0 0,2 1 0 0 0,-1 0-1 0 0,2 1 1 0 0,0 0 0 0 0,1 0-1 0 0,-6 30 1 0 0,7-21 9 0 0,1 0 1 0 0,2 1-1 0 0,0 37 0 0 0,2-54 2 0 0,1 1-1 0 0,0-1 1 0 0,1 1-1 0 0,0-1 1 0 0,0 1-1 0 0,1-1 1 0 0,1 0-1 0 0,0 0 0 0 0,0-1 1 0 0,1 1-1 0 0,7 12 1 0 0,-7-17-4 0 0,0-1 0 0 0,0 1 0 0 0,0-1 1 0 0,0 1-1 0 0,1-1 0 0 0,-1-1 0 0 0,1 1 0 0 0,0-1 1 0 0,0 0-1 0 0,1-1 0 0 0,-1 1 0 0 0,0-1 0 0 0,1 0 1 0 0,0-1-1 0 0,10 2 0 0 0,6 0 11 0 0,0-2 0 0 0,0 0 0 0 0,28-3 0 0 0,-16-1 12 0 0,0-2 0 0 0,-1-1 0 0 0,65-20 0 0 0,-74 17-1070 0 0,-1-1 0 0 0,23-13-1 0 0,-30 14-1968 0 0,-1-2 0 0 0,0 0 0 0 0,18-17 0 0 0,-13 7-1238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0:32.7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36 190 2688 0 0,'15'-146'7459'0'0,"-17"111"-5008"0"0,-2 27-318 0 0,-2 24-343 0 0,-2 21 99 0 0,-2 46-1 0 0,3 104-684 0 0,7-155-952 0 0,-2 150 591 0 0,35 294-1 0 0,-5-370-925 0 0,-25-161-761 0 0,-33-182-229 0 0,4 50 535 0 0,21 140 412 0 0,-9-122-264 0 0,13 137 326 0 0,2 0 1 0 0,1-1-1 0 0,6-33 1 0 0,-7 58 70 0 0,1 0 1 0 0,0 1-1 0 0,0-1 1 0 0,1 1-1 0 0,-1-1 1 0 0,2 1-1 0 0,-1 0 1 0 0,1 0-1 0 0,0 1 1 0 0,1-1-1 0 0,9-11 1 0 0,-11 16 18 0 0,0 0 0 0 0,0-1 0 0 0,0 1 0 0 0,0 0 1 0 0,0 0-1 0 0,1 1 0 0 0,-1-1 0 0 0,0 1 0 0 0,1 0 0 0 0,-1 0 1 0 0,1 0-1 0 0,0 0 0 0 0,-1 0 0 0 0,1 1 0 0 0,0-1 0 0 0,-1 1 1 0 0,1 0-1 0 0,0 0 0 0 0,0 1 0 0 0,-1-1 0 0 0,1 1 0 0 0,-1 0 1 0 0,1 0-1 0 0,0 0 0 0 0,-1 0 0 0 0,5 3 0 0 0,-3-2 29 0 0,-1 0 0 0 0,0 0 0 0 0,0 0 0 0 0,1 1 0 0 0,-1-1 0 0 0,0 1 0 0 0,-1 0 0 0 0,1 0 0 0 0,-1 1 0 0 0,1-1-1 0 0,-1 1 1 0 0,0 0 0 0 0,0 0 0 0 0,-1 0 0 0 0,1 0 0 0 0,3 8 0 0 0,-4-5 18 0 0,0 0-1 0 0,0 0 1 0 0,-1 0-1 0 0,0 0 1 0 0,0 0 0 0 0,-1 0-1 0 0,0 0 1 0 0,0 0 0 0 0,-1 0-1 0 0,-1 10 1 0 0,-4 8 98 0 0,-1 0 1 0 0,-2-1 0 0 0,0 0-1 0 0,-1 0 1 0 0,-15 24 0 0 0,-25 37-746 0 0,32-55-3555 0 0,0 0-5529 0 0,12-22 4997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0:33.0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 24 4608 0 0,'-5'-23'5876'0'0,"1"24"-3204"0"0,1 15-1495 0 0,-14 480 9664 0 0,15-331-14125 0 0,2 2-9345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0:33.1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36 267 4616 0 0,'-9'-20'1975'0'0,"4"11"-1038"0"0,0-1-1 0 0,1 0 1 0 0,0 0 0 0 0,-3-19-1 0 0,6 27-816 0 0,1 0-1 0 0,0 0 1 0 0,-1 0-1 0 0,1 0 1 0 0,0-1 0 0 0,1 1-1 0 0,-1 0 1 0 0,0 0-1 0 0,0 0 1 0 0,1 0-1 0 0,0 0 1 0 0,-1 0-1 0 0,1 0 1 0 0,0 0-1 0 0,0 0 1 0 0,0 0-1 0 0,0 0 1 0 0,0 1-1 0 0,0-1 1 0 0,0 0-1 0 0,1 1 1 0 0,-1-1-1 0 0,1 1 1 0 0,-1-1-1 0 0,1 1 1 0 0,0 0-1 0 0,-1-1 1 0 0,1 1 0 0 0,3-1-1 0 0,21-8 647 0 0,-1 1 0 0 0,1 2-1 0 0,0 0 1 0 0,1 2 0 0 0,28-2 0 0 0,-10 0-68 0 0,53-8 362 0 0,5 0-4200 0 0,49-13-6364 0 0,-95 15 5227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0:34.9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162 448 1592 0 0,'-5'-21'1004'0'0,"-2"0"-1"0"0,-15-33 1 0 0,6 14-98 0 0,-18-41 944 0 0,20 52-668 0 0,2 0 1 0 0,1-1-1 0 0,1 0 0 0 0,1-1 0 0 0,-5-40 1 0 0,12 60-166 0 0,-1 16 20 0 0,0 22-32 0 0,3 1122 4904 0 0,3-1172-5886 0 0,0-1 1 0 0,2 1 0 0 0,1 0-1 0 0,0 1 1 0 0,12-26-1 0 0,-16 42-20 0 0,12-32 32 0 0,1 1 1 0 0,31-53-1 0 0,-40 79-10 0 0,1 0-1 0 0,0 1 1 0 0,1-1-1 0 0,0 1 1 0 0,1 1-1 0 0,0 0 1 0 0,0 0-1 0 0,1 1 1 0 0,0 0-1 0 0,0 0 1 0 0,1 1-1 0 0,13-6 1 0 0,-21 12-7 0 0,1-1 1 0 0,-1 1-1 0 0,1-1 1 0 0,-1 1-1 0 0,1 0 1 0 0,0 1-1 0 0,-1-1 1 0 0,1 1-1 0 0,0-1 1 0 0,-1 1 0 0 0,1 0-1 0 0,0 0 1 0 0,-1 1-1 0 0,1-1 1 0 0,0 1-1 0 0,-1 0 1 0 0,1 0-1 0 0,0 0 1 0 0,-1 0 0 0 0,0 1-1 0 0,1-1 1 0 0,-1 1-1 0 0,0 0 1 0 0,0 0-1 0 0,4 3 1 0 0,-2 0 24 0 0,-1 0-1 0 0,0 0 1 0 0,0 0 0 0 0,0 1-1 0 0,0 0 1 0 0,-1 0 0 0 0,0 0-1 0 0,0 0 1 0 0,-1 0 0 0 0,0 0 0 0 0,0 1-1 0 0,0-1 1 0 0,1 10 0 0 0,1 30 257 0 0,-1 0 1 0 0,-2 0-1 0 0,-6 62 1 0 0,-1 21-2506 0 0,5-118-772 0 0,1-9 2278 0 0,-1-1 0 0 0,1 0 0 0 0,0 1 0 0 0,0-1 0 0 0,0 1 0 0 0,0-1-1 0 0,0 0 1 0 0,0 1 0 0 0,0-1 0 0 0,0 0 0 0 0,1 1 0 0 0,-1-1 0 0 0,0 0 0 0 0,1 1 0 0 0,0 0 0 0 0,6 5-4246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0:35.2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43 37 5160 0 0,'-4'0'847'0'0,"0"0"0"0"0,0 0 0 0 0,0-1 0 0 0,0 1 0 0 0,1-1 0 0 0,-1 0 0 0 0,0 0 0 0 0,-5-3 0 0 0,9 4-783 0 0,0 0 0 0 0,0 0 0 0 0,0 0 1 0 0,0 0-1 0 0,-1 0 0 0 0,1 0 0 0 0,0 0 1 0 0,0 0-1 0 0,0 0 0 0 0,0 0 0 0 0,0 0 0 0 0,0-1 1 0 0,-1 1-1 0 0,1 0 0 0 0,0 0 0 0 0,0 0 1 0 0,0 0-1 0 0,0 0 0 0 0,0-1 0 0 0,0 1 1 0 0,0 0-1 0 0,0 0 0 0 0,0 0 0 0 0,0 0 1 0 0,0-1-1 0 0,0 1 0 0 0,0 0 0 0 0,0 0 0 0 0,-1 0 1 0 0,2 0-1 0 0,-1-1 0 0 0,0 1 0 0 0,0 0 1 0 0,0 0-1 0 0,0 0 0 0 0,0 0 0 0 0,0-1 1 0 0,0 1-1 0 0,0 0 0 0 0,0 0 0 0 0,0 0 1 0 0,0 0-1 0 0,0 0 0 0 0,0-1 0 0 0,0 1 0 0 0,0 0 1 0 0,1 0-1 0 0,-1 0 0 0 0,0 0 0 0 0,0 0 1 0 0,0 0-1 0 0,0-1 0 0 0,1 1 0 0 0,23-7 1550 0 0,16 0 326 0 0,80-1 1 0 0,-66 9-4259 0 0,0 1-3477 0 0,-8 0 1251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0:36.0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21 471 4712 0 0,'-2'1'384'0'0,"0"0"0"0"0,1 1-1 0 0,-1-1 1 0 0,0 0-1 0 0,1 0 1 0 0,0 1-1 0 0,-1-1 1 0 0,1 1-1 0 0,0-1 1 0 0,0 1-1 0 0,0-1 1 0 0,0 1-1 0 0,-2 3 1 0 0,3 6 2617 0 0,1-10-2914 0 0,-1-1-1 0 0,1 0 1 0 0,-1 1 0 0 0,1-1-1 0 0,0 0 1 0 0,-1 1 0 0 0,1-1-1 0 0,0 0 1 0 0,-1 0 0 0 0,1 0-1 0 0,0 0 1 0 0,-1 0-1 0 0,1 0 1 0 0,0 0 0 0 0,-1 0-1 0 0,1 0 1 0 0,0 0 0 0 0,-1 0-1 0 0,1 0 1 0 0,0 0 0 0 0,-1-1-1 0 0,2 1 1 0 0,18-7 799 0 0,-1-1 1 0 0,0-1-1 0 0,0-1 0 0 0,-1 0 0 0 0,26-19 1 0 0,-9 5 110 0 0,107-72 663 0 0,-120 79-1557 0 0,-1-1 0 0 0,0 0 1 0 0,-2-2-1 0 0,21-25 0 0 0,-37 40-91 0 0,-1 1-1 0 0,1-1 0 0 0,-1 0 0 0 0,1-1 0 0 0,-1 1 1 0 0,-1 0-1 0 0,1 0 0 0 0,-1-1 0 0 0,0 1 1 0 0,0-1-1 0 0,-1 1 0 0 0,1-1 0 0 0,-1 0 0 0 0,0 1 1 0 0,-1-1-1 0 0,1 1 0 0 0,-1-1 0 0 0,-1 1 0 0 0,1-1 1 0 0,-1 1-1 0 0,1 0 0 0 0,-1 0 0 0 0,-5-8 0 0 0,5 9-7 0 0,0 0 0 0 0,0 0 0 0 0,-1 0 0 0 0,0 0 0 0 0,1 1 0 0 0,-1-1-1 0 0,-1 1 1 0 0,1 0 0 0 0,0 0 0 0 0,-1 0 0 0 0,1 0 0 0 0,-1 1 0 0 0,0-1-1 0 0,0 1 1 0 0,0 0 0 0 0,0 0 0 0 0,-1 1 0 0 0,1-1 0 0 0,0 1 0 0 0,-1 0-1 0 0,1 0 1 0 0,-1 0 0 0 0,1 1 0 0 0,-1-1 0 0 0,1 1 0 0 0,-1 0 0 0 0,1 1-1 0 0,-1-1 1 0 0,-5 2 0 0 0,7-1 4 0 0,0 0-1 0 0,0 1 1 0 0,0-1-1 0 0,0 1 0 0 0,0-1 1 0 0,0 1-1 0 0,0 0 1 0 0,1 0-1 0 0,-1 1 1 0 0,1-1-1 0 0,0 0 0 0 0,-1 1 1 0 0,1 0-1 0 0,0-1 1 0 0,1 1-1 0 0,-1 0 1 0 0,0 0-1 0 0,1 0 1 0 0,-1 0-1 0 0,1 0 0 0 0,0 0 1 0 0,0 0-1 0 0,1 1 1 0 0,-2 3-1 0 0,-1 11 45 0 0,1 0 0 0 0,0 0 1 0 0,2 22-1 0 0,0-34-38 0 0,5 87 312 0 0,32 175 0 0 0,-27-209-215 0 0,-4-24-63 0 0,17 96 354 0 0,12 254 0 0 0,-35-358-374 0 0,0 11 12 0 0,-4 40-1 0 0,3-67-33 0 0,-1 0 0 0 0,-1 1 1 0 0,0-1-1 0 0,0-1 0 0 0,-1 1 0 0 0,0 0 1 0 0,-1-1-1 0 0,-5 10 0 0 0,8-18-4 0 0,1 1-1 0 0,-1-1 1 0 0,1 0-1 0 0,-1 0 1 0 0,0 0-1 0 0,0 0 1 0 0,0-1 0 0 0,0 1-1 0 0,0 0 1 0 0,0-1-1 0 0,0 1 1 0 0,-1-1-1 0 0,1 0 1 0 0,0 0-1 0 0,-1 0 1 0 0,1 0 0 0 0,-1 0-1 0 0,1-1 1 0 0,-1 1-1 0 0,0-1 1 0 0,1 1-1 0 0,-1-1 1 0 0,0 0 0 0 0,1 0-1 0 0,-1 0 1 0 0,1-1-1 0 0,-1 1 1 0 0,0 0-1 0 0,1-1 1 0 0,-1 0-1 0 0,1 0 1 0 0,-1 0 0 0 0,1 0-1 0 0,-1 0 1 0 0,1 0-1 0 0,0 0 1 0 0,0-1-1 0 0,-1 1 1 0 0,1-1-1 0 0,0 0 1 0 0,0 1 0 0 0,1-1-1 0 0,-1 0 1 0 0,0 0-1 0 0,1-1 1 0 0,-1 1-1 0 0,1 0 1 0 0,-1 0 0 0 0,1-1-1 0 0,0 1 1 0 0,0 0-1 0 0,-1-4 1 0 0,-2-9-4 0 0,1-1-1 0 0,0 1 1 0 0,1-1 0 0 0,1 0 0 0 0,0 0 0 0 0,1 1-1 0 0,0-1 1 0 0,2 0 0 0 0,0 0 0 0 0,0 1 0 0 0,2-1-1 0 0,0 1 1 0 0,1 0 0 0 0,10-23 0 0 0,10-13-104 0 0,2 2 1 0 0,60-83 0 0 0,-9 17-173 0 0,211-427-1060 0 0,-287 538 1331 0 0,1-4 6 0 0,0 0 1 0 0,1 1-1 0 0,1-1 0 0 0,-1 1 0 0 0,1 0 1 0 0,9-10-1 0 0,-14 17 3 0 0,0 0 0 0 0,0 0 0 0 0,0 0 1 0 0,0 0-1 0 0,0-1 0 0 0,1 1 0 0 0,-1 0 0 0 0,0 0 1 0 0,0 0-1 0 0,0 0 0 0 0,0 0 0 0 0,0 0 0 0 0,1 0 1 0 0,-1 0-1 0 0,0 0 0 0 0,0 0 0 0 0,0 0 0 0 0,0 0 1 0 0,1 0-1 0 0,-1 0 0 0 0,0 0 0 0 0,0 0 0 0 0,0 0 1 0 0,0 0-1 0 0,0 0 0 0 0,1 0 0 0 0,-1 0 0 0 0,0 0 1 0 0,0 0-1 0 0,0 0 0 0 0,0 0 0 0 0,1 0 0 0 0,-1 0 1 0 0,0 0-1 0 0,0 0 0 0 0,0 1 0 0 0,0-1 0 0 0,0 0 1 0 0,0 0-1 0 0,1 0 0 0 0,-1 0 0 0 0,0 0 0 0 0,0 0 1 0 0,0 1-1 0 0,0-1 0 0 0,0 0 0 0 0,0 0 0 0 0,0 0 1 0 0,0 0-1 0 0,0 0 0 0 0,0 1 0 0 0,0-1 0 0 0,0 0 1 0 0,0 0-1 0 0,0 0 0 0 0,0 1 0 0 0,2 13 99 0 0,-3 131 544 0 0,-2-98-402 0 0,2 0 0 0 0,3 1 0 0 0,11 75 0 0 0,1-85 142 0 0,0-23-1563 0 0,-13-14 986 0 0,-1-1 1 0 0,1 0 0 0 0,-1 0-1 0 0,1 0 1 0 0,-1 1-1 0 0,1-1 1 0 0,0 0-1 0 0,-1 0 1 0 0,1 0-1 0 0,-1 0 1 0 0,1 0-1 0 0,0 0 1 0 0,-1 0-1 0 0,1 0 1 0 0,-1 0-1 0 0,1 0 1 0 0,0-1-1 0 0,-1 1 1 0 0,1 0-1 0 0,-1 0 1 0 0,1-1-1 0 0,-1 1 1 0 0,1 0-1 0 0,-1-1 1 0 0,1 1-1 0 0,-1 0 1 0 0,1-1-1 0 0,0 0 1 0 0,6-15-9674 0 0,-2 3 4932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0:36.1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 1 4776 0 0,'-2'0'829'0'0,"-1"0"1803"0"0,3 2-1732 0 0,0 1 16 0 0,0 4 0 0 0,0 3 0 0 0,0 5 4 0 0,5 1-60 0 0,8 7-96 0 0,-2-1-452 0 0,3 4-3260 0 0,4 0 0 0 0,-2-1 0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0:36.4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38 335 4840 0 0,'-8'192'9146'0'0,"9"-191"-8945"0"0,-1 1 0 0 0,0 0 1 0 0,-1 0-1 0 0,1 0 0 0 0,0-1 1 0 0,0 1-1 0 0,-1 0 0 0 0,1 0 0 0 0,-1-1 1 0 0,1 1-1 0 0,-1 0 0 0 0,0-1 0 0 0,-1 3 1 0 0,-4-5 1813 0 0,0-15-819 0 0,1-10-460 0 0,2 0 0 0 0,0 0-1 0 0,3-52 1 0 0,0 43-428 0 0,0 18-179 0 0,1 0 0 0 0,0 0 0 0 0,2 0 0 0 0,0 0 0 0 0,0 0 0 0 0,2 1 0 0 0,0-1-1 0 0,15-29 1 0 0,-15 35-84 0 0,1 2 0 0 0,0-1-1 0 0,1 1 1 0 0,0 0 0 0 0,0 0-1 0 0,1 1 1 0 0,0 0 0 0 0,1 0-1 0 0,0 1 1 0 0,0 0 0 0 0,0 1-1 0 0,1 0 1 0 0,0 0 0 0 0,14-5-1 0 0,-3 3-1308 0 0,36-9 0 0 0,24 4-11423 0 0,-57 12 7754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0:36.8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205 172 5120 0 0,'8'-48'5471'0'0,"0"9"-3045"0"0,-7 34-2080 0 0,-1 0 0 0 0,0 1 0 0 0,1-1 0 0 0,-2 0 0 0 0,1 0 0 0 0,-1 1 0 0 0,1-1 0 0 0,-1 0 0 0 0,-1 1 0 0 0,1-1 0 0 0,-3-4 0 0 0,3 7-170 0 0,0 0 0 0 0,-1 0 0 0 0,1 1 1 0 0,-1-1-1 0 0,1 1 0 0 0,-1-1 0 0 0,0 1 0 0 0,1 0 0 0 0,-1-1 0 0 0,0 1 0 0 0,0 0 0 0 0,0 0 0 0 0,0 0 0 0 0,0 0 0 0 0,0 1 0 0 0,-1-1 0 0 0,1 1 0 0 0,0-1 0 0 0,0 1 0 0 0,0 0 0 0 0,-1 0 0 0 0,1 0 0 0 0,0 0 1 0 0,0 0-1 0 0,0 0 0 0 0,-4 1 0 0 0,-2 0 0 0 0,0 1 0 0 0,0 0 1 0 0,0 0-1 0 0,0 1 0 0 0,1 0 1 0 0,-1 0-1 0 0,1 0 0 0 0,0 1 1 0 0,0 0-1 0 0,0 1 1 0 0,1 0-1 0 0,-1 0 0 0 0,1 0 1 0 0,0 1-1 0 0,1-1 0 0 0,-1 2 1 0 0,-8 12-1 0 0,11-14-165 0 0,-1 0 1 0 0,2 1-1 0 0,-1-1 1 0 0,1 1-1 0 0,-1-1 0 0 0,1 1 1 0 0,1 0-1 0 0,-1 0 1 0 0,1-1-1 0 0,0 1 1 0 0,1 0-1 0 0,-1 0 0 0 0,1 1 1 0 0,0-1-1 0 0,1 0 1 0 0,0 0-1 0 0,0 0 0 0 0,0-1 1 0 0,0 1-1 0 0,1 0 1 0 0,0 0-1 0 0,0-1 0 0 0,1 1 1 0 0,5 9-1 0 0,5 3 26 0 0,0-2 0 0 0,1 0 0 0 0,1 0 0 0 0,0-1 0 0 0,1-1 0 0 0,1-1 0 0 0,0 0 0 0 0,20 10 0 0 0,-21-13 11 0 0,-8-6-8 0 0,0 1 0 0 0,0-1 0 0 0,-1 1 0 0 0,1 1 0 0 0,-1 0 0 0 0,0 0 0 0 0,-1 0 0 0 0,0 1 0 0 0,0 0-1 0 0,0 0 1 0 0,8 14 0 0 0,-14-20-24 0 0,1 1 1 0 0,0 0-1 0 0,-1 0 0 0 0,1-1 0 0 0,-1 1 0 0 0,1 0 0 0 0,-1 0 0 0 0,0 0 0 0 0,0 0 0 0 0,0 0 0 0 0,0 0 1 0 0,0 0-1 0 0,-1-1 0 0 0,1 1 0 0 0,0 0 0 0 0,-1 0 0 0 0,0 0 0 0 0,1 0 0 0 0,-3 3 0 0 0,1-3 8 0 0,0 1-1 0 0,0 0 0 0 0,0-1 1 0 0,-1 1-1 0 0,1-1 0 0 0,-1 1 0 0 0,0-1 1 0 0,1 0-1 0 0,-1 0 0 0 0,-5 1 1 0 0,-7 4 53 0 0,-1-1 1 0 0,1 0-1 0 0,-30 5 1 0 0,32-7-50 0 0,-7 0-86 0 0,0-1-1 0 0,-26 2 0 0 0,28-5-3692 0 0,0 1-3876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0:37.0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39 4616 0 0,'0'-39'9210'0'0,"0"58"-7491"0"0,4 222 5217 0 0,17-1-4601 0 0,-11-165-2117 0 0,-7-38-514 0 0,2-1 1 0 0,2 1-1 0 0,1-1 0 0 0,24 64 0 0 0,-28-92-5956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0:37.2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7 153 5304 0 0,'0'0'184'0'0,"-1"0"0"0"0,1-1 0 0 0,-1 1-1 0 0,1-1 1 0 0,0 1 0 0 0,-1 0 0 0 0,1-1 0 0 0,0 1-1 0 0,-1-1 1 0 0,1 1 0 0 0,0-1 0 0 0,-1 1-1 0 0,1-1 1 0 0,0 1 0 0 0,0-1 0 0 0,-1 1-1 0 0,1-1 1 0 0,0 1 0 0 0,0-1 0 0 0,0 1-1 0 0,0-1 1 0 0,0 1 0 0 0,0-1 0 0 0,0 0-1 0 0,0 1 1 0 0,0-1 0 0 0,0 1 0 0 0,0-1-1 0 0,0 1 1 0 0,0-1 0 0 0,1 1 0 0 0,-1-1-1 0 0,0 1 1 0 0,0-1 0 0 0,1 1 0 0 0,-1-1-1 0 0,0 1 1 0 0,0-1 0 0 0,1 1 0 0 0,-1-1-1 0 0,1 1 1 0 0,-1 0 0 0 0,0-1 0 0 0,1 1-1 0 0,-1-1 1 0 0,1 1 0 0 0,0-1 0 0 0,17-6 817 0 0,-1 1 1 0 0,1 0-1 0 0,0 1 1 0 0,0 1 0 0 0,1 1-1 0 0,19-1 1 0 0,16-4 591 0 0,-31 4-1236 0 0,114-23 2503 0 0,-48 2-8464 0 0,-36 4-4565 0 0,-34 11 5084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0:49.3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82 280 3960 0 0,'27'14'4143'0'0,"-23"-13"-3862"0"0,0 0 0 0 0,1 0 0 0 0,-1 0-1 0 0,1-1 1 0 0,0 1 0 0 0,-1-1 0 0 0,1 0-1 0 0,-1 0 1 0 0,1 0 0 0 0,-1-1 0 0 0,1 0-1 0 0,0 0 1 0 0,-1 0 0 0 0,0 0 0 0 0,1-1-1 0 0,-1 0 1 0 0,6-3 0 0 0,-6 2-70 0 0,-1 0 1 0 0,0 0-1 0 0,0 0 1 0 0,0 0-1 0 0,0 0 1 0 0,0-1-1 0 0,-1 0 1 0 0,0 1-1 0 0,1-1 1 0 0,-1 0-1 0 0,-1 0 1 0 0,1 0-1 0 0,-1-1 0 0 0,1 1 1 0 0,-1 0-1 0 0,0 0 1 0 0,-1-1-1 0 0,1-5 1 0 0,1-5 34 0 0,-2 0 0 0 0,0 0 0 0 0,0 0 0 0 0,-1 0 0 0 0,-1 0 0 0 0,-7-27-1 0 0,7 36-206 0 0,0 1-1 0 0,0 0 0 0 0,0 0 0 0 0,0 0 0 0 0,-1 1 0 0 0,0-1 0 0 0,0 1 0 0 0,0-1 0 0 0,-1 1 0 0 0,-3-4 1 0 0,4 6-11 0 0,0 0 0 0 0,1 0 1 0 0,-1 0-1 0 0,0 0 0 0 0,0 1 1 0 0,0-1-1 0 0,0 1 1 0 0,0 0-1 0 0,0 0 0 0 0,-1 0 1 0 0,1 0-1 0 0,0 1 1 0 0,0-1-1 0 0,-1 1 0 0 0,1 0 1 0 0,0 0-1 0 0,-7 0 0 0 0,6 1-11 0 0,1-1-1 0 0,-1 1 1 0 0,0 0-1 0 0,1 0 1 0 0,-1 0-1 0 0,1 0 1 0 0,-1 1-1 0 0,1-1 0 0 0,-1 1 1 0 0,1 0-1 0 0,0 0 1 0 0,0 0-1 0 0,0 1 1 0 0,0-1-1 0 0,0 1 1 0 0,1 0-1 0 0,-1-1 0 0 0,1 1 1 0 0,0 0-1 0 0,0 0 1 0 0,0 1-1 0 0,0-1 1 0 0,0 0-1 0 0,0 1 1 0 0,0 3-1 0 0,0-1 0 0 0,1-1 1 0 0,-1 1-1 0 0,1 0 0 0 0,1 0 1 0 0,-1 0-1 0 0,1 0 0 0 0,0 0 1 0 0,0 0-1 0 0,1 0 0 0 0,0 0 1 0 0,0-1-1 0 0,0 1 0 0 0,1 0 1 0 0,-1 0-1 0 0,4 6 0 0 0,15 24 85 0 0,1-1 1 0 0,45 57-1 0 0,-46-68-45 0 0,-2 1-1 0 0,0 1 1 0 0,-2 0 0 0 0,-1 1 0 0 0,21 52 0 0 0,-34-73-37 0 0,0 0-1 0 0,-1-1 1 0 0,0 1-1 0 0,0 0 1 0 0,0 0-1 0 0,-1 0 1 0 0,0-1-1 0 0,0 1 1 0 0,0 0 0 0 0,-1 0-1 0 0,0 0 1 0 0,0-1-1 0 0,-1 1 1 0 0,1 0-1 0 0,-1-1 1 0 0,0 1-1 0 0,-1-1 1 0 0,1 0 0 0 0,-1 0-1 0 0,-5 7 1 0 0,3-6 13 0 0,-1 0 0 0 0,0 0 1 0 0,0 0-1 0 0,-1 0 0 0 0,0-1 1 0 0,0 0-1 0 0,0-1 0 0 0,0 0 0 0 0,-1 0 1 0 0,0 0-1 0 0,0-1 0 0 0,0 0 1 0 0,-12 3-1 0 0,-54 8 177 0 0,66-13-183 0 0,0-1 0 0 0,1 1 0 0 0,-1-1 0 0 0,0-1 0 0 0,0 1 0 0 0,0-1 0 0 0,-11-3 0 0 0,19 3-29 0 0,-1 1-1 0 0,0 0 1 0 0,0 0-1 0 0,1-1 1 0 0,-1 1-1 0 0,0 0 1 0 0,1-1 0 0 0,-1 1-1 0 0,0-1 1 0 0,1 1-1 0 0,-1-1 1 0 0,1 1-1 0 0,-1-1 1 0 0,1 1-1 0 0,-1-1 1 0 0,1 0-1 0 0,-1 1 1 0 0,1-1-1 0 0,-1 0 1 0 0,1 1-1 0 0,0-1 1 0 0,-1 0-1 0 0,1 1 1 0 0,0-1-1 0 0,0 0 1 0 0,0 0-1 0 0,-1-1 1 0 0,1 0-40 0 0,1 0 1 0 0,-1 0-1 0 0,0 0 1 0 0,1 0-1 0 0,0 0 1 0 0,-1 0-1 0 0,1 0 1 0 0,0 0-1 0 0,0 0 1 0 0,2-3-1 0 0,4-6-1102 0 0,1 1-1 0 0,17-18 1 0 0,-18 21-689 0 0,17-23-2311 0 0,4-1 1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0:50.3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7 399 4360 0 0,'-4'16'3920'0'0,"1"-6"290"0"0,19-12-2601 0 0,4-6-719 0 0,-1 0 1 0 0,0-1-1 0 0,-1-1 1 0 0,0-1-1 0 0,18-14 1 0 0,-13 7-453 0 0,-1-1 0 0 0,-1-1-1 0 0,21-24 1 0 0,-34 35-398 0 0,-1-1-1 0 0,0-1 1 0 0,0 1-1 0 0,-1-1 1 0 0,0 0-1 0 0,-1 0 1 0 0,0-1-1 0 0,-1 0 1 0 0,4-16-1 0 0,-7 24-31 0 0,0 0 0 0 0,-1 0-1 0 0,1-1 1 0 0,-1 1 0 0 0,0 0 0 0 0,0-1-1 0 0,0 1 1 0 0,-1 0 0 0 0,1-1 0 0 0,-1 1-1 0 0,0 0 1 0 0,-1 0 0 0 0,1 0 0 0 0,-1 0 0 0 0,1 0-1 0 0,-1 0 1 0 0,0 0 0 0 0,-1 0 0 0 0,1 1-1 0 0,-1-1 1 0 0,1 1 0 0 0,-1 0 0 0 0,0 0-1 0 0,0 0 1 0 0,-1 0 0 0 0,1 0 0 0 0,0 1-1 0 0,-1-1 1 0 0,0 1 0 0 0,-4-2 0 0 0,5 2 0 0 0,-1 1 0 0 0,1-1 1 0 0,-1 1-1 0 0,1 0 0 0 0,-1 0 0 0 0,1 0 1 0 0,-1 1-1 0 0,0-1 0 0 0,1 1 1 0 0,-1 0-1 0 0,0 0 0 0 0,0 0 1 0 0,1 0-1 0 0,-1 1 0 0 0,0 0 0 0 0,-3 1 1 0 0,1 0 2 0 0,1 0 0 0 0,-1 1 0 0 0,1-1 0 0 0,0 1 0 0 0,0 1 0 0 0,0-1 0 0 0,0 1 0 0 0,1 0 0 0 0,-6 5 0 0 0,0 2 14 0 0,1 0-1 0 0,1 1 0 0 0,0 0 1 0 0,0 0-1 0 0,1 1 1 0 0,1 0-1 0 0,-8 21 0 0 0,9-18 7 0 0,1-1-1 0 0,0 1 0 0 0,2-1 0 0 0,-1 1 0 0 0,2 0 1 0 0,0 0-1 0 0,1 1 0 0 0,0-1 0 0 0,2 0 1 0 0,0 0-1 0 0,4 18 0 0 0,-4-26-22 0 0,1-1 0 0 0,-1 1 0 0 0,1-1-1 0 0,1 1 1 0 0,0-1 0 0 0,0 0 0 0 0,0-1 0 0 0,1 1 0 0 0,-1-1 0 0 0,2 1 0 0 0,-1-2-1 0 0,1 1 1 0 0,0 0 0 0 0,0-1 0 0 0,0 0 0 0 0,1-1 0 0 0,-1 1 0 0 0,1-1 0 0 0,1-1-1 0 0,-1 1 1 0 0,0-1 0 0 0,1 0 0 0 0,-1-1 0 0 0,12 2 0 0 0,17 4-227 0 0,1-3 1 0 0,-1-1-1 0 0,1-1 1 0 0,0-3-1 0 0,0 0 1 0 0,0-3 0 0 0,0-1-1 0 0,58-14 1 0 0,-78 12 120 0 0,-1 0 1 0 0,0-2-1 0 0,0 0 1 0 0,-1-1-1 0 0,0 0 1 0 0,-1-1 0 0 0,0-1-1 0 0,0 0 1 0 0,-1-1-1 0 0,-1 0 1 0 0,0-1 0 0 0,-1 0-1 0 0,0-1 1 0 0,-1-1-1 0 0,0 1 1 0 0,-1-2-1 0 0,-1 1 1 0 0,-1-1 0 0 0,0 0-1 0 0,-1-1 1 0 0,0 0-1 0 0,-2 1 1 0 0,0-2 0 0 0,-1 1-1 0 0,0 0 1 0 0,-1-33-1 0 0,-2 48 119 0 0,0 0 0 0 0,0 0-1 0 0,0 0 1 0 0,0 0 0 0 0,-1 0-1 0 0,1 0 1 0 0,-1 0-1 0 0,1 0 1 0 0,-1 0 0 0 0,0 0-1 0 0,0 0 1 0 0,0 0 0 0 0,0 0-1 0 0,0 0 1 0 0,0 1 0 0 0,0-1-1 0 0,-1 0 1 0 0,1 1 0 0 0,-1-1-1 0 0,1 1 1 0 0,-1-1 0 0 0,1 1-1 0 0,-1 0 1 0 0,0 0-1 0 0,0 0 1 0 0,0 0 0 0 0,1 0-1 0 0,-1 0 1 0 0,0 0 0 0 0,0 1-1 0 0,0-1 1 0 0,0 1 0 0 0,0-1-1 0 0,-1 1 1 0 0,1 0 0 0 0,0 0-1 0 0,0 0 1 0 0,0 0-1 0 0,0 0 1 0 0,0 0 0 0 0,0 1-1 0 0,0-1 1 0 0,0 1 0 0 0,0-1-1 0 0,0 1 1 0 0,0 0 0 0 0,0 0-1 0 0,0 0 1 0 0,0 0 0 0 0,0 0-1 0 0,1 0 1 0 0,-3 2-1 0 0,-11 8 89 0 0,1 0-1 0 0,0 2 0 0 0,1-1 1 0 0,0 2-1 0 0,1-1 0 0 0,1 2 1 0 0,0 0-1 0 0,0 0 0 0 0,2 1 0 0 0,0 0 1 0 0,1 0-1 0 0,1 1 0 0 0,0 0 1 0 0,1 1-1 0 0,1-1 0 0 0,0 1 0 0 0,2 0 1 0 0,0 0-1 0 0,1 1 0 0 0,1 34 1 0 0,1-51-97 0 0,0 0 0 0 0,0 1 0 0 0,0-1 0 0 0,0 0 0 0 0,0 0 0 0 0,1 0 0 0 0,-1 0 0 0 0,1 0 1 0 0,-1 0-1 0 0,1 0 0 0 0,0 0 0 0 0,0-1 0 0 0,0 1 0 0 0,0 0 0 0 0,0 0 0 0 0,0 0 0 0 0,0-1 1 0 0,1 1-1 0 0,-1-1 0 0 0,0 1 0 0 0,1-1 0 0 0,0 0 0 0 0,-1 1 0 0 0,1-1 0 0 0,0 0 0 0 0,-1 0 0 0 0,1 0 1 0 0,3 1-1 0 0,-2-2-5 0 0,0 0 0 0 0,0 0 0 0 0,0 0 1 0 0,0 0-1 0 0,0-1 0 0 0,0 1 0 0 0,0-1 0 0 0,0 1 1 0 0,0-1-1 0 0,0 0 0 0 0,0-1 0 0 0,-1 1 0 0 0,1 0 1 0 0,0-1-1 0 0,-1 1 0 0 0,1-1 0 0 0,-1 0 0 0 0,4-3 1 0 0,1-2 1 0 0,0-1 0 0 0,0 1 1 0 0,-1-1-1 0 0,0 0 0 0 0,-1-1 0 0 0,0 1 1 0 0,0-1-1 0 0,-1 0 0 0 0,0 0 1 0 0,0-1-1 0 0,-1 1 0 0 0,2-12 1 0 0,3-19-10 0 0,6-68 1 0 0,-9 50 7 0 0,6-17 4 0 0,0 195-103 0 0,8 51 12 0 0,-16-149 69 0 0,2 1-1 0 0,1-1 1 0 0,1 0-1 0 0,1-1 1 0 0,11 24 0 0 0,-16-40-9 0 0,0-1 0 0 0,0 1 0 0 0,0 0 0 0 0,0-1 0 0 0,1 0 0 0 0,0 0 0 0 0,0 0 0 0 0,0 0 0 0 0,0 0 0 0 0,1-1 0 0 0,-1 0 0 0 0,1 0 0 0 0,0 0 0 0 0,0-1 0 0 0,0 1 0 0 0,0-1 1 0 0,7 2-1 0 0,-8-3-3 0 0,-1-1 1 0 0,1 1 0 0 0,-1-1-1 0 0,1 0 1 0 0,-1 0 0 0 0,1 0-1 0 0,-1-1 1 0 0,1 1 0 0 0,-1-1-1 0 0,0 0 1 0 0,1 0 0 0 0,-1 0-1 0 0,0 0 1 0 0,1 0 0 0 0,-1-1-1 0 0,0 1 1 0 0,0-1 0 0 0,0 0 0 0 0,0 0-1 0 0,-1 0 1 0 0,1-1 0 0 0,0 1-1 0 0,-1-1 1 0 0,0 1 0 0 0,0-1-1 0 0,3-4 1 0 0,2-6-44 0 0,0 1-1 0 0,-2-1 1 0 0,1 0 0 0 0,-2-1-1 0 0,0 1 1 0 0,0-1 0 0 0,-2 0-1 0 0,1 0 1 0 0,0-28 0 0 0,-2 20-52 0 0,2 0 0 0 0,10-38 0 0 0,-14 72 138 0 0,1 0 0 0 0,0 0 1 0 0,3 14-1 0 0,1 19 63 0 0,6 207 1130 0 0,-15-461-395 0 0,5 177-738 0 0,-2 10-3 0 0,2 1 1 0 0,0 0-1 0 0,1-1 1 0 0,1 1-1 0 0,1 0 1 0 0,11-37-1 0 0,-12 53-54 0 0,1-1 0 0 0,0 1 0 0 0,0 0 0 0 0,1 0 0 0 0,-1 1 0 0 0,1-1 0 0 0,0 1 0 0 0,0 0 0 0 0,0 0 0 0 0,1 0 0 0 0,0 0 0 0 0,0 1 0 0 0,-1 0 0 0 0,2 0 0 0 0,-1 0 0 0 0,0 1 0 0 0,1-1 0 0 0,-1 1 0 0 0,1 1 0 0 0,0-1 0 0 0,9-1 0 0 0,1 0-307 0 0,1 1-1 0 0,24-1 1 0 0,27 4-3933 0 0,48 12-4969 0 0,-58-6 4592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0:50.9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132 585 4768 0 0,'0'-2'204'0'0,"-1"1"-1"0"0,1-1 0 0 0,-1 0 0 0 0,1 1 0 0 0,-1-1 0 0 0,0 0 0 0 0,1 1 1 0 0,-1-1-1 0 0,0 1 0 0 0,0-1 0 0 0,0 1 0 0 0,0 0 0 0 0,-1-1 0 0 0,1 1 0 0 0,0 0 1 0 0,0 0-1 0 0,-1 0 0 0 0,1 0 0 0 0,-1 0 0 0 0,1 0 0 0 0,-1 0 0 0 0,1 1 1 0 0,-1-1-1 0 0,0 0 0 0 0,1 1 0 0 0,-1-1 0 0 0,0 1 0 0 0,1 0 0 0 0,-1-1 0 0 0,0 1 1 0 0,0 0-1 0 0,1 0 0 0 0,-1 0 0 0 0,0 1 0 0 0,1-1 0 0 0,-1 0 0 0 0,0 0 1 0 0,0 1-1 0 0,1-1 0 0 0,-1 1 0 0 0,1 0 0 0 0,-1-1 0 0 0,0 1 0 0 0,1 0 0 0 0,-3 2 1 0 0,-1 3 115 0 0,0 0 1 0 0,0 1-1 0 0,1 0 0 0 0,-1 0 1 0 0,1 0-1 0 0,1 0 1 0 0,0 1-1 0 0,0 0 1 0 0,0-1-1 0 0,-2 13 0 0 0,-1 12 810 0 0,-3 42-1 0 0,7-46-530 0 0,-1 6 156 0 0,1 1 0 0 0,4 49 0 0 0,-1-69-676 0 0,1 0-1 0 0,1-1 0 0 0,0 1 0 0 0,1-1 1 0 0,0 1-1 0 0,2-1 0 0 0,-1 0 1 0 0,10 16-1 0 0,-10-23-52 0 0,0-1 0 0 0,1 0 1 0 0,-1 0-1 0 0,1 0 0 0 0,0-1 1 0 0,0 0-1 0 0,1 0 1 0 0,-1 0-1 0 0,1-1 0 0 0,0 0 1 0 0,1 0-1 0 0,-1-1 0 0 0,1 0 1 0 0,-1 0-1 0 0,1-1 0 0 0,0 0 1 0 0,0 0-1 0 0,0-1 0 0 0,0 0 1 0 0,0 0-1 0 0,14-1 0 0 0,-5 0-12 0 0,1-1-1 0 0,-1-1 0 0 0,0-1 1 0 0,0 0-1 0 0,0-1 0 0 0,0-1 1 0 0,-1 0-1 0 0,0-1 0 0 0,20-11 1 0 0,-24 10-17 0 0,0 0 1 0 0,0-1 0 0 0,-1-1-1 0 0,0 0 1 0 0,0 0 0 0 0,-1-1 0 0 0,-1 0-1 0 0,1-1 1 0 0,7-12 0 0 0,-5 4-4 0 0,-2 1 0 0 0,0-1 0 0 0,-2-1 1 0 0,0 0-1 0 0,8-29 0 0 0,95-511-131 0 0,-106 527 127 0 0,-3 25 10 0 0,5-35 3 0 0,-1 0 1 0 0,-2 0-1 0 0,-3-55 1 0 0,-1 97-3 0 0,0-1 1 0 0,0 0-1 0 0,0 0 1 0 0,0 1-1 0 0,0-1 1 0 0,0 0-1 0 0,-1 1 1 0 0,1-1 0 0 0,-1 0-1 0 0,1 1 1 0 0,-1-1-1 0 0,0 1 1 0 0,1-1-1 0 0,-1 1 1 0 0,0-1 0 0 0,0 1-1 0 0,0 0 1 0 0,0-1-1 0 0,-1 1 1 0 0,1 0-1 0 0,0 0 1 0 0,0 0-1 0 0,-1 0 1 0 0,1 0 0 0 0,-1 0-1 0 0,1 0 1 0 0,-1 0-1 0 0,1 0 1 0 0,-3 0-1 0 0,1 1 0 0 0,1 0 0 0 0,0 0-1 0 0,-1 0 1 0 0,1 1 0 0 0,0-1-1 0 0,-1 1 1 0 0,1-1 0 0 0,0 1-1 0 0,0 0 1 0 0,-1 0 0 0 0,1 0-1 0 0,0 0 1 0 0,0 0 0 0 0,0 1-1 0 0,0-1 1 0 0,0 1 0 0 0,1-1-1 0 0,-1 1 1 0 0,0-1 0 0 0,1 1-1 0 0,-2 2 1 0 0,-8 11-2 0 0,0 0 0 0 0,1 1 0 0 0,1 0 0 0 0,1 0 0 0 0,0 1 0 0 0,1 0 0 0 0,-6 23 0 0 0,-24 129 25 0 0,0 76 21 0 0,31-181 22 0 0,3 118 0 0 0,4-173-51 0 0,-1 0 0 0 0,1 0 0 0 0,1 0 0 0 0,0 0 0 0 0,0 0 0 0 0,0-1 0 0 0,1 1 0 0 0,8 15 0 0 0,-9-21-6 0 0,0 0 0 0 0,0 0 1 0 0,1-1-1 0 0,-1 1 0 0 0,0-1 1 0 0,1 1-1 0 0,0-1 0 0 0,-1 0 1 0 0,1 0-1 0 0,0 0 0 0 0,0 0 1 0 0,0 0-1 0 0,1-1 0 0 0,-1 0 0 0 0,0 1 1 0 0,0-1-1 0 0,1 0 0 0 0,-1-1 1 0 0,1 1-1 0 0,-1-1 0 0 0,1 1 1 0 0,-1-1-1 0 0,1 0 0 0 0,-1 0 1 0 0,7-1-1 0 0,17-4 87 0 0,-1-1 0 0 0,46-15 0 0 0,-49 13-7 0 0,0 1 0 0 0,0 0 0 0 0,1 2 0 0 0,30-2 0 0 0,-51 7-78 0 0,-1-1 1 0 0,1 1 0 0 0,-1 0 0 0 0,1 0 0 0 0,-1 1-1 0 0,1-1 1 0 0,-1 0 0 0 0,1 1 0 0 0,-1 0 0 0 0,1-1 0 0 0,-1 1-1 0 0,0 0 1 0 0,1 0 0 0 0,-1 1 0 0 0,0-1 0 0 0,0 0-1 0 0,0 1 1 0 0,0-1 0 0 0,0 1 0 0 0,0 0 0 0 0,2 2-1 0 0,-2-1 7 0 0,0 1 0 0 0,0-1 0 0 0,-1 0 0 0 0,0 1 0 0 0,1-1 0 0 0,-1 1 0 0 0,-1-1 0 0 0,1 1 0 0 0,0 0 0 0 0,-1-1 0 0 0,0 1 0 0 0,0 0 0 0 0,0 4 0 0 0,-2 9 34 0 0,-1 1 1 0 0,0-1 0 0 0,-1 1-1 0 0,-13 31 1 0 0,13-38-161 0 0,-2 5-369 0 0,0 1 0 0 0,-1-1 0 0 0,-19 30 0 0 0,34-63-13612 0 0,5-2 9156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0:53.3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226 803 3596 0 0,'5'-16'1025'0'0,"1"0"-279"0"0,-1 0-1 0 0,0-1 0 0 0,-1 1 1 0 0,-1-1-1 0 0,-1 0 0 0 0,0 0 0 0 0,-2 0 1 0 0,0-20-1 0 0,0 35-606 0 0,-1 0 0 0 0,1-1-1 0 0,-1 1 1 0 0,1 0 0 0 0,-1-1 0 0 0,0 1-1 0 0,0 0 1 0 0,0 0 0 0 0,0 0 0 0 0,0-1-1 0 0,0 1 1 0 0,0 0 0 0 0,-1 1 0 0 0,1-1-1 0 0,-4-3 1 0 0,4 4-19 0 0,0 1 0 0 0,0-1 0 0 0,-1 0 0 0 0,1 1-1 0 0,0-1 1 0 0,-1 1 0 0 0,1-1 0 0 0,-1 1 0 0 0,1 0 0 0 0,0 0 0 0 0,-1-1-1 0 0,1 1 1 0 0,-1 0 0 0 0,1 0 0 0 0,-1 0 0 0 0,1 1 0 0 0,0-1-1 0 0,-1 0 1 0 0,-1 1 0 0 0,-3 1 130 0 0,0 1 1 0 0,0 0-1 0 0,1 0 0 0 0,-1 0 0 0 0,1 1 0 0 0,-1 0 1 0 0,1 0-1 0 0,0 0 0 0 0,-7 8 0 0 0,-5 9-50 0 0,1 0 0 0 0,1 0 0 0 0,1 2 0 0 0,1 0-1 0 0,0 0 1 0 0,2 1 0 0 0,1 1 0 0 0,1 0 0 0 0,1 0-1 0 0,2 0 1 0 0,-8 52 0 0 0,14-75-186 0 0,-1 0 1 0 0,1-1-1 0 0,-1 1 1 0 0,1 0-1 0 0,0 0 1 0 0,0 0-1 0 0,0 0 0 0 0,0 0 1 0 0,0 0-1 0 0,0 0 1 0 0,1 0-1 0 0,-1 0 1 0 0,1 0-1 0 0,-1-1 0 0 0,1 1 1 0 0,0 0-1 0 0,-1 0 1 0 0,1 0-1 0 0,0-1 1 0 0,0 1-1 0 0,0-1 1 0 0,1 1-1 0 0,-1 0 0 0 0,0-1 1 0 0,1 0-1 0 0,-1 1 1 0 0,1-1-1 0 0,-1 0 1 0 0,1 0-1 0 0,-1 0 1 0 0,1 0-1 0 0,2 1 0 0 0,-1-1 2 0 0,0-1-1 0 0,0 0 0 0 0,0 0 1 0 0,0 0-1 0 0,1 0 0 0 0,-1 0 1 0 0,0 0-1 0 0,0-1 0 0 0,0 0 1 0 0,0 1-1 0 0,0-1 0 0 0,0 0 0 0 0,0-1 1 0 0,-1 1-1 0 0,1 0 0 0 0,0-1 1 0 0,0 0-1 0 0,-1 0 0 0 0,3-2 1 0 0,8-6 10 0 0,-1-1 1 0 0,0-1 0 0 0,-1 0 0 0 0,-1 0 0 0 0,0-1-1 0 0,0-1 1 0 0,-1 0 0 0 0,-1 0 0 0 0,0 0 0 0 0,-1-1-1 0 0,5-18 1 0 0,3-16 38 0 0,-2-1-1 0 0,8-61 0 0 0,-18 95-49 0 0,-4 51 25 0 0,1 0 0 0 0,1 0 0 0 0,2 1 1 0 0,15 64-1 0 0,-14-82-25 0 0,1 0 0 0 0,1-1 0 0 0,0 1 1 0 0,2-1-1 0 0,0 0 0 0 0,0-1 1 0 0,19 26-1 0 0,-23-37-9 0 0,-1 0 1 0 0,1-1-1 0 0,0 1 0 0 0,0-1 1 0 0,0 0-1 0 0,1 0 0 0 0,-1 0 1 0 0,1-1-1 0 0,0 0 0 0 0,0 0 1 0 0,0 0-1 0 0,1 0 1 0 0,-1-1-1 0 0,1 0 0 0 0,-1 0 1 0 0,1-1-1 0 0,0 1 0 0 0,-1-1 1 0 0,1 0-1 0 0,0-1 0 0 0,0 0 1 0 0,0 1-1 0 0,0-2 1 0 0,0 1-1 0 0,0-1 0 0 0,-1 0 1 0 0,1 0-1 0 0,7-3 0 0 0,6-3 1 0 0,-1-1 0 0 0,0-1 0 0 0,0 0 0 0 0,-1-2-1 0 0,0 0 1 0 0,-1-1 0 0 0,0 0 0 0 0,-1-2 0 0 0,-1 1 0 0 0,0-2-1 0 0,20-26 1 0 0,-15 14-10 0 0,-1 0-1 0 0,-1-1 0 0 0,-1-1 1 0 0,-2 0-1 0 0,-1-1 1 0 0,13-46-1 0 0,-16 37 2 0 0,-2 0 0 0 0,4-45-1 0 0,-10 59 3 0 0,4-11-8 0 0,-2-1-1 0 0,-1 0 1 0 0,-3 1 0 0 0,0-1 0 0 0,-9-56-1 0 0,7 79 6 0 0,-13-55-11 0 0,13 63 12 0 0,0-1 0 0 0,0 1 1 0 0,-1 0-1 0 0,0 0 0 0 0,0 0 0 0 0,0 0 0 0 0,-1 1 1 0 0,0-1-1 0 0,-6-6 0 0 0,7 9 1 0 0,-1 1 1 0 0,1-1-1 0 0,0 1 1 0 0,-1-1-1 0 0,0 1 0 0 0,1 0 1 0 0,-1 1-1 0 0,0-1 0 0 0,0 1 1 0 0,0-1-1 0 0,0 1 1 0 0,0 1-1 0 0,-1-1 0 0 0,1 0 1 0 0,0 1-1 0 0,0 0 1 0 0,0 0-1 0 0,-1 0 0 0 0,1 1 1 0 0,0-1-1 0 0,0 1 0 0 0,0 0 1 0 0,0 0-1 0 0,0 0 1 0 0,0 1-1 0 0,0-1 0 0 0,0 1 1 0 0,-6 4-1 0 0,1 0 0 0 0,0-1 0 0 0,0 2-1 0 0,1-1 1 0 0,0 1 0 0 0,0 0-1 0 0,0 1 1 0 0,1 0 0 0 0,1 0 0 0 0,-1 0-1 0 0,-7 15 1 0 0,4-3 9 0 0,1 1 0 0 0,1-1 0 0 0,1 2 0 0 0,1-1 0 0 0,1 1 0 0 0,-4 44 0 0 0,5-12 30 0 0,7 94 0 0 0,0-107-5 0 0,1 0 0 0 0,3 0 0 0 0,1 0 0 0 0,2-1 1 0 0,2 0-1 0 0,23 55 0 0 0,-27-77-30 0 0,1-1 1 0 0,1 0 0 0 0,1 0-1 0 0,0 0 1 0 0,1-2-1 0 0,1 1 1 0 0,0-1 0 0 0,1-1-1 0 0,0-1 1 0 0,1 0-1 0 0,1-1 1 0 0,0 0 0 0 0,1-1-1 0 0,0-1 1 0 0,29 12-1 0 0,-31-17-61 0 0,-1 0 0 0 0,2-2 1 0 0,-1 1-1 0 0,0-2 0 0 0,1 0 0 0 0,-1-1 0 0 0,1-1 0 0 0,16-1 0 0 0,48-10-2337 0 0,-5-10-5443 0 0,-38 8 3750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0:53.7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265 215 3280 0 0,'8'-12'734'0'0,"0"0"0"0"0,-1-1 0 0 0,-1-1 0 0 0,0 1 0 0 0,-1-1 0 0 0,0 0 0 0 0,-1 0 0 0 0,-1 0 0 0 0,4-29 0 0 0,-7 41-638 0 0,1 0 0 0 0,-1 1 0 0 0,0-1 0 0 0,1 0 0 0 0,-1 1 0 0 0,0-1 0 0 0,0 0 0 0 0,0 1 0 0 0,0-1 0 0 0,-1 0 0 0 0,1 1 0 0 0,0-1 1 0 0,-1 0-1 0 0,1 1 0 0 0,-1-1 0 0 0,1 0 0 0 0,-1 1 0 0 0,0-1 0 0 0,0 1 0 0 0,0-1 0 0 0,1 1 0 0 0,-2 0 0 0 0,1-1 0 0 0,0 1 0 0 0,0 0 0 0 0,0 0 0 0 0,0 0 0 0 0,-1 0 1 0 0,1 0-1 0 0,-1 0 0 0 0,1 0 0 0 0,-1 0 0 0 0,1 0 0 0 0,-1 1 0 0 0,1-1 0 0 0,-1 1 0 0 0,1-1 0 0 0,-1 1 0 0 0,0 0 0 0 0,1-1 0 0 0,-1 1 0 0 0,-3 0 1 0 0,-1 0 169 0 0,0 1 0 0 0,0 0 0 0 0,0 0 0 0 0,0 0 0 0 0,0 1 0 0 0,0 0 0 0 0,1 0 0 0 0,-1 0 0 0 0,1 1 1 0 0,-11 6-1 0 0,-2 5 138 0 0,-1 1 0 0 0,2 0 0 0 0,0 1 1 0 0,1 1-1 0 0,1 1 0 0 0,0 0 0 0 0,-19 34 0 0 0,25-38-324 0 0,1 1 0 0 0,0 0 0 0 0,2 1 0 0 0,0 0-1 0 0,0 0 1 0 0,2 0 0 0 0,0 0 0 0 0,1 1-1 0 0,0-1 1 0 0,2 1 0 0 0,-1 23 0 0 0,2-37-68 0 0,0 0 1 0 0,1 0-1 0 0,-1 0 1 0 0,1 0-1 0 0,-1 0 1 0 0,1 0-1 0 0,0 0 1 0 0,0 0-1 0 0,0 0 1 0 0,0 0 0 0 0,1-1-1 0 0,-1 1 1 0 0,1 0-1 0 0,0-1 1 0 0,-1 1-1 0 0,1-1 1 0 0,3 3-1 0 0,-2-3-3 0 0,-1-1 0 0 0,0 1 0 0 0,1-1 0 0 0,-1 0 0 0 0,1 0 0 0 0,-1 0 0 0 0,1 0 0 0 0,0 0 0 0 0,-1-1-1 0 0,1 1 1 0 0,0-1 0 0 0,-1 1 0 0 0,1-1 0 0 0,0 0 0 0 0,5-1 0 0 0,0 0-4 0 0,0-1-1 0 0,0 0 1 0 0,0-1 0 0 0,0 1 0 0 0,0-2-1 0 0,0 1 1 0 0,-1-1 0 0 0,0 0 0 0 0,1 0 0 0 0,-2-1-1 0 0,11-9 1 0 0,-7 5-9 0 0,0 0 0 0 0,-1-1 0 0 0,0 0-1 0 0,-1-1 1 0 0,0 0 0 0 0,-1 0 0 0 0,0-1 0 0 0,-1 0 0 0 0,0 0-1 0 0,0 0 1 0 0,-2-1 0 0 0,4-14 0 0 0,26-156-137 0 0,-22 295 89 0 0,6 51 3 0 0,11 217 32 0 0,-29-360 31 0 0,-2 0-1 0 0,-6 34 1 0 0,7-46-13 0 0,-1 1 1 0 0,-1-1 0 0 0,0 0 0 0 0,0 0 0 0 0,0 0 0 0 0,-1 0-1 0 0,0 0 1 0 0,-8 10 0 0 0,11-16-2 0 0,0-1 0 0 0,0 0-1 0 0,0 0 1 0 0,0 0 0 0 0,-1 1 0 0 0,1-1 0 0 0,0 0-1 0 0,0 0 1 0 0,-1-1 0 0 0,1 1 0 0 0,-1 0-1 0 0,1 0 1 0 0,-1-1 0 0 0,1 1 0 0 0,-1-1 0 0 0,1 1-1 0 0,-1-1 1 0 0,1 0 0 0 0,-1 1 0 0 0,-2-1-1 0 0,3-1-7 0 0,0 1 0 0 0,0 0 0 0 0,0-1 0 0 0,0 1 0 0 0,0-1 0 0 0,0 1 0 0 0,0-1 0 0 0,0 0 0 0 0,0 1-1 0 0,1-1 1 0 0,-1 0 0 0 0,0 0 0 0 0,0 1 0 0 0,0-1 0 0 0,1 0 0 0 0,-1 0 0 0 0,0 0 0 0 0,1 0 0 0 0,-1 0 0 0 0,1 0-1 0 0,0 0 1 0 0,-1 0 0 0 0,1 0 0 0 0,0-1 0 0 0,-1 1 0 0 0,1 0 0 0 0,0 0 0 0 0,0-1 0 0 0,-1-5-482 0 0,1 0 0 0 0,-1 0 0 0 0,2 0 0 0 0,-1 1 0 0 0,1-1 0 0 0,0 0 0 0 0,0 0 0 0 0,3-8 0 0 0,22-53-7517 0 0,-21 56 7090 0 0,17-36-3308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0:54.0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 76 3952 0 0,'-1'9'832'0'0,"0"0"0"0"0,-1 0-1 0 0,-5 18 1 0 0,-3 15 469 0 0,5 1-54 0 0,2-28-719 0 0,1-1 0 0 0,0 1 1 0 0,1 1-1 0 0,1-1 0 0 0,3 28 0 0 0,-2-40-381 0 0,-1-1 0 0 0,1 1 1 0 0,0 0-1 0 0,0 0 0 0 0,0-1 0 0 0,0 1 1 0 0,0 0-1 0 0,1-1 0 0 0,-1 1 0 0 0,1-1 1 0 0,-1 0-1 0 0,1 0 0 0 0,0 1 0 0 0,0-1 1 0 0,0 0-1 0 0,0-1 0 0 0,1 1 0 0 0,-1 0 1 0 0,4 2-1 0 0,-3-3 40 0 0,1 0-1 0 0,0 0 1 0 0,-1 0 0 0 0,1 0-1 0 0,0-1 1 0 0,-1 0 0 0 0,1 1-1 0 0,0-1 1 0 0,-1 0-1 0 0,1-1 1 0 0,0 1 0 0 0,-1-1-1 0 0,5 0 1 0 0,7-4 201 0 0,0 0 0 0 0,0-1 0 0 0,-1-1 0 0 0,0 0 0 0 0,23-16 0 0 0,-27 17-244 0 0,-1-1-1 0 0,0 0 1 0 0,-1-1-1 0 0,1 0 1 0 0,-2 0 0 0 0,1-1-1 0 0,-1 0 1 0 0,0 0 0 0 0,-1 0-1 0 0,10-21 1 0 0,-14 25-80 0 0,0 0 1 0 0,0 0 0 0 0,0-1-1 0 0,-1 1 1 0 0,0-1-1 0 0,0 1 1 0 0,-1-1-1 0 0,1 0 1 0 0,-1 1-1 0 0,0-1 1 0 0,-1 1-1 0 0,1-1 1 0 0,-1 0 0 0 0,0 1-1 0 0,-1-1 1 0 0,1 1-1 0 0,-1 0 1 0 0,0 0-1 0 0,0-1 1 0 0,-1 1-1 0 0,0 0 1 0 0,0 1-1 0 0,0-1 1 0 0,-4-4 0 0 0,2 2-1 0 0,-1 0 1 0 0,0 0 0 0 0,0 1 0 0 0,0 0 0 0 0,-1 0 0 0 0,0 1 0 0 0,0 0 0 0 0,0 0-1 0 0,-1 1 1 0 0,1-1 0 0 0,-1 2 0 0 0,0-1 0 0 0,-1 1 0 0 0,1 0 0 0 0,-1 1 0 0 0,1 0 0 0 0,-1 0-1 0 0,-14 0 1 0 0,21 2-139 0 0,-1 0-1 0 0,0 1 1 0 0,0-1-1 0 0,0 1 1 0 0,1 0-1 0 0,-1 0 1 0 0,0 0-1 0 0,1 0 1 0 0,-1 0-1 0 0,1 0 1 0 0,-1 1-1 0 0,1-1 1 0 0,0 1-1 0 0,-1 0 1 0 0,1 0-1 0 0,0 0 1 0 0,0 0-1 0 0,0 0 1 0 0,1 0-1 0 0,-1 0 1 0 0,0 1-1 0 0,1-1 1 0 0,-1 1-1 0 0,1-1 1 0 0,0 1-1 0 0,0-1 1 0 0,0 1-1 0 0,-1 5 1 0 0,-1 6-2600 0 0,0-1-1 0 0,1 1 1 0 0,1-1 0 0 0,0 24 0 0 0,1-5-2207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0:54.4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48 176 3944 0 0,'-7'84'4131'0'0,"2"-38"-2784"0"0,-1 2 1472 0 0,-17 63-1 0 0,18-100 1216 0 0,3-28-2554 0 0,4-32-857 0 0,1 18-362 0 0,2 0 1 0 0,1 0 0 0 0,1 1-1 0 0,2-1 1 0 0,1 2-1 0 0,23-49 1 0 0,-28 68-221 0 0,1 0-1 0 0,0 0 1 0 0,0 1 0 0 0,0 0 0 0 0,2 0 0 0 0,-1 1 0 0 0,1-1 0 0 0,0 2-1 0 0,1-1 1 0 0,-1 1 0 0 0,1 1 0 0 0,1-1 0 0 0,-1 2 0 0 0,1-1-1 0 0,0 1 1 0 0,1 1 0 0 0,-1 0 0 0 0,1 0 0 0 0,0 1 0 0 0,0 0 0 0 0,0 1-1 0 0,11-1 1 0 0,-15 3-25 0 0,0 0 0 0 0,-1 0 0 0 0,1 1 0 0 0,-1-1-1 0 0,1 1 1 0 0,-1 1 0 0 0,1-1 0 0 0,-1 1 0 0 0,0 0 0 0 0,0 1-1 0 0,0 0 1 0 0,0 0 0 0 0,0 0 0 0 0,-1 0 0 0 0,1 1 0 0 0,-1 0-1 0 0,0 0 1 0 0,0 0 0 0 0,0 1 0 0 0,-1 0 0 0 0,1 0 0 0 0,-1 0-1 0 0,0 0 1 0 0,4 9 0 0 0,-3-4-59 0 0,0 0 0 0 0,0 0 0 0 0,-1 1-1 0 0,-1-1 1 0 0,1 1 0 0 0,-2 0 0 0 0,0 0 0 0 0,0 0-1 0 0,-1 0 1 0 0,0 0 0 0 0,-1 1 0 0 0,0-1 0 0 0,-3 17 0 0 0,3-26 78 0 0,-7 35-2488 0 0,-2 0-10198 0 0,4-28 8314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0:54.7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83 4008 0 0,'0'-83'10429'0'0,"15"104"-8408"0"0,-1 5-8266 0 0,-5-9 2841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0:55.1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 20 4776 0 0,'-10'-11'2277'0'0,"2"2"276"0"0,8 9-2500 0 0,0 0 0 0 0,0 0 0 0 0,0 0 0 0 0,-1 0 0 0 0,1 0 0 0 0,0 0 0 0 0,0 0 0 0 0,-1 0 0 0 0,1 0 1 0 0,0 0-1 0 0,0 0 0 0 0,0 0 0 0 0,-1 1 0 0 0,1-1 0 0 0,0 0 0 0 0,0 0 0 0 0,0 0 0 0 0,0 0 0 0 0,-1 0 0 0 0,1 0 0 0 0,0 0 0 0 0,0 1 0 0 0,0-1 0 0 0,0 0 0 0 0,0 0 0 0 0,-1 0 0 0 0,1 0 0 0 0,0 1 1 0 0,0-1-1 0 0,0 0 0 0 0,0 0 0 0 0,0 0 0 0 0,0 1 0 0 0,0-1 0 0 0,0 0 0 0 0,0 0 0 0 0,0 0 0 0 0,0 1 0 0 0,0-1 0 0 0,0 0 0 0 0,0 0 0 0 0,0 0 0 0 0,0 1 0 0 0,0-1 0 0 0,0 0 0 0 0,-3 18 630 0 0,1 0 0 0 0,0 0 0 0 0,2 0 0 0 0,1 21 0 0 0,0 10 206 0 0,-3 39 444 0 0,1 352 4032 0 0,13-289-5978 0 0,-7-119-3920 0 0,0-1-4316 0 0,-2-22 4328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0:55.6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3 805 4616 0 0,'-1'-2'279'0'0,"1"1"-1"0"0,0 0 0 0 0,-1-1 0 0 0,1 1 0 0 0,0-1 0 0 0,0 1 0 0 0,0-1 0 0 0,-1 1 0 0 0,2-1 0 0 0,-1 1 0 0 0,0 0 1 0 0,0-1-1 0 0,0 1 0 0 0,1-1 0 0 0,-1 1 0 0 0,1 0 0 0 0,-1-1 0 0 0,2-1 0 0 0,1-1 42 0 0,1-1 0 0 0,1 1-1 0 0,-1 0 1 0 0,1 0 0 0 0,-1 1-1 0 0,1-1 1 0 0,0 1 0 0 0,10-5-1 0 0,49-18 1374 0 0,-50 21-1318 0 0,63-18 1574 0 0,0 3-1 0 0,80-10 0 0 0,-18 4-413 0 0,-132 24-1505 0 0,0 0 0 0 0,0 0 0 0 0,1 0 0 0 0,-1-1 0 0 0,-1 0 0 0 0,1 0-1 0 0,9-6 1 0 0,-13 7-28 0 0,0-1-1 0 0,0 1 0 0 0,-1-1 1 0 0,1 0-1 0 0,0 0 0 0 0,-1 0 0 0 0,0 0 1 0 0,0 0-1 0 0,0 0 0 0 0,0-1 1 0 0,0 1-1 0 0,0-1 0 0 0,-1 0 1 0 0,0 1-1 0 0,2-7 0 0 0,9-70-91 0 0,-3 0-1 0 0,-3-143 0 0 0,-6 213 87 0 0,0-9-6 0 0,0 1-1 0 0,-1 0 1 0 0,-1-1 0 0 0,-5-19 0 0 0,7 37 10 0 0,0 1 0 0 0,0-1 0 0 0,0 0 0 0 0,0 0 1 0 0,-1 0-1 0 0,1 0 0 0 0,0 0 0 0 0,-1 0 0 0 0,1 0 0 0 0,-1 1 0 0 0,1-1 0 0 0,-1 0 0 0 0,1 0 1 0 0,-1 0-1 0 0,0 1 0 0 0,1-1 0 0 0,-1 0 0 0 0,0 1 0 0 0,1-1 0 0 0,-1 1 0 0 0,0-1 0 0 0,0 1 1 0 0,0-1-1 0 0,1 1 0 0 0,-1-1 0 0 0,-2 1 0 0 0,2 0 0 0 0,0 0 0 0 0,-1 0 0 0 0,1 1 1 0 0,0-1-1 0 0,0 1 0 0 0,-1-1 0 0 0,1 1 0 0 0,0-1 0 0 0,0 1 1 0 0,0 0-1 0 0,0-1 0 0 0,0 1 0 0 0,0 0 0 0 0,0 0 0 0 0,0 0 1 0 0,-1 1-1 0 0,-5 7 5 0 0,1-1 1 0 0,0 1-1 0 0,-8 14 1 0 0,-2 13 17 0 0,1 0 0 0 0,1 1 0 0 0,3 0 0 0 0,-8 41 0 0 0,-19 157 83 0 0,36-220-100 0 0,-15 144 165 0 0,3 162-1 0 0,14-310-143 0 0,1 1 0 0 0,-1-1 0 0 0,2 1 0 0 0,3 13 0 0 0,-5-24-24 0 0,0 1 1 0 0,0-1 0 0 0,0 0 0 0 0,0 0 0 0 0,1 0 0 0 0,-1 0 0 0 0,1 1 0 0 0,-1-1-1 0 0,1 0 1 0 0,-1 0 0 0 0,1 0 0 0 0,0 0 0 0 0,-1 0 0 0 0,1 0 0 0 0,0 0 0 0 0,0 0-1 0 0,0-1 1 0 0,-1 1 0 0 0,1 0 0 0 0,0 0 0 0 0,0-1 0 0 0,0 1 0 0 0,0 0 0 0 0,1-1-1 0 0,-1 1 1 0 0,0-1 0 0 0,0 0 0 0 0,0 1 0 0 0,0-1 0 0 0,1 0 0 0 0,-1 0 0 0 0,0 1-1 0 0,0-1 1 0 0,0 0 0 0 0,1 0 0 0 0,-1 0 0 0 0,0-1 0 0 0,0 1 0 0 0,0 0 0 0 0,1 0-1 0 0,-1-1 1 0 0,0 1 0 0 0,0 0 0 0 0,0-1 0 0 0,0 1 0 0 0,0-1 0 0 0,0 0 0 0 0,0 1-1 0 0,0-1 1 0 0,0 0 0 0 0,1-1 0 0 0,15-9 21 0 0,-1-2 1 0 0,-1 0-1 0 0,0 0 0 0 0,0-2 1 0 0,18-24-1 0 0,53-87 45 0 0,-40 54-24 0 0,-43 68-41 0 0,0 0 0 0 0,0 0 0 0 0,1 0 0 0 0,-1 0 0 0 0,1 0 0 0 0,0 1 0 0 0,-1 0 0 0 0,6-3 0 0 0,-8 5-3 0 0,0 1 0 0 0,-1 0-1 0 0,1-1 1 0 0,-1 1 0 0 0,1 0 0 0 0,0 0-1 0 0,-1-1 1 0 0,1 1 0 0 0,0 0 0 0 0,-1 0-1 0 0,1 0 1 0 0,0 0 0 0 0,0 0-1 0 0,-1 0 1 0 0,1 0 0 0 0,0 0 0 0 0,-1 0-1 0 0,1 0 1 0 0,0 1 0 0 0,-1-1 0 0 0,1 0-1 0 0,0 0 1 0 0,-1 1 0 0 0,2-1 0 0 0,-1 2 2 0 0,0-1 0 0 0,0 0 0 0 0,0 0 0 0 0,-1 1 0 0 0,1-1 0 0 0,0 0 1 0 0,0 1-1 0 0,-1-1 0 0 0,1 1 0 0 0,-1-1 0 0 0,1 1 0 0 0,-1-1 0 0 0,0 1 1 0 0,1-1-1 0 0,-1 4 0 0 0,5 103 189 0 0,-6-75-87 0 0,8 56 0 0 0,-1-53-41 0 0,-3-12 40 0 0,13 47 1 0 0,-14-66-155 0 0,-1-1 0 0 0,1 1 1 0 0,0-1-1 0 0,0 0 0 0 0,0 1 1 0 0,1-1-1 0 0,0 0 0 0 0,0-1 0 0 0,6 8 1 0 0,-8-10-240 0 0,0 0 0 0 0,1 0-1 0 0,-1 0 1 0 0,0 0 0 0 0,1-1 0 0 0,-1 1 0 0 0,1 0 0 0 0,-1-1-1 0 0,1 1 1 0 0,0-1 0 0 0,-1 1 0 0 0,1-1 0 0 0,2 1 0 0 0,-2-1-470 0 0,0-1 0 0 0,0 1 1 0 0,0 0-1 0 0,0-1 0 0 0,0 1 0 0 0,0-1 1 0 0,0 1-1 0 0,0-1 0 0 0,0 0 1 0 0,0 0-1 0 0,-1 0 0 0 0,1 0 1 0 0,2-1-1 0 0,8-10-3771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0:56.1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0 264 2768 0 0,'1'-10'496'0'0,"0"1"-1"0"0,0-1 0 0 0,1 1 1 0 0,0-1-1 0 0,0 1 0 0 0,6-12 1 0 0,1-9 597 0 0,0 0-84 0 0,-6 15-215 0 0,1 0 0 0 0,1 0-1 0 0,1 1 1 0 0,10-20-1 0 0,-16 33-742 0 0,0 1-1 0 0,0 0 1 0 0,0 0-1 0 0,0-1 1 0 0,0 1-1 0 0,0 0 0 0 0,0 0 1 0 0,0 0-1 0 0,0-1 1 0 0,1 1-1 0 0,-1 0 1 0 0,0 0-1 0 0,0 0 0 0 0,0 0 1 0 0,0-1-1 0 0,0 1 1 0 0,1 0-1 0 0,-1 0 1 0 0,0 0-1 0 0,0 0 0 0 0,0 0 1 0 0,1 0-1 0 0,-1-1 1 0 0,0 1-1 0 0,0 0 0 0 0,0 0 1 0 0,1 0-1 0 0,-1 0 1 0 0,0 0-1 0 0,0 0 1 0 0,0 0-1 0 0,1 0 0 0 0,-1 0 1 0 0,0 0-1 0 0,0 0 1 0 0,1 0-1 0 0,-1 0 1 0 0,0 0-1 0 0,0 0 0 0 0,0 0 1 0 0,1 0-1 0 0,-1 0 1 0 0,0 1-1 0 0,5 11 1307 0 0,-2 24 204 0 0,-3-31-1190 0 0,0 221 3751 0 0,-2-93-2862 0 0,2-128-1008 0 0,2-13-129 0 0,2-12-42 0 0,70-167 123 0 0,-63 163-184 0 0,38-80 49 0 0,-41 91-56 0 0,0 0 0 0 0,0 0 0 0 0,1 1 0 0 0,1 1 0 0 0,11-13 1 0 0,-19 22-13 0 0,0 1 1 0 0,0-1-1 0 0,0 0 1 0 0,0 1-1 0 0,1-1 1 0 0,-1 1-1 0 0,0 0 1 0 0,0 0-1 0 0,1 0 1 0 0,2-1-1 0 0,-4 2 1 0 0,0-1 0 0 0,0 1-1 0 0,0 0 1 0 0,0 0 0 0 0,0 0 0 0 0,0 0-1 0 0,0 0 1 0 0,0 0 0 0 0,0 1 0 0 0,0-1-1 0 0,0 0 1 0 0,0 0 0 0 0,0 1 0 0 0,-1-1-1 0 0,1 1 1 0 0,0-1 0 0 0,0 0 0 0 0,0 1-1 0 0,1 0 1 0 0,0 2 3 0 0,0 0 1 0 0,0 0-1 0 0,0 0 0 0 0,0 0 1 0 0,0 0-1 0 0,-1 0 0 0 0,1 1 1 0 0,-1-1-1 0 0,0 0 0 0 0,0 1 1 0 0,0-1-1 0 0,0 1 0 0 0,-1 3 1 0 0,5 40 44 0 0,-2 1 1 0 0,-7 90 0 0 0,0-20 41 0 0,14-135-85 0 0,1 0 0 0 0,14-17 0 0 0,0-1-6 0 0,2 2 0 0 0,1 1-1 0 0,49-43 1 0 0,-67 66 14 0 0,0 1 0 0 0,1 0 0 0 0,0 1 0 0 0,0 0 0 0 0,1 1 0 0 0,0 0 0 0 0,0 1 0 0 0,0 0-1 0 0,0 1 1 0 0,1 0 0 0 0,0 1 0 0 0,0 0 0 0 0,0 1 0 0 0,0 1 0 0 0,24 0 0 0 0,-33 1 2 0 0,0 1 1 0 0,1-1-1 0 0,-1 1 0 0 0,0 0 1 0 0,0 0-1 0 0,0 1 0 0 0,0-1 1 0 0,0 1-1 0 0,0 0 0 0 0,-1 0 1 0 0,1 0-1 0 0,0 1 0 0 0,-1-1 1 0 0,0 1-1 0 0,1 0 0 0 0,2 3 1 0 0,-2-1 14 0 0,0 1 0 0 0,0-1 0 0 0,-1 1 1 0 0,0 0-1 0 0,0 0 0 0 0,0 0 0 0 0,-1 1 1 0 0,1-1-1 0 0,1 10 0 0 0,-1 2 48 0 0,-1-1 0 0 0,-1 1 0 0 0,0 0-1 0 0,-1 0 1 0 0,-1 0 0 0 0,-5 33-1 0 0,-2-17-596 0 0,-2 1-1 0 0,-18 45 0 0 0,22-71-3725 0 0,3-5 1009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0:56.3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5745 0 0,'0'3'992'0'0,"0"1"36"0"0,0 2 52 0 0,5 2 32 0 0,-5 2 20 0 0,6 0 20 0 0,0 13 1144 0 0,-1-10-1132 0 0,-1-4-15 0 0,-2 1-69 0 0,3-2-124 0 0,-5-1-116 0 0,0-3-328 0 0,4 1-4557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1:28.5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0 497 3784 0 0,'6'9'14687'0'0,"14"-35"-14133"0"0,-1-1 0 0 0,28-52 1 0 0,-36 58-436 0 0,10-18-8 0 0,-3-2 0 0 0,-1 0 0 0 0,-2-2 0 0 0,-2 1 0 0 0,-1-1 0 0 0,6-60 0 0 0,-20 268 685 0 0,3-102-663 0 0,-5 419 63 0 0,6-471-622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1:29.1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602 301 2776 0 0,'-3'-2'255'0'0,"1"1"0"0"0,-1-1-1 0 0,1 0 1 0 0,0 0 0 0 0,-1 0-1 0 0,1 0 1 0 0,0-1 0 0 0,0 1-1 0 0,0-1 1 0 0,0 1 0 0 0,1-1-1 0 0,-2-3 1 0 0,-2-1 275 0 0,-1-1-176 0 0,0 0 0 0 0,0 1 0 0 0,-1 0 0 0 0,0 1 0 0 0,0-1 0 0 0,0 1 0 0 0,-1 1 0 0 0,0-1 0 0 0,0 1 0 0 0,0 1 0 0 0,-1 0 0 0 0,0 0 0 0 0,0 0 0 0 0,0 1 0 0 0,0 0 0 0 0,0 1 0 0 0,0 0 0 0 0,-1 1 0 0 0,1 0 0 0 0,-1 0 0 0 0,1 1 0 0 0,-1 0 0 0 0,1 1 0 0 0,-1 0 0 0 0,1 0 0 0 0,-1 1 0 0 0,1 0 1 0 0,0 1-1 0 0,0 0 0 0 0,0 0 0 0 0,-12 7 0 0 0,2-1-223 0 0,2 1-1 0 0,-1 1 1 0 0,1 0 0 0 0,1 1 0 0 0,0 0 0 0 0,1 2 0 0 0,0 0 0 0 0,1 0-1 0 0,1 2 1 0 0,0-1 0 0 0,1 2 0 0 0,1-1 0 0 0,1 2 0 0 0,0-1 0 0 0,1 2-1 0 0,1-1 1 0 0,-10 32 0 0 0,8-5-51 0 0,1 0 0 0 0,3 0-1 0 0,1 1 1 0 0,3-1 0 0 0,1 1-1 0 0,2 0 1 0 0,3-1 0 0 0,1 1-1 0 0,3-1 1 0 0,1-1 0 0 0,2 1 0 0 0,28 67-1 0 0,-34-98-64 0 0,2 0 0 0 0,0 0-1 0 0,0-1 1 0 0,1-1 0 0 0,1 1 0 0 0,0-1-1 0 0,0 0 1 0 0,1-1 0 0 0,1 0 0 0 0,0-1-1 0 0,0 0 1 0 0,1-1 0 0 0,1 0-1 0 0,-1-1 1 0 0,1 0 0 0 0,0-1 0 0 0,1-1-1 0 0,0 0 1 0 0,0-1 0 0 0,0 0-1 0 0,1-1 1 0 0,0 0 0 0 0,19 1 0 0 0,16-1 4 0 0,0-1 0 0 0,0-3 0 0 0,0-2 1 0 0,0-2-1 0 0,67-15 0 0 0,-98 15-16 0 0,1-2 1 0 0,-2 0-1 0 0,1-1 0 0 0,-1-1 1 0 0,0-1-1 0 0,-1-1 1 0 0,0 0-1 0 0,0-1 0 0 0,-1-1 1 0 0,-1 0-1 0 0,0-1 0 0 0,0-1 1 0 0,-2 0-1 0 0,17-22 1 0 0,-10 7 22 0 0,0-1 1 0 0,-2-1-1 0 0,-2-1 1 0 0,-1 0-1 0 0,-1-1 1 0 0,-2 0-1 0 0,9-40 1 0 0,-7 18 117 0 0,-3-1 0 0 0,-2 0 0 0 0,1-88 0 0 0,-7 75 35 0 0,-1 14 108 0 0,-5-67 0 0 0,2 106-191 0 0,-2 0 0 0 0,1 0 1 0 0,-2 0-1 0 0,0 0 0 0 0,-1 1 0 0 0,-1-1 1 0 0,0 1-1 0 0,-14-23 0 0 0,12 27-33 0 0,-1 0 0 0 0,0 1 0 0 0,0 1 0 0 0,-1-1 0 0 0,-1 2 0 0 0,1-1 0 0 0,-1 1 0 0 0,-1 1 0 0 0,0 0-1 0 0,1 1 1 0 0,-2 0 0 0 0,-14-5 0 0 0,-2 0-39 0 0,-1 2 0 0 0,1 1 0 0 0,-1 2 0 0 0,-40-4 0 0 0,57 9-335 0 0,1 0 1 0 0,-1 1 0 0 0,0 0 0 0 0,1 1 0 0 0,-1 0-1 0 0,0 1 1 0 0,1 0 0 0 0,-1 2 0 0 0,-13 4 0 0 0,15-3-1484 0 0,1 0 0 0 0,0 0 1 0 0,1 1-1 0 0,-1 0 1 0 0,1 1-1 0 0,-12 11 1 0 0,0 3-2976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1:51.7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 1 3792 0 0,'-8'1'7477'0'0,"37"9"-6353"0"0,0 1 0 0 0,28 15 1 0 0,-33-13-1100 0 0,-2 1 1 0 0,0 1 0 0 0,0 1 0 0 0,-1 0-1 0 0,-1 2 1 0 0,-1 0 0 0 0,-1 2 0 0 0,27 36-1 0 0,11 12 204 0 0,2-2-1 0 0,4-2 1 0 0,120 96-1 0 0,-113-109 103 0 0,3-3 0 0 0,2-3 0 0 0,128 57 0 0 0,-36-16 53 0 0,-137-67-286 0 0,-1 0 0 0 0,0 2-1 0 0,34 34 1 0 0,-12-3 51 0 0,-33-33-57 0 0,0 0 1 0 0,1-2-1 0 0,1 0 1 0 0,1 0-1 0 0,0-2 1 0 0,1-1 0 0 0,45 24-1 0 0,41 1 222 0 0,54 25 14 0 0,-144-56-302 0 0,-1 1 0 0 0,0 1 0 0 0,0 0 0 0 0,-1 1 0 0 0,0 1 0 0 0,-1 0 0 0 0,13 15 0 0 0,-8-9-12 0 0,1-1 0 0 0,1 0 0 0 0,0-2 0 0 0,1 0 0 0 0,1-2 0 0 0,0 0 0 0 0,27 10 0 0 0,61 36 6 0 0,-100-51-9 0 0,1 0-1 0 0,1-1 0 0 0,-1 0 1 0 0,1-1-1 0 0,0-1 0 0 0,0 0 1 0 0,1-1-1 0 0,-1 0 1 0 0,1-1-1 0 0,0 0 0 0 0,20 0 1 0 0,-22-2-3 0 0,0 0 1 0 0,0 0 0 0 0,-1 1-1 0 0,1 1 1 0 0,-1 0 0 0 0,1 1-1 0 0,-1 0 1 0 0,12 6 0 0 0,-6-1 9 0 0,-1 0 0 0 0,18 15 0 0 0,-26-20-11 0 0,-1 0 0 0 0,0 0 0 0 0,1 0-1 0 0,0-1 1 0 0,-1-1 0 0 0,1 1-1 0 0,0-1 1 0 0,1-1 0 0 0,-1 1-1 0 0,14-1 1 0 0,-14 0-5 0 0,-1-1-1 0 0,0 1 1 0 0,1 0-1 0 0,-1 0 1 0 0,0 1-1 0 0,0 0 1 0 0,0 1-1 0 0,0-1 1 0 0,0 1-1 0 0,0 0 1 0 0,-1 1-1 0 0,1 0 1 0 0,6 5-1 0 0,5 10 17 0 0,9 8-10 0 0,-22-24-5 0 0,0 0 0 0 0,-1 1 1 0 0,1 0-1 0 0,-1 0 1 0 0,0 0-1 0 0,0 0 1 0 0,0 1-1 0 0,-1 0 1 0 0,1-1-1 0 0,3 9 1 0 0,-6-12-6 0 0,0 0 0 0 0,0 1 0 0 0,0-1 1 0 0,0 0-1 0 0,0 1 0 0 0,1-1 0 0 0,-1 0 1 0 0,1 0-1 0 0,-1 0 0 0 0,1 0 0 0 0,-1-1 1 0 0,1 1-1 0 0,-1 0 0 0 0,1-1 1 0 0,0 1-1 0 0,-1-1 0 0 0,1 1 0 0 0,0-1 1 0 0,3 1-1 0 0,37-2 19 0 0,-22 0 55 0 0,-14 5 53 0 0,3 5-431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1:41.7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3392 54 1020 0 0,'14'-22'2835'0'0,"-5"10"-1260"0"0,-10-7 6602 0 0,-27 23-4004 0 0,22-2-4973 0 0,-8 3 887 0 0,1 1 0 0 0,0 1 0 0 0,-1 0 0 0 0,2 1 0 0 0,-1 0 0 0 0,1 1 0 0 0,1 0 0 0 0,-20 20-1 0 0,-12 8 26 0 0,-51 43 29 0 0,49-41-107 0 0,-2-1 0 0 0,-59 36 1 0 0,-90 57-32 0 0,121-77 17 0 0,-126 67 0 0 0,-409 189 24 0 0,541-275-55 0 0,2 3-1 0 0,-104 78 1 0 0,119-78 15 0 0,-95 54 0 0 0,-67 17 15 0 0,-16 10-7 0 0,112-41 19 0 0,29-18-5 0 0,-94 38 157 0 0,14-9-167 0 0,4 17-94 0 0,147-95 176 0 0,1-2-1 0 0,-29 12 1 0 0,-24 13 314 0 0,68-33-817 0 0,0 1 889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1:43.0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366 126 3548 0 0,'-129'5'11181'0'0,"128"-5"-11077"0"0,0 0 0 0 0,0 0 0 0 0,1 0 0 0 0,-1 0 0 0 0,0-1 1 0 0,0 1-1 0 0,0 0 0 0 0,0 0 0 0 0,0-1 0 0 0,0 1 0 0 0,1 0 1 0 0,-1-1-1 0 0,0 1 0 0 0,0-1 0 0 0,0 1 0 0 0,1-1 0 0 0,-1 1 0 0 0,0-1 1 0 0,1 1-1 0 0,-1-1 0 0 0,0 0 0 0 0,1 1 0 0 0,-1-1 0 0 0,1 0 1 0 0,-1-1-1 0 0,0 0-20 0 0,0 0 1 0 0,1 1-1 0 0,-1-1 1 0 0,1 0-1 0 0,0 0 1 0 0,-1 0-1 0 0,1 0 1 0 0,0 0-1 0 0,0 0 1 0 0,0 0-1 0 0,1-3 1 0 0,0 1-21 0 0,0-1 0 0 0,0 1 0 0 0,0-1 0 0 0,0 1 0 0 0,1 0 0 0 0,0 0 0 0 0,0 0 0 0 0,0 0 0 0 0,6-8 0 0 0,-3 8 2 0 0,0-1 0 0 0,1 1 1 0 0,-1 0-1 0 0,1 0 0 0 0,0 1 0 0 0,0-1 0 0 0,11-3 0 0 0,-12 5-38 0 0,-1 1 0 0 0,0 0 0 0 0,0 0 0 0 0,0 0 0 0 0,1 0-1 0 0,-1 1 1 0 0,0-1 0 0 0,1 1 0 0 0,-1 0 0 0 0,1 0-1 0 0,-1 1 1 0 0,0-1 0 0 0,6 3 0 0 0,-9-3-19 0 0,1 1 0 0 0,0 0 0 0 0,-1 0 0 0 0,0 0 0 0 0,1 0 0 0 0,-1 1 0 0 0,1-1 0 0 0,-1 0 0 0 0,0 1 0 0 0,0-1 0 0 0,0 0 0 0 0,0 1 0 0 0,0-1 0 0 0,0 1 0 0 0,0 0 0 0 0,-1-1 0 0 0,1 1 0 0 0,0 0 0 0 0,-1-1 0 0 0,1 1 0 0 0,-1 0 0 0 0,0 0 0 0 0,0 0 0 0 0,1-1 0 0 0,-1 1 0 0 0,0 0 0 0 0,-1 0 0 0 0,1 0 0 0 0,0-1 0 0 0,-1 4 0 0 0,-1 5 18 0 0,0 1 0 0 0,-1-1 1 0 0,-6 18-1 0 0,-5 2 1 0 0,0 0 0 0 0,-2 0 0 0 0,-1-2-1 0 0,-2 0 1 0 0,-41 48 0 0 0,11-24 10 0 0,-93 78 0 0 0,113-111 71 0 0,26-17 50 0 0,13-6-15 0 0,1-1-95 0 0,13-4 58 0 0,1 2 0 0 0,0 1 1 0 0,0 1-1 0 0,1 1 0 0 0,50-1 0 0 0,-15 0 46 0 0,-3 2-20 0 0,-38 3-65 0 0,0-1 1 0 0,1-1-1 0 0,37-9 0 0 0,-57 11 8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1:43.6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735 73 3056 0 0,'-30'0'1167'0'0,"-1"1"0"0"0,1 1 0 0 0,0 2 0 0 0,0 1 0 0 0,-52 16 0 0 0,45-8-302 0 0,1 2 1 0 0,1 1 0 0 0,0 2 0 0 0,1 1 0 0 0,-45 34-1 0 0,56-35-550 0 0,1 0 0 0 0,0 2 0 0 0,2 0 1 0 0,0 1-1 0 0,2 1 0 0 0,0 1 0 0 0,1 1 0 0 0,-17 33 0 0 0,26-40-200 0 0,1 1 1 0 0,1-1-1 0 0,1 1 1 0 0,-6 31-1 0 0,8-35-58 0 0,-1 12-5 0 0,0-1 0 0 0,2 1 0 0 0,1 0 0 0 0,1 0 0 0 0,1 0 0 0 0,1 0 0 0 0,1-1 0 0 0,2 1 0 0 0,0-1 1 0 0,2 0-1 0 0,0 0 0 0 0,2-1 0 0 0,1 0 0 0 0,1-1 0 0 0,1 0 0 0 0,27 39 0 0 0,-24-43-37 0 0,2-1 1 0 0,0 0-1 0 0,1-1 0 0 0,1-1 1 0 0,1-1-1 0 0,0-1 1 0 0,1 0-1 0 0,0-2 0 0 0,1 0 1 0 0,0-2-1 0 0,1 0 0 0 0,30 8 1 0 0,-14-7-8 0 0,1-2 0 0 0,0-1 1 0 0,1-2-1 0 0,-1-2 0 0 0,1-1 1 0 0,66-6-1 0 0,-82 1-8 0 0,-1-1 1 0 0,1-2-1 0 0,-1 0 0 0 0,0-1 1 0 0,-1-2-1 0 0,0-1 0 0 0,0 0 1 0 0,0-2-1 0 0,-1 0 0 0 0,-1-1 1 0 0,0-2-1 0 0,-1 0 0 0 0,0-1 0 0 0,24-25 1 0 0,-5 3 48 0 0,-1-2 0 0 0,52-71 0 0 0,-56 65 50 0 0,-3-2 0 0 0,-1-1 0 0 0,36-81 0 0 0,-59 111-52 0 0,-1 0 1 0 0,-1-1 0 0 0,-1 0 0 0 0,0 0 0 0 0,-1 0 0 0 0,-1-1 0 0 0,-1 1 0 0 0,-1-1 0 0 0,-1 1 0 0 0,0 0 0 0 0,-2-1 0 0 0,0 1 0 0 0,-1 0 0 0 0,-1 1-1 0 0,0-1 1 0 0,-2 1 0 0 0,0 0 0 0 0,-1 0 0 0 0,-1 1 0 0 0,0 0 0 0 0,-1 0 0 0 0,-1 1 0 0 0,-1 1 0 0 0,0 0 0 0 0,-1 0 0 0 0,-25-20 0 0 0,11 13 54 0 0,-2 2 0 0 0,0 1 1 0 0,-1 1-1 0 0,-61-26 0 0 0,69 35-313 0 0,-1 1 0 0 0,0 2-1 0 0,-1 0 1 0 0,1 1 0 0 0,-1 1 0 0 0,0 1-1 0 0,-47 1 1 0 0,20 12-7632 0 0,25-2 3615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2:01.2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153 0 2736 0 0,'-9'23'4299'0'0,"6"-15"-3559"0"0,-1 0-1 0 0,-1 0 1 0 0,0 0 0 0 0,0-1-1 0 0,0 1 1 0 0,-1-1-1 0 0,0-1 1 0 0,-11 11-1 0 0,12-13-396 0 0,0-1 0 0 0,1 1 0 0 0,-1-1 0 0 0,-1 0 0 0 0,1 0 0 0 0,0-1 0 0 0,-1 1 0 0 0,1-1 0 0 0,-1 0 0 0 0,0-1 0 0 0,0 1 0 0 0,1-1 0 0 0,-13 1 0 0 0,43-21 313 0 0,-16 15-636 0 0,-1 0-1 0 0,1 2 0 0 0,-1-1 1 0 0,1 1-1 0 0,0 0 1 0 0,0 1-1 0 0,0 0 1 0 0,0 0-1 0 0,0 1 0 0 0,0 0 1 0 0,17 3-1 0 0,-22-3-12 0 0,1 1 0 0 0,-1 0 0 0 0,0 0-1 0 0,0 1 1 0 0,0-1 0 0 0,0 1 0 0 0,0 0 0 0 0,-1 0-1 0 0,1 0 1 0 0,-1 1 0 0 0,1-1 0 0 0,-1 1 0 0 0,0 0-1 0 0,0 0 1 0 0,0 0 0 0 0,0 0 0 0 0,0 1 0 0 0,-1-1-1 0 0,0 1 1 0 0,1-1 0 0 0,-1 1 0 0 0,-1 0 0 0 0,1 0-1 0 0,0 0 1 0 0,-1 0 0 0 0,0 0 0 0 0,1 5-1 0 0,1 8 16 0 0,-1 0-1 0 0,-1 1 0 0 0,-1-1 0 0 0,-3 34 0 0 0,3-43-11 0 0,-2 0 0 0 0,1 0 0 0 0,-1 0 0 0 0,-1 0 0 0 0,1 0 0 0 0,-1 0 0 0 0,-1 0 0 0 0,1-1 0 0 0,-1 1 0 0 0,-1-1 0 0 0,1 0 0 0 0,-8 8 0 0 0,6-10 203 0 0,14-13-115 0 0,19-18 25 0 0,-18 20-95 0 0,0 1-1 0 0,1 0 1 0 0,-1 0 0 0 0,1 1 0 0 0,12-4-1 0 0,-20 7-24 0 0,0 1 1 0 0,0-1-1 0 0,0 0 0 0 0,0 1 0 0 0,0 0 0 0 0,0-1 0 0 0,0 1 0 0 0,0 0 0 0 0,0 0 0 0 0,-1 0 0 0 0,1 0 0 0 0,0 0 0 0 0,0 1 0 0 0,0-1 0 0 0,0 0 0 0 0,0 1 0 0 0,0 0 0 0 0,0-1 1 0 0,0 1-1 0 0,-1 0 0 0 0,1 0 0 0 0,0 0 0 0 0,-1 0 0 0 0,1 0 0 0 0,-1 0 0 0 0,1 1 0 0 0,-1-1 0 0 0,1 1 0 0 0,-1-1 0 0 0,0 1 0 0 0,0-1 0 0 0,0 1 0 0 0,0-1 0 0 0,0 1 1 0 0,2 3-1 0 0,-1 4 0 0 0,0 1 0 0 0,0-1 0 0 0,-1 0 0 0 0,0 1 0 0 0,-1-1 1 0 0,0 1-1 0 0,0-1 0 0 0,-1 1 0 0 0,0-1 0 0 0,-1 1 0 0 0,0-1 1 0 0,-1 0-1 0 0,-4 12 0 0 0,-2 2 2 0 0,-1-1-1 0 0,-1 0 1 0 0,-1-1 0 0 0,-15 21 0 0 0,15-27 10 0 0,0-1 0 0 0,-28 25 0 0 0,24-24-38 0 0,14-17-487 0 0,6-10-1792 0 0,8-14-3778 0 0,-2 6 2180 0 0,0-5-1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2:01.8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669 36 2448 0 0,'-24'-9'1868'0'0,"3"2"-1308"0"0,0 2-1 0 0,0 0 1 0 0,-1 1-1 0 0,1 1 0 0 0,-1 1 1 0 0,0 1-1 0 0,1 1 0 0 0,-1 1 1 0 0,0 1-1 0 0,1 1 1 0 0,-26 6-1 0 0,30-4-280 0 0,0 1 0 0 0,0 0 0 0 0,1 1 1 0 0,0 1-1 0 0,0 1 0 0 0,0 0 0 0 0,1 1 0 0 0,1 0 0 0 0,0 1 1 0 0,0 1-1 0 0,1 1 0 0 0,1-1 0 0 0,-22 30 0 0 0,17-17-38 0 0,2 0-1 0 0,0 2 0 0 0,1 0 0 0 0,2 0 0 0 0,1 1 0 0 0,1 1 1 0 0,1 0-1 0 0,-4 32 0 0 0,6-21-62 0 0,3 0 0 0 0,1 0 0 0 0,2 0 0 0 0,2 0 1 0 0,9 64-1 0 0,-7-90-156 0 0,0 0 1 0 0,0 0-1 0 0,1 0 1 0 0,1 0-1 0 0,0-1 1 0 0,1 0-1 0 0,1 0 1 0 0,0-1-1 0 0,0 0 1 0 0,2 0 0 0 0,-1 0-1 0 0,1-1 1 0 0,1-1-1 0 0,15 14 1 0 0,-9-11 7 0 0,1 0 0 0 0,0-2 0 0 0,0 0 0 0 0,2-1 0 0 0,-1-1 0 0 0,1-1 0 0 0,0 0 0 0 0,0-2 0 0 0,31 7 0 0 0,-18-6 1 0 0,-1-1 0 0 0,0-2 0 0 0,1-1 1 0 0,46-2-1 0 0,-64-2-30 0 0,1-1 1 0 0,0 0 0 0 0,-1-1-1 0 0,0-1 1 0 0,0 0 0 0 0,0-1-1 0 0,0 0 1 0 0,0-1 0 0 0,-1-1-1 0 0,0 0 1 0 0,22-17 0 0 0,8-13 58 0 0,-2-2-1 0 0,37-46 1 0 0,-51 55 16 0 0,-13 14 1 0 0,0-2 1 0 0,0 0-1 0 0,-2-1 0 0 0,0 0 1 0 0,-2 0-1 0 0,16-40 0 0 0,-17 31 3 0 0,0 0 0 0 0,-3-1 0 0 0,0 0 0 0 0,3-50 1 0 0,-7 48-26 0 0,1-16 64 0 0,-2-46 0 0 0,-2 80-82 0 0,0-1-1 0 0,-1 1 0 0 0,0 0 0 0 0,-1 0 0 0 0,-1 0 0 0 0,0 0 1 0 0,0 0-1 0 0,-8-13 0 0 0,7 18-14 0 0,-1 1 0 0 0,0 0-1 0 0,0 1 1 0 0,0-1 0 0 0,-1 1 0 0 0,1 0 0 0 0,-1 1-1 0 0,-1 0 1 0 0,1 0 0 0 0,-1 0 0 0 0,0 1 0 0 0,0 0-1 0 0,-1 1 1 0 0,-9-4 0 0 0,-17-4 69 0 0,-72-13 0 0 0,48 15-253 0 0,-1 3-1 0 0,-73 1 1 0 0,25 7-9109 0 0,90-2 5427 0 0,1 0-1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2:03.9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3111 6 2364 0 0,'-7'-4'11454'0'0,"3"3"-12021"0"0,-8 4 761 0 0,-1 0 0 0 0,1 0 0 0 0,0 1 0 0 0,0 1 0 0 0,0 0 0 0 0,0 1 0 0 0,-11 8 0 0 0,-1-1 122 0 0,-103 51 621 0 0,-209 115-123 0 0,78-13-750 0 0,-383 178 96 0 0,371-202-95 0 0,36-16-6 0 0,162-87 33 0 0,-116 85 0 0 0,41-25 3 0 0,16-25-47 0 0,73-43-44 0 0,-82 58 0 0 0,91-53-9 0 0,-108 57-1 0 0,123-73 117 0 0,2 1-1 0 0,-35 28 0 0 0,65-48-85 0 0,1 0 0 0 0,-1 0-1 0 0,1 0 1 0 0,-1 0 0 0 0,1 0 0 0 0,-1 0 0 0 0,0 0-1 0 0,1-1 1 0 0,-1 1 0 0 0,0-1 0 0 0,1 0 0 0 0,-1 1-1 0 0,0-1 1 0 0,-1 0 0 0 0,2 0-133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2:04.7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231 0 3464 0 0,'0'2'10573'0'0,"-4"20"-10034"0"0,-1-1 0 0 0,-1 1 0 0 0,-1-1 0 0 0,-1 0 0 0 0,0-1 1 0 0,-2 1-1 0 0,-13 21 0 0 0,-4-2-432 0 0,-2 0 0 0 0,-40 43 1 0 0,43-51 43 0 0,17-14 5 0 0,9-18-150 0 0,0 0 0 0 0,0 1 1 0 0,0-1-1 0 0,0 0 0 0 0,0 0 0 0 0,0 1 0 0 0,0-1 0 0 0,0 0 1 0 0,0 1-1 0 0,0-1 0 0 0,0 0 0 0 0,0 0 0 0 0,0 1 0 0 0,0-1 1 0 0,0 0-1 0 0,1 0 0 0 0,-1 1 0 0 0,0-1 0 0 0,0 0 0 0 0,0 0 1 0 0,0 1-1 0 0,0-1 0 0 0,1 0 0 0 0,-1 0 0 0 0,0 1 0 0 0,0-1 1 0 0,0 0-1 0 0,1 0 0 0 0,-1 0 0 0 0,0 0 0 0 0,0 1 1 0 0,1-1-1 0 0,-1 0 0 0 0,0 0 0 0 0,0 0 0 0 0,1 0 0 0 0,-1 0 1 0 0,0 0-1 0 0,0 0 0 0 0,1 0 0 0 0,-1 0 0 0 0,1 0 0 0 0,36 2 123 0 0,0-3-1 0 0,1-1 0 0 0,-1-2 1 0 0,64-14-1 0 0,-56 9-176 0 0,1 2 0 0 0,63-3 0 0 0,-99 10-294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2:04.9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139 11 3472 0 0,'-24'-8'3443'0'0,"20"7"-3056"0"0,1 0-1 0 0,-1 1 0 0 0,0-1 1 0 0,0 1-1 0 0,0 0 1 0 0,0 0-1 0 0,0 1 0 0 0,0-1 1 0 0,1 1-1 0 0,-1 0 1 0 0,0-1-1 0 0,-4 3 0 0 0,6-1-200 0 0,-1 0 0 0 0,1 0 0 0 0,0 0 0 0 0,0 0 0 0 0,0 0 0 0 0,0 0 0 0 0,0 1 0 0 0,1-1 0 0 0,-1 1 0 0 0,1-1 0 0 0,-1 1 0 0 0,1 0 0 0 0,0-1 0 0 0,0 1 0 0 0,0 0 0 0 0,1 0-1 0 0,-1 3 1 0 0,-9 37 1139 0 0,2 1-1 0 0,-4 73 1 0 0,9-12-834 0 0,4-1-3501 0 0,-1-26-2809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2:05.5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701 5 3520 0 0,'-2'-1'169'0'0,"0"0"-1"0"0,-1 1 1 0 0,1-1-1 0 0,-1 1 1 0 0,0-1 0 0 0,1 1-1 0 0,-1 0 1 0 0,1 0-1 0 0,-1 0 1 0 0,1 0-1 0 0,-6 1 1 0 0,-2 0 225 0 0,-21 0 107 0 0,1 1-1 0 0,0 1 1 0 0,0 2 0 0 0,1 1-1 0 0,0 1 1 0 0,0 2 0 0 0,0 1-1 0 0,1 1 1 0 0,0 1-1 0 0,1 2 1 0 0,1 0 0 0 0,-35 26-1 0 0,41-25-271 0 0,1 1 1 0 0,0 1-1 0 0,1 0 0 0 0,1 1 1 0 0,1 1-1 0 0,0 1 0 0 0,2 0 0 0 0,0 1 1 0 0,1 1-1 0 0,1 0 0 0 0,1 0 0 0 0,2 1 1 0 0,0 0-1 0 0,1 1 0 0 0,-7 34 0 0 0,7-11-38 0 0,3 1 0 0 0,1 0 0 0 0,2 0 0 0 0,7 72 0 0 0,-2-90-96 0 0,2 0-1 0 0,1 0 0 0 0,1 0 1 0 0,2-1-1 0 0,1 0 1 0 0,1-1-1 0 0,1 0 0 0 0,19 31 1 0 0,-20-42-52 0 0,2-1 0 0 0,-1 0 0 0 0,2-1 0 0 0,0-1 0 0 0,1 0 0 0 0,0-1 0 0 0,1 0 0 0 0,1-1 0 0 0,0-1 0 0 0,0-1 0 0 0,1 0 0 0 0,0-2 0 0 0,1 0 0 0 0,0-1 0 0 0,0 0 0 0 0,1-2 0 0 0,27 4 0 0 0,-15-3 34 0 0,1-3 0 0 0,0 0-1 0 0,0-3 1 0 0,0 0 0 0 0,-1-2 0 0 0,1-2 0 0 0,0-1-1 0 0,-1-1 1 0 0,61-21 0 0 0,-57 13-9 0 0,0-3 1 0 0,-1 0-1 0 0,-1-3 1 0 0,59-43-1 0 0,-50 28 32 0 0,-1-1 1 0 0,68-79-1 0 0,-95 98-95 0 0,-1-1-1 0 0,-1-1 0 0 0,-1-1 1 0 0,0 1-1 0 0,14-36 1 0 0,-20 40-2 0 0,-1-1 0 0 0,-1 0 0 0 0,0 0 0 0 0,-1 0 0 0 0,-1 0 0 0 0,0-1 1 0 0,-2 1-1 0 0,-1-27 0 0 0,-1 19 6 0 0,-1-1-1 0 0,-1 1 1 0 0,-1 0 0 0 0,-2 1 0 0 0,-10-28-1 0 0,12 39-2 0 0,0 1-1 0 0,-1-1 0 0 0,-1 1 1 0 0,0 0-1 0 0,0 1 0 0 0,-1 0 0 0 0,0 0 1 0 0,-1 1-1 0 0,0 0 0 0 0,-1 0 1 0 0,-15-11-1 0 0,-1 5-3 0 0,0 1 0 0 0,-1 1 1 0 0,-1 1-1 0 0,-33-8 0 0 0,-49-23-255 0 0,95 35 153 0 0,-5-5-4806 0 0,-2-2-2363 0 0,7 5 3392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2:13.9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93 33 1044 0 0,'-36'-5'4971'0'0,"-20"-22"2529"0"0,112 41-4587 0 0,-28-8-2614 0 0,49 18 0 0 0,-53-14-118 0 0,-1 1 1 0 0,-1 1-1 0 0,0 1 1 0 0,0 1-1 0 0,33 29 1 0 0,-49-38-90 0 0,-1-1 0 0 0,1-1 0 0 0,0 1 0 0 0,1-1 0 0 0,-1 0 0 0 0,0 0 0 0 0,1-1 1 0 0,7 2-1 0 0,14 6-2564 0 0,-1 5-7315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2:14.4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436 0 2760 0 0,'-13'1'857'0'0,"-1"1"1"0"0,1 0-1 0 0,0 1 0 0 0,0 0 0 0 0,1 1 0 0 0,-1 0 1 0 0,-15 8-1 0 0,-85 49 1360 0 0,51-25-1860 0 0,-33 15-5024 0 0,49-30 2158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2:47.3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 15 2904 0 0,'0'0'480'0'0,"-29"-10"4239"0"0,26 9-4268 0 0,-12-3 4034 0 0,14 21-1972 0 0,1-5-2938 0 0,-1 36 842 0 0,0-20-292 0 0,0 0 0 0 0,2 0 0 0 0,1 0 1 0 0,1 0-1 0 0,2 0 0 0 0,13 44 0 0 0,6-19 56 0 0,2-1-1 0 0,3-2 1 0 0,62 84 0 0 0,-24-36-95 0 0,-25-40-38 0 0,2-2 0 0 0,81 80 0 0 0,-5-11 25 0 0,-66-67 39 0 0,54 74-1 0 0,-69-78-23 0 0,-6-7 8 0 0,2-1-1 0 0,2-1 0 0 0,81 74 0 0 0,-49-65 65 0 0,-37-31-43 0 0,47 45-1 0 0,-70-58-100 0 0,0 0 1 0 0,0 1-1 0 0,-1 0 0 0 0,0 0 0 0 0,-1 1 0 0 0,-1-1 1 0 0,0 2-1 0 0,8 21 0 0 0,72 253 73 0 0,-81-273-81 0 0,0 0 0 0 0,1-1 0 0 0,1 0 0 0 0,-1-1 0 0 0,2 1 0 0 0,0-2 0 0 0,1 1 0 0 0,0-1 0 0 0,0 0 0 0 0,19 16 0 0 0,8 3 120 0 0,69 42 0 0 0,-75-54-64 0 0,-2 2 0 0 0,0 0 0 0 0,-1 2 0 0 0,45 47 0 0 0,-49-40-10 0 0,-2 0 0 0 0,-1 2 0 0 0,23 46 0 0 0,37 106 41 0 0,17 31 14 0 0,-86-195-95 0 0,1 0 0 0 0,1-1 0 0 0,1 0 1 0 0,25 25-1 0 0,72 55 39 0 0,-79-73-56 0 0,0 3 0 0 0,-2 0 0 0 0,45 56 0 0 0,-45-38-13 0 0,30 63 0 0 0,-44-77 12 0 0,-9-21 5 0 0,-1 0-1 0 0,1-1 0 0 0,1 1 0 0 0,0-2 0 0 0,0 1 0 0 0,1-1 0 0 0,0 0 0 0 0,1-1 1 0 0,0 0-1 0 0,11 7 0 0 0,6 0 10 0 0,1-1 1 0 0,45 17-1 0 0,-42-19 4 0 0,-1 1 1 0 0,43 26-1 0 0,-55-26-7 0 0,-1 0 0 0 0,26 28 0 0 0,-27-25-5 0 0,1-1-1 0 0,27 20 1 0 0,-25-23 8 0 0,-1 0 0 0 0,-1 2 0 0 0,17 17 1 0 0,-27-23-6 0 0,1 0 1 0 0,-1 1 0 0 0,-1 0-1 0 0,0 0 1 0 0,0 1 0 0 0,-1-1-1 0 0,8 20 1 0 0,-8-13 4 0 0,-1 0 1 0 0,5 30 0 0 0,-6-26 5 0 0,0-5-55 0 0,0-1-1980 0 0,-2 3-4900 0 0,-1-8 3195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2:48.6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82 102 2384 0 0,'0'-102'8360'0'0,"-8"139"-5590"0"0,2-14-2009 0 0,-43 281 2561 0 0,41-250-2954 0 0,7-41-285 0 0,-4 13 165 0 0,2-1 0 0 0,2 1 1 0 0,2 50-1 0 0,-1-76-241 0 0,0 1 1 0 0,0-1-1 0 0,0 0 1 0 0,0 0-1 0 0,0 1 1 0 0,0-1-1 0 0,0 0 0 0 0,0 0 1 0 0,0 0-1 0 0,0 1 1 0 0,0-1-1 0 0,0 0 1 0 0,0 0-1 0 0,0 0 0 0 0,0 0 1 0 0,0 1-1 0 0,0-1 1 0 0,1 0-1 0 0,-1 0 1 0 0,0 0-1 0 0,0 0 0 0 0,0 1 1 0 0,0-1-1 0 0,0 0 1 0 0,1 0-1 0 0,-1 0 0 0 0,0 0 1 0 0,0 0-1 0 0,0 0 1 0 0,1 0-1 0 0,-1 1 1 0 0,0-1-1 0 0,0 0 0 0 0,0 0 1 0 0,1 0-1 0 0,-1 0 1 0 0,0 0-1 0 0,0 0 1 0 0,0 0-1 0 0,1 0 0 0 0,-1 0 1 0 0,11-7 123 0 0,11-18-69 0 0,-19 21-31 0 0,1-1-15 0 0,78-87 142 0 0,-73 84-143 0 0,-1 0-1 0 0,1 1 0 0 0,0 0 1 0 0,0 0-1 0 0,1 1 0 0 0,0 0 1 0 0,0 1-1 0 0,17-6 0 0 0,-25 10-8 0 0,1 0-1 0 0,-1 1 1 0 0,1 0-1 0 0,0 0 1 0 0,-1-1-1 0 0,1 2 0 0 0,0-1 1 0 0,-1 0-1 0 0,1 0 1 0 0,0 1-1 0 0,-1 0 1 0 0,1-1-1 0 0,-1 1 0 0 0,1 0 1 0 0,-1 0-1 0 0,1 0 1 0 0,-1 1-1 0 0,0-1 1 0 0,1 0-1 0 0,-1 1 1 0 0,0 0-1 0 0,0-1 0 0 0,0 1 1 0 0,0 0-1 0 0,-1 0 1 0 0,1 0-1 0 0,0 0 1 0 0,-1 1-1 0 0,1-1 0 0 0,-1 0 1 0 0,2 5-1 0 0,2 4 21 0 0,0 1 1 0 0,-1-1-1 0 0,0 1 0 0 0,0 0 0 0 0,2 20 0 0 0,-1 4 29 0 0,-1 1 1 0 0,-2-1-1 0 0,-3 45 0 0 0,0-64-19 0 0,-1 0 1 0 0,-1 1-1 0 0,0-1 0 0 0,-2 0 0 0 0,1-1 0 0 0,-2 1 1 0 0,0-1-1 0 0,-17 30 0 0 0,19-40 30 0 0,0 0 1 0 0,-1-1-1 0 0,0 1 1 0 0,0-1-1 0 0,-1 0 1 0 0,1-1-1 0 0,-1 1 1 0 0,0-1-1 0 0,0 0 1 0 0,0 0-1 0 0,-10 3 1 0 0,15-6-150 0 0,-1-1 0 0 0,0 1 0 0 0,0 0 0 0 0,0-1 0 0 0,-1 1-1 0 0,1-1 1 0 0,0 0 0 0 0,0 0 0 0 0,0 0 0 0 0,0 0 0 0 0,0 0 0 0 0,0 0 0 0 0,0 0 0 0 0,0-1 0 0 0,0 1 0 0 0,0-1 0 0 0,-3-1 0 0 0,3 1-323 0 0,0-1 0 0 0,0 1 0 0 0,1-1 0 0 0,-1 1 0 0 0,0-1 0 0 0,1 0 0 0 0,0 0 0 0 0,-1 1 0 0 0,1-1 0 0 0,0 0 0 0 0,0 0 0 0 0,0-1 0 0 0,0 1 0 0 0,0 0 0 0 0,1 0 0 0 0,-1 0 0 0 0,1-1 0 0 0,-1 1 0 0 0,1-4 0 0 0,-2-17-3570 0 0,0-4-1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2:48.8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87 3848 0 0,'0'-4'557'0'0,"0"0"-1"0"0,0 0 0 0 0,0-1 1 0 0,1 1-1 0 0,-1 0 0 0 0,1 0 0 0 0,0 0 1 0 0,0 0-1 0 0,1 0 0 0 0,-1 0 1 0 0,1 0-1 0 0,0 0 0 0 0,2-3 0 0 0,-1 4-354 0 0,-1 1 0 0 0,0 0 0 0 0,1 0 0 0 0,0 0 0 0 0,-1 0-1 0 0,1 0 1 0 0,0 1 0 0 0,0-1 0 0 0,0 1 0 0 0,0 0 0 0 0,0 0-1 0 0,0 0 1 0 0,1 0 0 0 0,-1 0 0 0 0,0 1 0 0 0,0-1 0 0 0,5 1-1 0 0,3-1 264 0 0,0 1 0 0 0,1 0 0 0 0,-1 1 0 0 0,0 0 0 0 0,0 0 0 0 0,0 1-1 0 0,20 7 1 0 0,3 5-3521 0 0,0 4-5875 0 0,-25-13 5438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2:49.3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420 0 3608 0 0,'-13'1'432'0'0,"-1"0"0"0"0,0 1 0 0 0,0 1 0 0 0,1 0 0 0 0,-1 1 0 0 0,1 0 0 0 0,0 1 0 0 0,0 1 0 0 0,0 0 0 0 0,1 0 0 0 0,0 1 1 0 0,0 1-1 0 0,1 0 0 0 0,0 1 0 0 0,0 0 0 0 0,-11 13 0 0 0,6-5-44 0 0,1 1 0 0 0,0 1 0 0 0,1 0 0 0 0,1 1 0 0 0,1 1 1 0 0,1 0-1 0 0,1 0 0 0 0,-13 39 0 0 0,5 0 5 0 0,4 1 0 0 0,2 0 0 0 0,2 0 0 0 0,4 1 0 0 0,2 0 0 0 0,3 0 0 0 0,2 1 1 0 0,3-1-1 0 0,3-1 0 0 0,15 64 0 0 0,-15-102-359 0 0,0 0 1 0 0,1 0 0 0 0,1-1-1 0 0,1-1 1 0 0,1 1-1 0 0,1-2 1 0 0,1 0 0 0 0,0 0-1 0 0,2-1 1 0 0,0-1-1 0 0,1 0 1 0 0,21 17 0 0 0,-23-24-4 0 0,-1 0 0 0 0,2-1 1 0 0,-1 0-1 0 0,2-2 1 0 0,-1 0-1 0 0,1 0 1 0 0,0-1-1 0 0,0-1 1 0 0,1-1-1 0 0,0 0 1 0 0,0-2-1 0 0,0 1 1 0 0,1-2-1 0 0,-1-1 0 0 0,1 0 1 0 0,-1-1-1 0 0,23-2 1 0 0,-15-3 19 0 0,0 0 1 0 0,0-2-1 0 0,-1 0 0 0 0,1-2 1 0 0,-2-1-1 0 0,1 0 0 0 0,-2-2 1 0 0,24-15-1 0 0,-6-1 33 0 0,-1-1-1 0 0,-1-2 0 0 0,43-46 1 0 0,-57 52-42 0 0,-1-1-1 0 0,-1 0 1 0 0,-2-2 0 0 0,-1-1-1 0 0,25-49 1 0 0,-35 58-20 0 0,-1 1 0 0 0,-1-1 0 0 0,0-1 1 0 0,-2 1-1 0 0,0-1 0 0 0,-2 0 0 0 0,0-1 0 0 0,-1 1 0 0 0,-1 0 0 0 0,-3-28 0 0 0,0 33-8 0 0,-1 0-1 0 0,-1 0 1 0 0,-1 1 0 0 0,0 0-1 0 0,-1 0 1 0 0,0 0-1 0 0,-1 0 1 0 0,-11-15 0 0 0,0 2 17 0 0,-1 1 0 0 0,-36-38 0 0 0,17 27-98 0 0,-2 3-1 0 0,-2 1 1 0 0,-1 2-1 0 0,-65-36 1 0 0,39 25-1158 0 0,-18-11-10383 0 0,62 39 7551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2:52.7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3496 0 0,'0'0'2960'0'0,"8"19"1112"0"0,3 1-3076 0 0,1-2 0 0 0,0 0 0 0 0,2 0 0 0 0,24 25 1 0 0,7 9-436 0 0,-22-22-151 0 0,-1-2-3237 0 0,0-1-4281 0 0,-15-18 3843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2:57.0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 3003 1440 0 0,'0'0'6113'0'0,"0"-31"-4511"0"0,0-225 2254 0 0,0-129-2794 0 0,-10 159-825 0 0,8 189-186 0 0,-21-149 422 0 0,19 143-266 0 0,-3-75 314 0 0,2-267 517 0 0,-1-76-54 0 0,8 357-647 0 0,13-19-37 0 0,-15-524 1506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2:59.5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321 137 3264 0 0,'1'-26'3131'0'0,"0"19"-2476"0"0,0 0-1 0 0,-1-1 0 0 0,0 1 0 0 0,0-1 0 0 0,-1 1 0 0 0,0 0 1 0 0,0-1-1 0 0,0 1 0 0 0,-1 0 0 0 0,0 0 0 0 0,-5-10 0 0 0,6 16-561 0 0,-1 0 0 0 0,1 0-1 0 0,0-1 1 0 0,-1 1 0 0 0,0 0-1 0 0,1 0 1 0 0,-1 0-1 0 0,1 1 1 0 0,-1-1 0 0 0,0 0-1 0 0,0 0 1 0 0,0 1 0 0 0,1 0-1 0 0,-1-1 1 0 0,0 1 0 0 0,0 0-1 0 0,0 0 1 0 0,0-1 0 0 0,0 2-1 0 0,1-1 1 0 0,-1 0-1 0 0,0 0 1 0 0,0 1 0 0 0,0-1-1 0 0,0 0 1 0 0,1 1 0 0 0,-1 0-1 0 0,0 0 1 0 0,0-1 0 0 0,-2 3-1 0 0,-3 0-6 0 0,-1 1 1 0 0,1 0-1 0 0,-1 1 0 0 0,1 0 0 0 0,-9 8 0 0 0,-3 6-12 0 0,0 0 0 0 0,1 1 0 0 0,1 1 0 0 0,2 1 0 0 0,0 1 0 0 0,1 0 0 0 0,1 0 0 0 0,1 2 0 0 0,1-1 0 0 0,1 1 0 0 0,2 1 0 0 0,0 0 0 0 0,2 0 0 0 0,0 0 0 0 0,2 1 0 0 0,1 0 0 0 0,2 51 0 0 0,1-65-63 0 0,2-1 0 0 0,-1 0 1 0 0,2 0-1 0 0,0 0 0 0 0,0-1 0 0 0,1 1 1 0 0,0-1-1 0 0,1 0 0 0 0,1 0 1 0 0,0 0-1 0 0,0-1 0 0 0,1 1 0 0 0,0-2 1 0 0,12 13-1 0 0,-13-15-5 0 0,0-2 0 0 0,0 1 0 0 0,1-1 1 0 0,0 0-1 0 0,0 0 0 0 0,1-1 0 0 0,-1 0 0 0 0,1 0 0 0 0,0-1 1 0 0,0 0-1 0 0,0 0 0 0 0,0-1 0 0 0,1 0 0 0 0,-1-1 0 0 0,1 0 0 0 0,-1 0 1 0 0,1 0-1 0 0,-1-1 0 0 0,1-1 0 0 0,-1 1 0 0 0,11-3 0 0 0,-8 0 7 0 0,0 0 0 0 0,-1 0-1 0 0,1-1 1 0 0,-1-1-1 0 0,0 0 1 0 0,-1 0-1 0 0,1 0 1 0 0,-1-2 0 0 0,0 1-1 0 0,0-1 1 0 0,10-10-1 0 0,-15 13 1 0 0,-1 1 0 0 0,1-1 0 0 0,-1 0-1 0 0,0 0 1 0 0,0-1 0 0 0,0 1 0 0 0,-1 0-1 0 0,1-1 1 0 0,-1 0 0 0 0,0 1 0 0 0,0-1-1 0 0,-1 0 1 0 0,1 0 0 0 0,-1 0 0 0 0,0 0-1 0 0,-1-1 1 0 0,1 1 0 0 0,-1 0 0 0 0,0 0 0 0 0,0 0-1 0 0,-1 0 1 0 0,0 0 0 0 0,1-1 0 0 0,-2 1-1 0 0,1 0 1 0 0,-3-5 0 0 0,1 4 14 0 0,-1 0 0 0 0,0 0 0 0 0,0 1 0 0 0,0-1 0 0 0,-1 1 1 0 0,0 0-1 0 0,0 0 0 0 0,0 1 0 0 0,-1-1 0 0 0,0 1 0 0 0,0 0 0 0 0,0 1 0 0 0,0 0 1 0 0,0 0-1 0 0,-1 0 0 0 0,-11-3 0 0 0,-4-1 59 0 0,1 2 1 0 0,-1 0-1 0 0,-44-3 1 0 0,39 6-19 0 0,13 0 7 0 0,-1 1 0 0 0,-29 1 1 0 0,44 0-80 0 0,-1 0 0 0 0,0 0 1 0 0,1 0-1 0 0,-1 0 1 0 0,0 1-1 0 0,1-1 0 0 0,-1 0 1 0 0,1 0-1 0 0,-1 0 1 0 0,0 0-1 0 0,1 1 0 0 0,-1-1 1 0 0,0 0-1 0 0,1 1 1 0 0,-1-1-1 0 0,1 0 0 0 0,-1 1 1 0 0,1-1-1 0 0,-1 1 0 0 0,1-1 1 0 0,-1 1-1 0 0,1-1 1 0 0,0 1-1 0 0,-1-1 0 0 0,1 1 1 0 0,0-1-1 0 0,-1 1 1 0 0,1-1-1 0 0,0 1 0 0 0,-1 0 1 0 0,1-1-1 0 0,0 2 1 0 0,0-1 11 0 0,0 1 1 0 0,1 0 0 0 0,-1-1 0 0 0,1 1-1 0 0,-1-1 1 0 0,1 1 0 0 0,-1-1 0 0 0,1 1 0 0 0,0-1-1 0 0,0 1 1 0 0,0-1 0 0 0,1 2 0 0 0,4 5-1341 0 0,1-2 0 0 0,-1 1-1 0 0,14 9 1 0 0,9-1-6428 0 0,-13-10 3879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3:00.2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829 30 2904 0 0,'-7'-1'503'0'0,"0"0"0"0"0,0 0-1 0 0,0-1 1 0 0,0 0-1 0 0,-7-3 1 0 0,-28-6 992 0 0,27 8-1098 0 0,0 1-1 0 0,-1 1 1 0 0,1 0-1 0 0,-1 2 1 0 0,1-1 0 0 0,-1 2-1 0 0,1 0 1 0 0,0 1-1 0 0,0 1 1 0 0,0 0-1 0 0,0 1 1 0 0,1 0-1 0 0,-1 1 1 0 0,1 1-1 0 0,-19 12 1 0 0,2 2 59 0 0,1 2-1 0 0,2 0 1 0 0,0 2-1 0 0,2 1 1 0 0,0 2 0 0 0,-22 31-1 0 0,8-3-261 0 0,2 1 0 0 0,-42 87-1 0 0,62-107-120 0 0,2 1 0 0 0,1 1 0 0 0,2 0 0 0 0,2 0 1 0 0,1 1-1 0 0,3 1 0 0 0,-6 71 0 0 0,13-84-35 0 0,0-1 1 0 0,2 1-1 0 0,1 0 1 0 0,1-1 0 0 0,1 1-1 0 0,2-1 1 0 0,0 0-1 0 0,2-1 1 0 0,1 0 0 0 0,1-1-1 0 0,1 0 1 0 0,22 32-1 0 0,-15-30-3 0 0,1-1 0 0 0,1-2 0 0 0,2 0 0 0 0,0-1 0 0 0,1-1 0 0 0,2-1 0 0 0,0-2 0 0 0,1 0 0 0 0,54 27 0 0 0,-50-32-18 0 0,1 0-1 0 0,0-2 1 0 0,1-1 0 0 0,0-2-1 0 0,0-1 1 0 0,1-2 0 0 0,0-1-1 0 0,0-2 1 0 0,46 0-1 0 0,-68-4-10 0 0,0-1 0 0 0,1 0 0 0 0,-1 0 0 0 0,0-1 0 0 0,0 0 0 0 0,-1-1 0 0 0,1-1 0 0 0,-1 0 0 0 0,21-12 0 0 0,-16 6 14 0 0,1-1-1 0 0,-2-1 1 0 0,0 0-1 0 0,0-1 1 0 0,18-22-1 0 0,22-32 80 0 0,67-109 0 0 0,-98 136-61 0 0,-2 0-1 0 0,-1-2 0 0 0,-3 0 0 0 0,19-64 0 0 0,-28 70-15 0 0,-2 1-1 0 0,-2-2 1 0 0,-1 1 0 0 0,-2-74-1 0 0,-3 85-13 0 0,-2-1 0 0 0,-1 1 0 0 0,0-1 0 0 0,-2 1 0 0 0,-2 1 0 0 0,0-1 0 0 0,-20-41 0 0 0,13 42 10 0 0,-1 0-1 0 0,-1 1 1 0 0,-1 1 0 0 0,-1 0-1 0 0,-1 2 1 0 0,-1 0-1 0 0,-1 1 1 0 0,-1 1 0 0 0,-1 1-1 0 0,0 2 1 0 0,-27-15 0 0 0,42 27 29 0 0,0 0 1 0 0,0 0-1 0 0,0 1 1 0 0,-1 0-1 0 0,1 0 1 0 0,0 1-1 0 0,-1 1 1 0 0,0 0-1 0 0,-9 0 1 0 0,-33 4-892 0 0,-2 9-3963 0 0,14-5-2641 0 0,19-3 3723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3:17.1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56 4336 0 0,'0'0'615'0'0,"9"-14"4856"0"0,20 4-4521 0 0,1 1 1 0 0,0 2 0 0 0,1 1 0 0 0,0 2-1 0 0,46-2 1 0 0,57 6 71 0 0,-149 651 1205 0 0,10-587-3256 0 0,0-101-10320 0 0,2 24 7852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3:17.3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1 121 3408 0 0,'1'-31'6672'0'0,"5"25"-6191"0"0,0 0-1 0 0,1 0 0 0 0,-1 1 0 0 0,1 0 1 0 0,0 0-1 0 0,0 0 0 0 0,0 1 1 0 0,1 0-1 0 0,0 1 0 0 0,0 0 1 0 0,11-3-1 0 0,10-3 833 0 0,56-8 0 0 0,-32 16-418 0 0,-11 1-2217 0 0,-17-4-5660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3:18.1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651 159 2400 0 0,'-6'-4'408'0'0,"0"0"0"0"0,-1 1 1 0 0,1 0-1 0 0,-1 0 0 0 0,0 1 0 0 0,0-1 0 0 0,0 2 0 0 0,-7-2 0 0 0,-59-6 1664 0 0,54 9-1722 0 0,0 0 0 0 0,0 2 0 0 0,1 0-1 0 0,-1 1 1 0 0,0 0 0 0 0,1 2-1 0 0,0 0 1 0 0,0 1 0 0 0,0 1 0 0 0,1 1-1 0 0,0 0 1 0 0,1 2 0 0 0,-1-1 0 0 0,2 2-1 0 0,0 0 1 0 0,0 1 0 0 0,1 0-1 0 0,0 2 1 0 0,-20 24 0 0 0,16-15-254 0 0,1 2 0 0 0,1-1 0 0 0,2 2 1 0 0,0 0-1 0 0,2 1 0 0 0,0 0 0 0 0,2 0 0 0 0,2 2 0 0 0,0-1 1 0 0,2 1-1 0 0,1 0 0 0 0,-2 32 0 0 0,4-15 10 0 0,1 0 1 0 0,3-1-1 0 0,2 1 0 0 0,9 49 0 0 0,-8-75-67 0 0,1 0 0 0 0,1-1-1 0 0,1 0 1 0 0,0 0 0 0 0,2 0 0 0 0,0-1-1 0 0,1 0 1 0 0,1-1 0 0 0,0 0-1 0 0,2 0 1 0 0,22 23 0 0 0,-6-13 12 0 0,1-2-1 0 0,1-1 1 0 0,0-2 0 0 0,2 0 0 0 0,1-3 0 0 0,0-1 0 0 0,58 22 0 0 0,-60-30-25 0 0,0-2 0 0 0,0-1 0 0 0,1-2 0 0 0,0-1 0 0 0,0-1 0 0 0,0-2 0 0 0,0-1 0 0 0,0-2 0 0 0,0-1 0 0 0,0-1 0 0 0,-1-2 0 0 0,57-18 0 0 0,-63 14-19 0 0,1-2 0 0 0,-1 0 0 0 0,-1-2 0 0 0,-1 0 1 0 0,34-27-1 0 0,-45 31 13 0 0,0-1 0 0 0,-1-1 0 0 0,0 0 0 0 0,-1-1 0 0 0,0 0 0 0 0,-1-1 0 0 0,-1 0 0 0 0,0 0 0 0 0,-1-1 0 0 0,10-25 0 0 0,-4-4 56 0 0,-1-1 1 0 0,-3-1-1 0 0,-2 0 0 0 0,3-51 0 0 0,-8-188 321 0 0,-5 264-367 0 0,0 1 0 0 0,-2 0 1 0 0,0-1-1 0 0,-2 2 0 0 0,0-1 0 0 0,-1 1 1 0 0,0 0-1 0 0,-2 0 0 0 0,0 1 0 0 0,-2 0 1 0 0,0 1-1 0 0,0 0 0 0 0,-2 1 0 0 0,-16-17 1 0 0,6 9-10 0 0,-1 1-1 0 0,-1 2 1 0 0,-1 0 0 0 0,-1 2 0 0 0,-1 0 0 0 0,0 2 0 0 0,-1 2 0 0 0,-33-13 0 0 0,50 23-24 0 0,-116-42 61 0 0,112 42-63 0 0,-1 1 0 0 0,1 1 0 0 0,-1 0-1 0 0,0 2 1 0 0,0 0 0 0 0,-18 1 0 0 0,32 0-26 0 0,0 1 0 0 0,0-1-1 0 0,0 1 1 0 0,0 0 0 0 0,0 0-1 0 0,0 0 1 0 0,0 0 0 0 0,-3 2 0 0 0,-33 28-6741 0 0,16-11 1297 0 0,3-5 1826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3:23.9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0 312 0 0,'0'0'417'0'0,"-8"3"1586"0"0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3:24.9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43 280 784 0 0,'-2'-28'1728'0'0,"2"-148"3013"0"0,0 101 1273 0 0,-15 84-4291 0 0,11 3-1659 0 0,2 0-1 0 0,-1-1 1 0 0,1 1 0 0 0,1 0-1 0 0,0 1 1 0 0,1-1 0 0 0,2 20-1 0 0,-2-1-13 0 0,-5 185 167 0 0,1 107 44 0 0,5 480 80 0 0,1-270-340 0 0,-2-133-11 0 0,0-240 118 0 0,0-53 31 0 0,1-53-117 0 0,-2 59-74 0 0,-7-39 50 0 0,7-10 85 0 0,1-64-46 0 0,0 3 912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3:26.2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192 177 2072 0 0,'0'-24'2295'0'0,"-3"-89"4507"0"0,2 111-6619 0 0,1 0 0 0 0,0 1 0 0 0,0-1 0 0 0,-1 0 0 0 0,1 1 0 0 0,-1-1 0 0 0,1 0 0 0 0,-1 1 0 0 0,0-1 0 0 0,1 1 0 0 0,-1-1 0 0 0,0 1 0 0 0,0-1 0 0 0,0 1 0 0 0,0-1 0 0 0,-1 1 0 0 0,1 0 0 0 0,0 0 0 0 0,0 0 0 0 0,-1 0 0 0 0,1 0 0 0 0,-1 0 0 0 0,1 0 0 0 0,-3-1 0 0 0,1 1-48 0 0,0 0 0 0 0,0 1 0 0 0,-1-1 0 0 0,1 1 0 0 0,-1 0 0 0 0,1-1 0 0 0,0 1 0 0 0,-1 1 0 0 0,1-1 0 0 0,-1 1 0 0 0,-5 1 0 0 0,2 0-75 0 0,0 0 0 0 0,0 0 0 0 0,0 1 0 0 0,0 0 0 0 0,0 0 0 0 0,1 1 0 0 0,0 0-1 0 0,0 0 1 0 0,0 1 0 0 0,0 0 0 0 0,-5 5 0 0 0,6-2-14 0 0,0-1 0 0 0,1 1 0 0 0,1 0 0 0 0,-1 0 0 0 0,1 0 0 0 0,1 0 0 0 0,0 1-1 0 0,0-1 1 0 0,0 1 0 0 0,1-1 0 0 0,0 12 0 0 0,0-3 20 0 0,2 0-1 0 0,0 0 0 0 0,0 0 1 0 0,8 30-1 0 0,-5-36-33 0 0,-1-1 0 0 0,2 0 0 0 0,0 0 0 0 0,0 0 0 0 0,1 0 0 0 0,0-1 0 0 0,0 0 0 0 0,1 0 0 0 0,1-1 0 0 0,-1 0 0 0 0,1 0 0 0 0,17 12 0 0 0,17 20 96 0 0,-33-31-102 0 0,0 2-1 0 0,-1-1 1 0 0,-1 1 0 0 0,0 0-1 0 0,0 1 1 0 0,-1-1-1 0 0,-1 1 1 0 0,0 0 0 0 0,0 1-1 0 0,3 18 1 0 0,-5-22-14 0 0,-1 1 0 0 0,-1 0 1 0 0,0-1-1 0 0,0 1 0 0 0,-1 0 0 0 0,-1 0 0 0 0,1 0 0 0 0,-1-1 1 0 0,-1 1-1 0 0,0 0 0 0 0,0-1 0 0 0,-1 1 0 0 0,0-1 1 0 0,-8 15-1 0 0,9-21-8 0 0,0 0 1 0 0,0 0 0 0 0,0-1-1 0 0,-1 1 1 0 0,1 0-1 0 0,-1-1 1 0 0,0 1 0 0 0,0-1-1 0 0,0 0 1 0 0,0 0-1 0 0,0 0 1 0 0,0 0-1 0 0,-1-1 1 0 0,1 1 0 0 0,0-1-1 0 0,-1 0 1 0 0,0 0-1 0 0,-6 1 1 0 0,8-2-1 0 0,0 1-1 0 0,0-1 1 0 0,0 0 0 0 0,-1 0-1 0 0,1 0 1 0 0,0 0-1 0 0,0-1 1 0 0,0 1 0 0 0,-1-1-1 0 0,1 1 1 0 0,0-1 0 0 0,0 0-1 0 0,0 0 1 0 0,0 0-1 0 0,0 0 1 0 0,0 0 0 0 0,0 0-1 0 0,0 0 1 0 0,1-1 0 0 0,-1 1-1 0 0,0-1 1 0 0,1 1 0 0 0,-1-1-1 0 0,1 0 1 0 0,0 1-1 0 0,-1-1 1 0 0,1 0 0 0 0,0 0-1 0 0,0 0 1 0 0,0 0 0 0 0,0-3-1 0 0,-3-9 15 0 0,0 0 0 0 0,1-1 0 0 0,1 0 0 0 0,1 0 0 0 0,0-28 0 0 0,11-74 18 0 0,-9 108-37 0 0,1 1 1 0 0,0 0 0 0 0,0-1 0 0 0,1 1-1 0 0,0 0 1 0 0,1 0 0 0 0,-1 0 0 0 0,9-11-1 0 0,1 0-5 0 0,30-30-1 0 0,-30 34 10 0 0,1 0 1 0 0,-2 0-1 0 0,14-24 0 0 0,-23 32 0 0 0,0-1 1 0 0,-1 0-1 0 0,0 0 1 0 0,0 0-1 0 0,-1 0 1 0 0,0 0-1 0 0,-1 0 1 0 0,1 0 0 0 0,-3-15-1 0 0,2 1 15 0 0,0 22-24 0 0,0-1 1 0 0,0 1 0 0 0,0-1 0 0 0,0 0 0 0 0,0 1 0 0 0,0-1-1 0 0,0 0 1 0 0,0 1 0 0 0,0-1 0 0 0,0 1 0 0 0,0-1 0 0 0,0 0-1 0 0,-1 1 1 0 0,1-1 0 0 0,0 1 0 0 0,0-1 0 0 0,-1 0 0 0 0,1 1-1 0 0,0-1 1 0 0,-1 1 0 0 0,1-1 0 0 0,0 1 0 0 0,-1-1 0 0 0,1 1-1 0 0,-1 0 1 0 0,1-1 0 0 0,-1 1 0 0 0,1-1 0 0 0,-1 1 0 0 0,1 0-1 0 0,-1 0 1 0 0,1-1 0 0 0,-1 1 0 0 0,0 0 0 0 0,1 0-1 0 0,-1 0 1 0 0,1-1 0 0 0,-1 1 0 0 0,0 0 0 0 0,1 0 0 0 0,-1 0-1 0 0,0 0 1 0 0,1 0 0 0 0,-1 0 0 0 0,1 0 0 0 0,-1 0 0 0 0,0 1-1 0 0,1-1 1 0 0,-1 0 0 0 0,1 0 0 0 0,-2 1 0 0 0,-13 8-3108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3:26.9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727 84 3552 0 0,'-27'-9'1468'0'0,"-1"2"0"0"0,1 1 0 0 0,-1 1 0 0 0,-57-3 0 0 0,69 9-1145 0 0,0 0 0 0 0,0 0 0 0 0,0 2 0 0 0,0 0 0 0 0,0 1 0 0 0,1 0 0 0 0,-1 1 0 0 0,1 1 0 0 0,0 0 0 0 0,-16 10 0 0 0,7-2-104 0 0,1 2 0 0 0,0 0 0 0 0,1 1 1 0 0,1 1-1 0 0,1 1 0 0 0,0 1 0 0 0,2 1 0 0 0,0 0 1 0 0,-22 36-1 0 0,23-29-124 0 0,2 1-1 0 0,0 1 1 0 0,2 1 0 0 0,2 0 0 0 0,0 0-1 0 0,2 1 1 0 0,-6 43 0 0 0,11-38-23 0 0,1 0 0 0 0,1 1 1 0 0,2 0-1 0 0,2-1 0 0 0,14 73 0 0 0,-12-92-48 0 0,0 0 0 0 0,2 0 0 0 0,0-1 1 0 0,1 0-1 0 0,1 0 0 0 0,1 0 0 0 0,0-1 0 0 0,1-1 0 0 0,1 0 0 0 0,0 0 0 0 0,1-1 0 0 0,0 0 0 0 0,2-1 0 0 0,15 13 0 0 0,6 0 62 0 0,0-2 0 0 0,2-2 0 0 0,77 36 0 0 0,-92-49-37 0 0,1-1 0 0 0,-1-1 0 0 0,2-1 0 0 0,-1 0 0 0 0,0-2 0 0 0,1-1 0 0 0,0-1 0 0 0,40-1 0 0 0,-48-3-35 0 0,-1-1 1 0 0,0 0-1 0 0,-1-1 0 0 0,1 0 1 0 0,-1-1-1 0 0,0-1 0 0 0,0 0 1 0 0,0-1-1 0 0,-1-1 1 0 0,0 0-1 0 0,-1 0 0 0 0,1-2 1 0 0,-2 1-1 0 0,1-1 1 0 0,10-14-1 0 0,3-4 7 0 0,-2-1 0 0 0,-1-2 0 0 0,-2 0 1 0 0,33-68-1 0 0,-33 53-5 0 0,-3-1 1 0 0,-1-1-1 0 0,-2-1 0 0 0,-3 0 1 0 0,-2 0-1 0 0,-2-1 0 0 0,-2 0 1 0 0,-2-62-1 0 0,-4 91 10 0 0,-1 0 1 0 0,-1 0-1 0 0,-1 1 0 0 0,0-1 0 0 0,-2 1 0 0 0,0 0 1 0 0,-2 0-1 0 0,0 1 0 0 0,-1 0 0 0 0,-1 1 0 0 0,0-1 1 0 0,-2 2-1 0 0,0 0 0 0 0,-1 0 0 0 0,-1 1 0 0 0,0 1 1 0 0,-1 0-1 0 0,0 1 0 0 0,-2 1 0 0 0,1 0 0 0 0,-2 1 1 0 0,1 1-1 0 0,-2 0 0 0 0,1 2 0 0 0,-1 0 0 0 0,-22-6 1 0 0,8 3-15 0 0,-1 2 1 0 0,0 2 0 0 0,0 1-1 0 0,0 2 1 0 0,-52-2 0 0 0,85 7-86 0 0,0 0 1 0 0,0 0 0 0 0,0 0 0 0 0,1 0 0 0 0,-1 0 0 0 0,0 0 0 0 0,0 0 0 0 0,0 1 0 0 0,1-1 0 0 0,-1 0 0 0 0,0 1 0 0 0,0-1 0 0 0,1 1 0 0 0,-1-1 0 0 0,0 1 0 0 0,1-1 0 0 0,-2 1 0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3:29.7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3829 2088 0 0,'-8'10'11932'0'0,"16"-19"-11307"0"0,5-5-387 0 0,1 2-1 0 0,0 0 0 0 0,1 0 1 0 0,0 2-1 0 0,25-14 1 0 0,-3 2 94 0 0,110-71 228 0 0,-128 79-448 0 0,0-1 0 0 0,26-26 0 0 0,-5 3 89 0 0,26-14 72 0 0,-40 33-148 0 0,-1-2-1 0 0,-1 0 1 0 0,29-33 0 0 0,10-15 80 0 0,-39 45-117 0 0,30-39 1 0 0,-33 35-60 0 0,2 1 0 0 0,0 2-1 0 0,2 0 1 0 0,1 2 0 0 0,35-26 0 0 0,-37 30-10 0 0,-2-2 1 0 0,23-25 0 0 0,-25 24 4 0 0,2 0 1 0 0,25-19-1 0 0,-17 16 57 0 0,-1-1 1 0 0,-2-1-1 0 0,36-46 1 0 0,-47 54-28 0 0,30-34 108 0 0,99-89-1 0 0,-119 117-147 0 0,-1-1 0 0 0,41-57 0 0 0,-25 31-5 0 0,224-254 253 0 0,-69 77 151 0 0,-79 100-316 0 0,-37 43 77 0 0,-9-9-94 0 0,-59 84 51 0 0,-7 8-121 0 0,0-1 1 0 0,-1-1-1 0 0,1 1 1 0 0,-1 0-1 0 0,0-1 1 0 0,6-10 0 0 0,23-39 69 0 0,2 1 0 0 0,72-83 0 0 0,-97 124-70 0 0,182-203 288 0 0,-100 105-134 0 0,-23 26-136 0 0,40-61 8 0 0,-17 21-9 0 0,13-14 3 0 0,-62 79-17 0 0,55-60 150 0 0,-76 94-146 0 0,6-7 27 0 0,-23 25-21 0 0,-1 0 1 0 0,0 0-1 0 0,-1-1 1 0 0,1 1-1 0 0,-1-1 0 0 0,-1 0 1 0 0,0 1-1 0 0,0-1 1 0 0,1-11-1 0 0,-3 10 56 0 0,0 5-181 0 0,0 6-354 0 0,-8 23-5039 0 0,1-12 1427 0 0,0 0 0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3:30.6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292 96 3040 0 0,'0'-77'7784'0'0,"0"76"-7677"0"0,0 0-1 0 0,0 0 1 0 0,0 0 0 0 0,0 1-1 0 0,-1-1 1 0 0,1 0-1 0 0,0 0 1 0 0,-1 0-1 0 0,1 1 1 0 0,-1-1-1 0 0,1 0 1 0 0,-1 1 0 0 0,1-1-1 0 0,-1 0 1 0 0,1 1-1 0 0,-1-1 1 0 0,1 1-1 0 0,-1-1 1 0 0,0 0-1 0 0,1 1 1 0 0,-1 0 0 0 0,0-1-1 0 0,0 1 1 0 0,1-1-1 0 0,-1 1 1 0 0,0 0-1 0 0,0 0 1 0 0,0-1-1 0 0,0 1 1 0 0,1 0 0 0 0,-1 0-1 0 0,0 0 1 0 0,0 0-1 0 0,0 0 1 0 0,0 0-1 0 0,1 0 1 0 0,-1 0-1 0 0,0 0 1 0 0,0 1-1 0 0,0-1 1 0 0,0 0 0 0 0,1 0-1 0 0,-2 1 1 0 0,-3 0 193 0 0,0 1 0 0 0,0-1 0 0 0,0 1 0 0 0,0 0 0 0 0,-9 5 0 0 0,3 1-178 0 0,0 1 1 0 0,0 0-1 0 0,1 0 0 0 0,1 1 1 0 0,0 1-1 0 0,0 0 1 0 0,1 0-1 0 0,0 1 0 0 0,1 0 1 0 0,0 0-1 0 0,1 0 1 0 0,0 1-1 0 0,1 0 0 0 0,1 0 1 0 0,-4 18-1 0 0,7-27-91 0 0,-1 0-1 0 0,2-1 1 0 0,-1 1 0 0 0,0 0 0 0 0,1 0-1 0 0,0 0 1 0 0,-1-1 0 0 0,2 1-1 0 0,-1 0 1 0 0,0 0 0 0 0,1 0-1 0 0,-1-1 1 0 0,1 1 0 0 0,0 0-1 0 0,1-1 1 0 0,-1 1 0 0 0,4 6-1 0 0,-3-8-6 0 0,0 0 0 0 0,0 0 0 0 0,0 0 0 0 0,0 0 0 0 0,1 0 0 0 0,-1-1 0 0 0,1 1 0 0 0,-1-1 0 0 0,1 0 0 0 0,-1 1 0 0 0,1-1 0 0 0,0 0 0 0 0,-1-1 0 0 0,1 1 0 0 0,0 0 0 0 0,0-1 0 0 0,0 0 0 0 0,0 1 0 0 0,0-1 0 0 0,-1 0 0 0 0,1-1 0 0 0,0 1 0 0 0,5-1 0 0 0,3-2 11 0 0,-1 1-1 0 0,1-1 1 0 0,-1-1-1 0 0,0 0 0 0 0,0 0 1 0 0,0-1-1 0 0,-1 0 1 0 0,1-1-1 0 0,-1 0 1 0 0,-1-1-1 0 0,17-14 0 0 0,-19 15-36 0 0,0 1 0 0 0,-1-2 0 0 0,1 1 0 0 0,-1-1 0 0 0,0 0 0 0 0,-1 0 0 0 0,0 0 0 0 0,0-1-1 0 0,0 1 1 0 0,-1-1 0 0 0,0 0 0 0 0,0 0 0 0 0,-1 0 0 0 0,-1 0 0 0 0,1-1 0 0 0,0-8 0 0 0,-6-20-57 0 0,4 37 52 0 0,1 41-22 0 0,9 62 97 0 0,-4 139 0 0 0,-6-205-60 0 0,1-22 8 0 0,-2 0 1 0 0,0 0-1 0 0,-1 0 0 0 0,0 0 0 0 0,-1 0 1 0 0,-1-1-1 0 0,0 1 0 0 0,-11 24 1 0 0,11-32-4 0 0,-1 0 0 0 0,0 1 0 0 0,0-1 0 0 0,0-1 0 0 0,0 1 0 0 0,-1-1 0 0 0,0 0 0 0 0,-1 0 0 0 0,1-1 0 0 0,-1 0 0 0 0,0 0 0 0 0,-1-1 0 0 0,1 1 0 0 0,-1-2 0 0 0,0 1 0 0 0,0-1 0 0 0,-8 3 0 0 0,4-3 3 0 0,0 0 0 0 0,0-1 0 0 0,0 0 0 0 0,0-1-1 0 0,0-1 1 0 0,-1 1 0 0 0,-17-4 0 0 0,23 3-24 0 0,0-1 0 0 0,0-1-1 0 0,1 1 1 0 0,-1-1 0 0 0,1-1 0 0 0,-1 1 0 0 0,1-1 0 0 0,0 0 0 0 0,0 0 0 0 0,0-1-1 0 0,0 0 1 0 0,1 0 0 0 0,-1 0 0 0 0,-9-10 0 0 0,14 12-91 0 0,1 1 0 0 0,-1-1 0 0 0,0 1 0 0 0,0-1 0 0 0,0 1 0 0 0,1-1 0 0 0,-1 1 0 0 0,1-1-1 0 0,0 0 1 0 0,-1 1 0 0 0,1-1 0 0 0,0-2 0 0 0,2-20-7728 0 0,1 12 3795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3:31.4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727 31 3264 0 0,'-5'-2'449'0'0,"1"-1"0"0"0,-1 1 0 0 0,1 0 0 0 0,-1 1 0 0 0,0-1 0 0 0,-8-1 0 0 0,-9-2 150 0 0,0 1 0 0 0,0 1 1 0 0,-1 1-1 0 0,1 0 0 0 0,0 2 1 0 0,-1 1-1 0 0,1 1 1 0 0,0 1-1 0 0,0 0 0 0 0,0 2 1 0 0,0 1-1 0 0,1 0 0 0 0,0 2 1 0 0,-32 15-1 0 0,32-11-412 0 0,0 0 0 0 0,1 2-1 0 0,1 0 1 0 0,0 1-1 0 0,1 1 1 0 0,1 1 0 0 0,0 1-1 0 0,1 0 1 0 0,1 1 0 0 0,1 0-1 0 0,1 1 1 0 0,1 1 0 0 0,-14 29-1 0 0,11-14-83 0 0,2 1-1 0 0,2 0 1 0 0,1 1-1 0 0,2 0 0 0 0,-5 50 1 0 0,8-21 79 0 0,3 0 0 0 0,8 82-1 0 0,-4-115-88 0 0,3-1 0 0 0,0 1 0 0 0,2-1 1 0 0,2 0-1 0 0,20 52 0 0 0,-22-70-56 0 0,0-1 0 0 0,0 0 0 0 0,1-1 0 0 0,1 1 0 0 0,1-1 0 0 0,0-1 1 0 0,0 0-1 0 0,1 0 0 0 0,1-1 0 0 0,-1-1 0 0 0,2 0 0 0 0,0 0 1 0 0,0-2-1 0 0,18 10 0 0 0,-13-9-1 0 0,0-1-1 0 0,1-1 1 0 0,0-1 0 0 0,0 0-1 0 0,1-2 1 0 0,0 0 0 0 0,-1-1 0 0 0,1-1-1 0 0,1-1 1 0 0,37-2 0 0 0,-36-2-15 0 0,1-1 0 0 0,0-1 0 0 0,-1-1 0 0 0,0-1 0 0 0,0-1 0 0 0,-1 0 0 0 0,0-2 0 0 0,-1-1 0 0 0,25-16 0 0 0,9-9 7 0 0,-2-2-1 0 0,-2-2 0 0 0,-1-2 1 0 0,84-97-1 0 0,-112 113-17 0 0,-1 0 0 0 0,-1-1 0 0 0,-2-2 0 0 0,-1 1 0 0 0,-1-2 0 0 0,-1 0 0 0 0,-2-1 0 0 0,-1 0 0 0 0,-2-1-1 0 0,-1 0 1 0 0,7-51 0 0 0,-14 66-2 0 0,0 0-1 0 0,-1 0 0 0 0,0 0 0 0 0,-1 0 1 0 0,-1 0-1 0 0,-9-31 0 0 0,8 36 1 0 0,-1 1 0 0 0,-1 0 0 0 0,0 1 0 0 0,-1-1 0 0 0,0 1 0 0 0,0 0 0 0 0,-1 0 1 0 0,-1 1-1 0 0,1 0 0 0 0,-16-14 0 0 0,5 9 17 0 0,0 0 0 0 0,-1 2 0 0 0,0 0 0 0 0,-1 1 0 0 0,-1 1 1 0 0,1 1-1 0 0,-2 0 0 0 0,1 2 0 0 0,-1 1 0 0 0,-36-7 0 0 0,37 8 6 0 0,18 4-43 0 0,0 0 0 0 0,0 0 0 0 0,0 0 0 0 0,0 1 0 0 0,0-1 0 0 0,0 1 1 0 0,0 0-1 0 0,0-1 0 0 0,0 1 0 0 0,0 1 0 0 0,-6 0 0 0 0,3 15-2854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13:39.6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6 520 0 0,'0'0'308'0'0,"0"-2"-64"0"0,-3 2-124 0 0,3-2 16 0 0,0 0-400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8:17.0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 3 6185 0 0,'0'0'788'0'0,"-3"0"4"0"0,1 0 16 0 0,-2-1 812 0 0,-1-1 2908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8:17.0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206 186 2528 0 0,'-1'-1'172'0'0,"0"1"0"0"0,1 0 0 0 0,-1-1 0 0 0,0 1 0 0 0,0-1 0 0 0,1 1 0 0 0,-1 0 0 0 0,0-1 0 0 0,1 0 0 0 0,-1 1 0 0 0,1-1 0 0 0,-1 1 0 0 0,1-1 0 0 0,-1 0 0 0 0,1 1 0 0 0,-1-2 0 0 0,-6-5 2688 0 0,3 24-1545 0 0,1 29 1163 0 0,5 66 0 0 0,0-88-1905 0 0,1-1 0 0 0,1 0 0 0 0,1 0 0 0 0,13 38 0 0 0,-16-57-480 0 0,-1 0-1 0 0,1 0 1 0 0,0 0-1 0 0,0 0 0 0 0,0-1 1 0 0,1 1-1 0 0,-1 0 1 0 0,1-1-1 0 0,0 0 1 0 0,0 0-1 0 0,0 0 0 0 0,1 0 1 0 0,-1 0-1 0 0,0 0 1 0 0,1-1-1 0 0,0 0 0 0 0,0 0 1 0 0,0 0-1 0 0,0 0 1 0 0,0 0-1 0 0,4 0 1 0 0,-2-1-5 0 0,-1 0 1 0 0,1-1-1 0 0,-1 0 1 0 0,1 0-1 0 0,-1 0 1 0 0,0-1-1 0 0,1 0 1 0 0,-1 0-1 0 0,1 0 1 0 0,-1-1-1 0 0,0 1 1 0 0,0-1-1 0 0,0-1 1 0 0,0 1 0 0 0,0-1-1 0 0,6-4 1 0 0,3-3 0 0 0,-1-1 1 0 0,0 0 0 0 0,-1-1 0 0 0,0 0 0 0 0,-1 0-1 0 0,0-2 1 0 0,-1 1 0 0 0,8-17 0 0 0,-2 2-5 0 0,-1 0 0 0 0,-2-2 0 0 0,14-40 0 0 0,-23 58-64 0 0,0-1 1 0 0,0 0 0 0 0,-1 0 0 0 0,-1 0-1 0 0,0 0 1 0 0,-1 0 0 0 0,0 0 0 0 0,-1 0 0 0 0,-1 0-1 0 0,-2-15 1 0 0,2 24-16 0 0,1 1-1 0 0,-1 0 1 0 0,0 0-1 0 0,-1 0 1 0 0,1 0-1 0 0,0 0 1 0 0,-1 0 0 0 0,0 0-1 0 0,1 1 1 0 0,-1-1-1 0 0,0 1 1 0 0,-1-1-1 0 0,1 1 1 0 0,0-1 0 0 0,-1 1-1 0 0,1 0 1 0 0,-5-2-1 0 0,2 1 6 0 0,0 0-1 0 0,-1 1 0 0 0,0 0 1 0 0,1 0-1 0 0,-1 0 0 0 0,0 1 0 0 0,0 0 1 0 0,-11-1-1 0 0,1 1 12 0 0,-1 2-1 0 0,1 0 1 0 0,0 0-1 0 0,0 2 0 0 0,0 0 1 0 0,-19 6-1 0 0,16-3-11 0 0,1 0 0 0 0,-1 1 0 0 0,1 1 0 0 0,1 1 0 0 0,0 0 0 0 0,0 2 0 0 0,0 0 0 0 0,2 0 0 0 0,-1 2 0 0 0,1 0 0 0 0,-15 17 0 0 0,-38 53 22 0 0,60-71-29 0 0,-1 1 1 0 0,2 0-1 0 0,0 0 0 0 0,0 1 0 0 0,-8 26 1 0 0,11-25-4 0 0,1 1 0 0 0,0 0 0 0 0,1 0-1 0 0,1 0 1 0 0,0 0 0 0 0,1 0 0 0 0,1 0 0 0 0,0 0 0 0 0,5 21 0 0 0,-3-26 0 0 0,0-1 1 0 0,1 0-1 0 0,0 0 1 0 0,0 0-1 0 0,1 0 0 0 0,0-1 1 0 0,1 0-1 0 0,0 0 1 0 0,0 0-1 0 0,1-1 0 0 0,0 0 1 0 0,1 0-1 0 0,0-1 1 0 0,17 13-1 0 0,18 8 1 0 0,56 25 1 0 0,23 14 20 0 0,-105-56-8 0 0,0 2 0 0 0,-1-1 0 0 0,0 2 0 0 0,25 27 0 0 0,-31-30 12 0 0,-1 1 0 0 0,0 1-1 0 0,-1-1 1 0 0,0 1-1 0 0,-1 0 1 0 0,-1 1-1 0 0,8 22 1 0 0,-12-28-8 0 0,0-1 0 0 0,0 0 0 0 0,-1 1 0 0 0,0-1 0 0 0,-1 1 0 0 0,0-1 0 0 0,0 1 0 0 0,0-1 0 0 0,-1 1 0 0 0,0-1 0 0 0,-1 1 0 0 0,1-1 0 0 0,-2 0 0 0 0,1 0 0 0 0,-1 0 0 0 0,0 0 0 0 0,-4 8-1 0 0,-4 1 48 0 0,0-1 0 0 0,-1 0-1 0 0,0 0 1 0 0,-1-1-1 0 0,-1-1 1 0 0,0 0 0 0 0,-1-1-1 0 0,0 0 1 0 0,-1-2-1 0 0,0 0 1 0 0,-1 0 0 0 0,0-2-1 0 0,0 0 1 0 0,-1-1-1 0 0,0 0 1 0 0,-21 4 0 0 0,33-10-22 0 0,0 0 0 0 0,0-1 1 0 0,1 1-1 0 0,-1-1 0 0 0,0 0 1 0 0,0 0-1 0 0,0-1 0 0 0,-6-1 1 0 0,10 1-31 0 0,1 1 0 0 0,-1-1 0 0 0,1 0 0 0 0,-1 1 1 0 0,1-1-1 0 0,0 0 0 0 0,-1 0 0 0 0,1 0 0 0 0,0 0 0 0 0,0 0 1 0 0,-1 0-1 0 0,1 0 0 0 0,0 0 0 0 0,0-1 0 0 0,0 1 1 0 0,1 0-1 0 0,-1-1 0 0 0,0 1 0 0 0,0 0 0 0 0,1-1 0 0 0,-1 1 1 0 0,1-1-1 0 0,-1 1 0 0 0,1-3 0 0 0,-4-37 163 0 0,4 39-168 0 0,0-10-6 0 0,1-1 0 0 0,1 0 0 0 0,0 1 0 0 0,0-1 0 0 0,1 1 0 0 0,1 0 0 0 0,0 0 0 0 0,1 0 0 0 0,0 0 0 0 0,0 1 0 0 0,2-1 0 0 0,-1 2 0 0 0,1-1 0 0 0,1 1 0 0 0,16-18 0 0 0,-10 15-95 0 0,1 0-1 0 0,0 1 0 0 0,1 0 0 0 0,0 2 1 0 0,0 0-1 0 0,1 0 0 0 0,1 2 0 0 0,-1 0 1 0 0,1 1-1 0 0,24-6 0 0 0,58-12-588 0 0,114-35-1020 0 0,-184 49 1458 0 0,0-1 1 0 0,-1-2 0 0 0,0-1 0 0 0,52-36 0 0 0,-65 39 202 0 0,-1-1 0 0 0,0-1 0 0 0,-1 0-1 0 0,0-1 1 0 0,-1 0 0 0 0,-1-1 0 0 0,0 0 0 0 0,-2-1 0 0 0,0-1 0 0 0,0 1 0 0 0,-2-2 0 0 0,0 1-1 0 0,-1-1 1 0 0,-1 0 0 0 0,-1-1 0 0 0,-1 1 0 0 0,3-32 0 0 0,-2-4 85 0 0,-5-107 1 0 0,-2 144 3 0 0,0 1 1 0 0,0 0-1 0 0,-2-1 1 0 0,0 1-1 0 0,-1 0 1 0 0,-1 1-1 0 0,-1-1 1 0 0,0 1-1 0 0,-1 0 1 0 0,-12-18 0 0 0,15 29 1 0 0,0-1 0 0 0,0 1 0 0 0,0 0 0 0 0,-1 0 0 0 0,1 0 0 0 0,-1 1 0 0 0,0-1 0 0 0,-1 2 0 0 0,1-1 0 0 0,-1 1 0 0 0,1 0 0 0 0,-1 0 0 0 0,0 0 0 0 0,0 1 0 0 0,0 1 0 0 0,-1-1 0 0 0,-12 0 0 0 0,18 2-35 0 0,0 0 1 0 0,0 0-1 0 0,0 0 0 0 0,0 0 0 0 0,0 1 0 0 0,0-1 0 0 0,0 1 0 0 0,0 0 0 0 0,0-1 0 0 0,0 1 0 0 0,0 0 1 0 0,1 0-1 0 0,-1 0 0 0 0,0 0 0 0 0,1 1 0 0 0,-1-1 0 0 0,1 0 0 0 0,-1 1 0 0 0,1-1 0 0 0,-1 1 0 0 0,1-1 1 0 0,0 1-1 0 0,0 0 0 0 0,0-1 0 0 0,0 1 0 0 0,0 0 0 0 0,0 0 0 0 0,0 0 0 0 0,1 0 0 0 0,-1 2 0 0 0,-2 8 25 0 0,0 0-1 0 0,1 0 0 0 0,1 0 0 0 0,0 13 1 0 0,0-7-2 0 0,-2 79 91 0 0,4 1 1 0 0,24 168-1 0 0,35 112 78 0 0,-58-366-200 0 0,3 18 19 0 0,22 166 157 0 0,-24-174-154 0 0,-3-22-29 0 0,0 0 1 0 0,0 0-1 0 0,0 0 0 0 0,0 0 1 0 0,0 0-1 0 0,0 0 0 0 0,0 0 1 0 0,0-1-1 0 0,0 1 0 0 0,0 0 1 0 0,0 0-1 0 0,0 0 0 0 0,0 0 1 0 0,0 0-1 0 0,0 0 0 0 0,0 0 1 0 0,1 0-1 0 0,-1 0 0 0 0,0 0 1 0 0,0 0-1 0 0,0 0 0 0 0,0-1 1 0 0,0 1-1 0 0,0 0 0 0 0,0 0 1 0 0,0 0-1 0 0,0 0 0 0 0,0 0 1 0 0,0 0-1 0 0,1 0 0 0 0,-1 0 1 0 0,0 0-1 0 0,0 0 0 0 0,0 0 1 0 0,0 0-1 0 0,0 0 0 0 0,0 0 1 0 0,0 0-1 0 0,0 0 0 0 0,1 0 1 0 0,-1 0-1 0 0,0 0 0 0 0,0 0 0 0 0,0 0 1 0 0,0 0-1 0 0,0 0 0 0 0,0 0 1 0 0,0 0-1 0 0,0 1 0 0 0,0-1 1 0 0,0 0-1 0 0,0 0 0 0 0,1 0 1 0 0,-1 0-1 0 0,0 0 0 0 0,0 0 1 0 0,0 0-1 0 0,0 0 0 0 0,0 0 1 0 0,0 0-1 0 0,0 0 0 0 0,0 0 1 0 0,0 1-1 0 0,0-1 0 0 0,0 0 1 0 0,10-36 23 0 0,-6 16-20 0 0,18-82 27 0 0,-18 73-17 0 0,2 0-1 0 0,1 1 1 0 0,1-1 0 0 0,1 1-1 0 0,1 1 1 0 0,18-33-1 0 0,-25 56-2 0 0,-1 0 0 0 0,1 0 0 0 0,0 0 1 0 0,0 0-1 0 0,1 1 0 0 0,-1-1 0 0 0,1 1 0 0 0,-1 0 0 0 0,1 0 0 0 0,0 0 0 0 0,8-4 1 0 0,-10 6-2 0 0,0 1 1 0 0,0-1 0 0 0,1 1 0 0 0,-1-1 0 0 0,0 1-1 0 0,0 0 1 0 0,0 0 0 0 0,0 0 0 0 0,0 0 0 0 0,1 0-1 0 0,-1 0 1 0 0,0 1 0 0 0,0-1 0 0 0,0 1 0 0 0,0 0-1 0 0,0-1 1 0 0,0 1 0 0 0,0 0 0 0 0,0 0 0 0 0,0 0 0 0 0,0 0-1 0 0,-1 1 1 0 0,1-1 0 0 0,0 0 0 0 0,-1 1 0 0 0,1-1-1 0 0,2 4 1 0 0,9 11 85 0 0,-1 0 0 0 0,0 1 0 0 0,-1 0 1 0 0,-1 1-1 0 0,-1 0 0 0 0,0 1 0 0 0,6 19 0 0 0,36 142 607 0 0,-48-167-651 0 0,15 61 245 0 0,2 18 428 0 0,60 159 1 0 0,-77-245-689 0 0,-1-1 0 0 0,1 1-1 0 0,0-1 1 0 0,0 0 0 0 0,1 0 0 0 0,-1 0 0 0 0,1-1 0 0 0,1 1 0 0 0,7 6-1 0 0,-10-9-45 0 0,0-1-1 0 0,-1 0 0 0 0,1 0 0 0 0,0 0 0 0 0,0 0 0 0 0,0 0 1 0 0,0-1-1 0 0,-1 1 0 0 0,1-1 0 0 0,0 1 0 0 0,0-1 0 0 0,0 1 1 0 0,0-1-1 0 0,1 0 0 0 0,-1 0 0 0 0,0 0 0 0 0,0 0 0 0 0,0-1 1 0 0,0 1-1 0 0,0 0 0 0 0,0-1 0 0 0,0 0 0 0 0,-1 1 0 0 0,1-1 1 0 0,0 0-1 0 0,0 0 0 0 0,0 0 0 0 0,0 0 0 0 0,-1 0 0 0 0,1 0 1 0 0,-1-1-1 0 0,3-1 0 0 0,12-13-376 0 0,0 0-1 0 0,-1-1 1 0 0,-1-1 0 0 0,17-29-1 0 0,-14 20-3958 0 0,0-1-4141 0 0,-13 21 5564 0 0,6-7-1819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8:17.0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10 488 0 0,'0'0'-96'0'0,"0"-1"0"0"0,0-4 0 0 0,0 2 0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8:17.0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201 358 3944 0 0,'0'-25'1742'0'0,"-1"1"0"0"0,-1 0-1 0 0,-1 0 1 0 0,-8-29 0 0 0,10 46-1371 0 0,-2 0 0 0 0,1 0 1 0 0,-1 0-1 0 0,0 0 1 0 0,0 0-1 0 0,0 1 0 0 0,-1-1 1 0 0,0 1-1 0 0,-1 0 0 0 0,1 0 1 0 0,-1 1-1 0 0,0-1 0 0 0,-1 1 1 0 0,1 0-1 0 0,-1 0 0 0 0,0 1 1 0 0,-13-7-1 0 0,17 10-305 0 0,0 0-1 0 0,0 0 1 0 0,0 0-1 0 0,0 1 1 0 0,0-1-1 0 0,0 1 1 0 0,0-1-1 0 0,-1 1 1 0 0,1 0-1 0 0,0 0 1 0 0,0 0-1 0 0,0 0 1 0 0,-1 0-1 0 0,1 0 1 0 0,0 1-1 0 0,0-1 1 0 0,0 1-1 0 0,0 0 1 0 0,0-1-1 0 0,0 1 1 0 0,0 0-1 0 0,0 0 1 0 0,0 0-1 0 0,0 1 1 0 0,0-1-1 0 0,0 0 1 0 0,1 1-1 0 0,-1-1 1 0 0,0 1-1 0 0,1-1 1 0 0,0 1-1 0 0,-1 0 1 0 0,1 0-1 0 0,0 0 1 0 0,0 0-1 0 0,0 0 1 0 0,-1 2-1 0 0,-2 5-5 0 0,0 0 0 0 0,1 0 0 0 0,0 0 0 0 0,0 0 0 0 0,1 1 0 0 0,0-1 0 0 0,0 15-1 0 0,-1 164 359 0 0,5-154-357 0 0,1-1-1 0 0,2 1 0 0 0,15 51 0 0 0,-18-76-47 0 0,1-1 0 0 0,0 1 0 0 0,1-1 0 0 0,0 0 0 0 0,0 0 0 0 0,1 0 0 0 0,-1-1 0 0 0,2 1 0 0 0,-1-1 0 0 0,1-1 0 0 0,0 1 0 0 0,1-1 0 0 0,0 0 0 0 0,0 0 0 0 0,0-1-1 0 0,10 6 1 0 0,-11-8 4 0 0,1 0 0 0 0,-1-1 0 0 0,1 0 0 0 0,0 0 0 0 0,0 0 0 0 0,0-1 0 0 0,0 0 0 0 0,0 0 0 0 0,0-1-1 0 0,0 0 1 0 0,0 0 0 0 0,0 0 0 0 0,0-1 0 0 0,0 0 0 0 0,0-1 0 0 0,0 0 0 0 0,-1 0 0 0 0,1 0-1 0 0,-1-1 1 0 0,1 0 0 0 0,7-4 0 0 0,-5 2 31 0 0,0-1-1 0 0,-1 1 1 0 0,0-1-1 0 0,0-1 1 0 0,0 0-1 0 0,-1 0 1 0 0,0 0-1 0 0,0-1 1 0 0,-1 0-1 0 0,0 0 1 0 0,0-1-1 0 0,-1 1 1 0 0,8-17-1 0 0,-9 11 50 0 0,1 1-1 0 0,-2-1 1 0 0,1 0-1 0 0,-2 0 1 0 0,0 0-1 0 0,-1 0 1 0 0,0 0-1 0 0,-1 0 1 0 0,-2-16-1 0 0,-2 2 73 0 0,-1 0 0 0 0,-1 0 0 0 0,-2 0 0 0 0,-1 1 0 0 0,-1 0 0 0 0,-1 1 0 0 0,-1 0-1 0 0,-1 0 1 0 0,-22-30 0 0 0,20 35-18 0 0,-1 1-1 0 0,-18-19 1 0 0,29 33-124 0 0,0 1 0 0 0,-1 0 0 0 0,0 1 0 0 0,0-1 0 0 0,0 1-1 0 0,0 0 1 0 0,-1 0 0 0 0,0 1 0 0 0,1 0 0 0 0,-1 0 0 0 0,-13-3 0 0 0,19 6-39 0 0,0 0 1 0 0,1 0-1 0 0,-1 0 1 0 0,0 0-1 0 0,0 0 1 0 0,0 0-1 0 0,0 0 0 0 0,1 0 1 0 0,-1 0-1 0 0,0 0 1 0 0,0 0-1 0 0,0 0 1 0 0,1 1-1 0 0,-1-1 1 0 0,0 0-1 0 0,0 1 0 0 0,1-1 1 0 0,-1 1-1 0 0,0-1 1 0 0,0 1-1 0 0,1-1 1 0 0,-1 1-1 0 0,1-1 1 0 0,-1 1-1 0 0,0-1 0 0 0,0 2 1 0 0,0 0-38 0 0,0 0 0 0 0,0 0 1 0 0,0 1-1 0 0,1-1 0 0 0,-1 0 0 0 0,0 1 1 0 0,1-1-1 0 0,-1 0 0 0 0,1 4 0 0 0,0 6-251 0 0,0-1-1 0 0,1 0 1 0 0,2 12-1 0 0,5 10-1984 0 0,-3-20-1062 0 0,0 0-1 0 0,1-1 1 0 0,12 22-1 0 0,-1-11-1633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8:17.0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0 194 4024 0 0,'0'0'746'0'0,"0"18"2536"0"0,9 197 3847 0 0,1-1-430 0 0,-18-274-5330 0 0,8 58-1355 0 0,-3-218 884 0 0,5 183-772 0 0,1 1 0 0 0,2 0 0 0 0,1 0 0 0 0,12-35 1 0 0,-16 63-105 0 0,1 0 0 0 0,0 0 0 0 0,1 1 1 0 0,-1 0-1 0 0,2-1 0 0 0,-1 1 1 0 0,1 1-1 0 0,0-1 0 0 0,0 1 0 0 0,0-1 1 0 0,1 2-1 0 0,0-1 0 0 0,0 1 0 0 0,1-1 1 0 0,0 2-1 0 0,0-1 0 0 0,0 1 1 0 0,0 0-1 0 0,0 1 0 0 0,1-1 0 0 0,0 1 1 0 0,0 1-1 0 0,0 0 0 0 0,0 0 0 0 0,0 0 1 0 0,14 0-1 0 0,-2 0-133 0 0,0 0 0 0 0,1 2-1 0 0,-1 0 1 0 0,22 3 0 0 0,-2 6-2943 0 0,-1 4-4124 0 0,-16-2 2310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8:17.0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65 275 3768 0 0,'-3'-53'3048'0'0,"-2"0"0"0"0,-19-86-1 0 0,14 112-645 0 0,3 24-429 0 0,0 16-590 0 0,4 6-425 0 0,0 1 1 0 0,1 0-1 0 0,2 32 1 0 0,-1-12-489 0 0,29 730 2926 0 0,-3-610-3140 0 0,-8-61-1614 0 0,-14-93-2005 0 0,-5-26-8692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8:17.0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41 137 4496 0 0,'-14'-2'2572'0'0,"-7"1"2233"0"0,20 1-4713 0 0,1 1 1 0 0,-1-1 0 0 0,1 1-1 0 0,-1-1 1 0 0,1 1 0 0 0,0-1-1 0 0,-1 1 1 0 0,1-1 0 0 0,0 1-1 0 0,-1 0 1 0 0,1-1 0 0 0,0 1 0 0 0,0 0-1 0 0,0-1 1 0 0,-1 1 0 0 0,1 0-1 0 0,0-1 1 0 0,0 1 0 0 0,0 0-1 0 0,0-1 1 0 0,0 1 0 0 0,0 0-1 0 0,0-1 1 0 0,1 1 0 0 0,-1 0 0 0 0,0-1-1 0 0,0 1 1 0 0,0-1 0 0 0,1 1-1 0 0,-1 0 1 0 0,0-1 0 0 0,1 1-1 0 0,-1-1 1 0 0,1 2 0 0 0,1 3 252 0 0,1 0-1 0 0,0-1 1 0 0,0 1 0 0 0,0-1 0 0 0,1 0 0 0 0,0 0 0 0 0,-1 0-1 0 0,1 0 1 0 0,0 0 0 0 0,1-1 0 0 0,-1 0 0 0 0,1 0 0 0 0,7 4-1 0 0,11 5 922 0 0,37 12-1 0 0,-53-21-1019 0 0,59 22 162 0 0,-2 3-1 0 0,-1 2 1 0 0,69 46 0 0 0,-124-71-397 0 0,1 0-1 0 0,-1 0 0 0 0,1-1 1 0 0,-1 0-1 0 0,1 0 1 0 0,1-1-1 0 0,-1-1 0 0 0,0 1 1 0 0,1-1-1 0 0,-1-1 0 0 0,1 0 1 0 0,11 0-1 0 0,-16-1-3 0 0,0-1 0 0 0,0 1-1 0 0,0-1 1 0 0,-1-1 0 0 0,1 1-1 0 0,0 0 1 0 0,-1-1 0 0 0,1 0 0 0 0,-1 0-1 0 0,0-1 1 0 0,0 1 0 0 0,0-1-1 0 0,0 0 1 0 0,0 0 0 0 0,0 0 0 0 0,-1-1-1 0 0,1 1 1 0 0,-1-1 0 0 0,0 0-1 0 0,0 1 1 0 0,-1-1 0 0 0,1-1-1 0 0,-1 1 1 0 0,0 0 0 0 0,3-9 0 0 0,2-9 86 0 0,-1-1 1 0 0,-1 0 0 0 0,-2 0 0 0 0,0 0-1 0 0,-1-1 1 0 0,-2 1 0 0 0,0-1 0 0 0,-1 1-1 0 0,-2 0 1 0 0,-8-41 0 0 0,9 58-55 0 0,1 1-1 0 0,-1 0 1 0 0,0 0-1 0 0,0 0 1 0 0,-1 0-1 0 0,1 1 1 0 0,-1-1-1 0 0,0 1 1 0 0,0-1 0 0 0,-1 1-1 0 0,1 0 1 0 0,-7-5-1 0 0,8 7-20 0 0,0 1-1 0 0,0-1 1 0 0,0 1-1 0 0,-1 0 1 0 0,1-1-1 0 0,-1 1 1 0 0,1 0-1 0 0,-1 0 1 0 0,1 1-1 0 0,-1-1 1 0 0,1 1-1 0 0,-1-1 1 0 0,0 1-1 0 0,1 0 1 0 0,-1 0-1 0 0,0 0 1 0 0,1 0-1 0 0,-1 0 1 0 0,0 1 0 0 0,1-1-1 0 0,-1 1 1 0 0,1-1-1 0 0,-1 1 1 0 0,0 0-1 0 0,1 0 1 0 0,-4 3-1 0 0,-1 0 13 0 0,0 0 0 0 0,0 1 0 0 0,0 0 0 0 0,1 0 0 0 0,0 1 0 0 0,0 0 0 0 0,1 0-1 0 0,0 0 1 0 0,0 1 0 0 0,-8 11 0 0 0,7-5-6 0 0,0-1 1 0 0,1 1-1 0 0,0 0 0 0 0,0 1 0 0 0,-3 24 0 0 0,3-6 1 0 0,2 0 1 0 0,2 1-1 0 0,0 0 0 0 0,8 53 0 0 0,-4-63-14 0 0,1 0 0 0 0,1-1 1 0 0,1 1-1 0 0,1-1 0 0 0,0 0 0 0 0,2-1 0 0 0,1 0 0 0 0,1-1 0 0 0,15 25 0 0 0,-19-36-3 0 0,0 0-1 0 0,0 0 0 0 0,1 0 0 0 0,0-1 0 0 0,0 0 0 0 0,1-1 0 0 0,0 0 0 0 0,0 0 0 0 0,1-1 0 0 0,0 0 0 0 0,0 0 0 0 0,0-2 1 0 0,1 1-1 0 0,-1-1 0 0 0,1 0 0 0 0,0-1 0 0 0,0-1 0 0 0,1 0 0 0 0,-1 0 0 0 0,18 0 0 0 0,-18-3 0 0 0,0 0 0 0 0,0-1 0 0 0,0 0 0 0 0,0-1 0 0 0,0 0 0 0 0,-1-1 0 0 0,1 0 0 0 0,-1-1 0 0 0,0 0 0 0 0,-1 0-1 0 0,1-1 1 0 0,-1-1 0 0 0,0 1 0 0 0,0-1 0 0 0,-1-1 0 0 0,12-13 0 0 0,3-5 10 0 0,-1-2-1 0 0,0-1 1 0 0,30-58-1 0 0,-31 49-6 0 0,-3-1-1 0 0,-1-1 1 0 0,-2 0 0 0 0,-2-1-1 0 0,-1-1 1 0 0,9-74 0 0 0,-20 113-11 0 0,-1 0 1 0 0,0 0-1 0 0,0 0 1 0 0,0 0-1 0 0,0 0 1 0 0,0 0 0 0 0,-1 0-1 0 0,0 0 1 0 0,1 0-1 0 0,-1 0 1 0 0,0 0-1 0 0,-1 0 1 0 0,1 0 0 0 0,0 1-1 0 0,-1-1 1 0 0,-2-4-1 0 0,3 7 1 0 0,0-1 0 0 0,0 0 0 0 0,0 0-1 0 0,1 1 1 0 0,-1-1 0 0 0,0 1 0 0 0,0-1-1 0 0,0 1 1 0 0,0-1 0 0 0,0 1 0 0 0,0-1-1 0 0,0 1 1 0 0,0 0 0 0 0,0 0-1 0 0,0-1 1 0 0,0 1 0 0 0,0 0 0 0 0,0 0-1 0 0,-2 0 1 0 0,1 1 0 0 0,0-1 0 0 0,0 1 0 0 0,0 0-1 0 0,0-1 1 0 0,0 1 0 0 0,0 0 0 0 0,0 0-1 0 0,0 1 1 0 0,0-1 0 0 0,0 0 0 0 0,1 0 0 0 0,-1 1-1 0 0,-1 1 1 0 0,-1 1 0 0 0,-1 1 0 0 0,2 0 0 0 0,-1 0 0 0 0,1 0-1 0 0,-1 0 1 0 0,1 0 0 0 0,1 1 0 0 0,-1-1 0 0 0,1 1 0 0 0,0 0-1 0 0,0 0 1 0 0,1 0 0 0 0,-1 0 0 0 0,1 0 0 0 0,1 0 0 0 0,-1 0-1 0 0,1 0 1 0 0,0 0 0 0 0,0 0 0 0 0,1 0 0 0 0,0 0 0 0 0,0 0-1 0 0,1 0 1 0 0,-1 0 0 0 0,1 0 0 0 0,0 0 0 0 0,5 8 0 0 0,0 0 1 0 0,0 0 0 0 0,2-1 0 0 0,-1 0 1 0 0,2 0-1 0 0,-1-1 0 0 0,2 0 0 0 0,0 0 1 0 0,0-1-1 0 0,23 16 0 0 0,28 13 25 0 0,-44-30 18 0 0,0 1 0 0 0,0 1 0 0 0,-1 0 1 0 0,-1 1-1 0 0,0 1 0 0 0,18 22 0 0 0,-32-34-27 0 0,0 1 1 0 0,0-1-1 0 0,-1 1 1 0 0,1-1-1 0 0,-1 1 0 0 0,1 0 1 0 0,-1-1-1 0 0,0 1 1 0 0,0 0-1 0 0,0 0 0 0 0,-1 0 1 0 0,1 0-1 0 0,-1 0 1 0 0,1 0-1 0 0,-1 0 1 0 0,0 0-1 0 0,0 0 0 0 0,-1 0 1 0 0,1 0-1 0 0,-2 5 1 0 0,1-4 12 0 0,-1 0 1 0 0,0 1-1 0 0,-1-1 1 0 0,1 0-1 0 0,-1 0 1 0 0,0 0-1 0 0,0-1 1 0 0,0 1-1 0 0,0-1 1 0 0,-1 0 0 0 0,-6 6-1 0 0,-6 1-26 0 0,1 0 0 0 0,-1-1 0 0 0,0-1 0 0 0,-1-1 0 0 0,-29 9 0 0 0,37-13-856 0 0,-17 5 991 0 0,18-7-3912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8:17.0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 41 4552 0 0,'-14'-27'6591'0'0,"4"13"-3455"0"0,5 22 267 0 0,4 29-242 0 0,14 252 2311 0 0,11 454-1494 0 0,-24-724-3876 0 0,3 60 206 0 0,-3-78-315 0 0,0-1 0 0 0,-1 0-1 0 0,1 1 1 0 0,0-1 0 0 0,0 0-1 0 0,0 1 1 0 0,0-1 0 0 0,0 0-1 0 0,0 1 1 0 0,0-1-1 0 0,0 0 1 0 0,0 1 0 0 0,0-1-1 0 0,1 0 1 0 0,-1 1 0 0 0,0-1-1 0 0,0 0 1 0 0,0 1 0 0 0,0-1-1 0 0,0 0 1 0 0,1 1-1 0 0,-1-1 1 0 0,0 0 0 0 0,0 0-1 0 0,0 1 1 0 0,1-1 0 0 0,-1 0-1 0 0,0 0 1 0 0,0 1 0 0 0,1-1-1 0 0,-1 0 1 0 0,0 0 0 0 0,1 0-1 0 0,-1 1 1 0 0,0-1-1 0 0,1 0 1 0 0,6-12-512 0 0,4-22-415 0 0,-3-16-1041 0 0,0-69-14003 0 0,-11 75 10470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8:17.0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 52 5200 0 0,'-10'0'9009'0'0,"31"1"-6146"0"0,38 0-1271 0 0,73-6 1719 0 0,-53 1-1784 0 0,45-2 282 0 0,-42-1-3868 0 0,-14-3-2726 0 0,0-3-3573 0 0,-33 5 3305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8:17.0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243 1033 1200 0 0,'-2'-2'131'0'0,"1"-1"0"0"0,0 0 0 0 0,0 1 0 0 0,0-1 0 0 0,0 0 0 0 0,1 1-1 0 0,-1-1 1 0 0,1 0 0 0 0,0 0 0 0 0,0-5 0 0 0,-1 4 52 0 0,-15-85 2120 0 0,6 44-1152 0 0,1 7 579 0 0,-23-57-1 0 0,-6-27-444 0 0,5-58 412 0 0,8 34 582 0 0,16 112-850 0 0,9 34-1411 0 0,0 0-1 0 0,0 0 0 0 0,0-1 1 0 0,0 1-1 0 0,0 0 1 0 0,0 0-1 0 0,0 0 0 0 0,-1 0 1 0 0,1 0-1 0 0,0 0 1 0 0,0 0-1 0 0,0 0 1 0 0,0 0-1 0 0,0-1 0 0 0,0 1 1 0 0,0 0-1 0 0,0 0 1 0 0,0 0-1 0 0,0 0 0 0 0,0 0 1 0 0,0 0-1 0 0,0 0 1 0 0,0 0-1 0 0,-1 0 0 0 0,1 0 1 0 0,0 0-1 0 0,0 0 1 0 0,0 0-1 0 0,0 0 1 0 0,0 0-1 0 0,0 0 0 0 0,0-1 1 0 0,0 1-1 0 0,0 0 1 0 0,-1 0-1 0 0,1 0 0 0 0,0 0 1 0 0,0 0-1 0 0,0 0 1 0 0,0 0-1 0 0,0 1 0 0 0,0-1 1 0 0,0 0-1 0 0,0 0 1 0 0,-1 0-1 0 0,1 0 1 0 0,0 0-1 0 0,0 0 0 0 0,0 0 1 0 0,0 0-1 0 0,0 0 1 0 0,0 0-1 0 0,0 0 0 0 0,0 0 1 0 0,0 0-1 0 0,0 0 1 0 0,-1 0-1 0 0,1 0 0 0 0,0 0 1 0 0,0 1-1 0 0,0-1 1 0 0,0 0-1 0 0,0 0 1 0 0,0 0-1 0 0,0 0 0 0 0,0 0 1 0 0,-3 20 649 0 0,11 681 4517 0 0,7-238-4005 0 0,-15-461-1173 0 0,0 1 1 0 0,1-1-1 0 0,-1 0 0 0 0,-1 0 0 0 0,1 0 1 0 0,0 0-1 0 0,-1 1 0 0 0,1-1 1 0 0,-1 0-1 0 0,1 0 0 0 0,-1 0 1 0 0,0 0-1 0 0,-1 2 0 0 0,2-4-6 0 0,-1 1 0 0 0,1-1 0 0 0,0 0 0 0 0,0 0 0 0 0,-1 0 0 0 0,1 0 0 0 0,0 0 0 0 0,0 0 0 0 0,0 0 0 0 0,-1 0-1 0 0,1 0 1 0 0,0 0 0 0 0,0 0 0 0 0,-1 0 0 0 0,1 0 0 0 0,0 0 0 0 0,0 0 0 0 0,-1 0 0 0 0,1 0 0 0 0,0-1 0 0 0,0 1 0 0 0,0 0 0 0 0,-1 0 0 0 0,1 0 0 0 0,0 0 0 0 0,0 0 0 0 0,0 0-1 0 0,-1-1 1 0 0,1 1 0 0 0,0 0 0 0 0,0 0 0 0 0,0 0 0 0 0,0 0 0 0 0,0-1 0 0 0,-1 1 0 0 0,-9-18-46 0 0,3-3-21 0 0,0 0 1 0 0,2 0-1 0 0,0 0 1 0 0,-2-24-1 0 0,-3-90-229 0 0,9 120 265 0 0,-9-209-595 0 0,24-303 1 0 0,-11 492 568 0 0,2 0 1 0 0,2 0-1 0 0,1 0 0 0 0,1 1 0 0 0,23-53 1 0 0,-27 75 58 0 0,1 1 0 0 0,1 0 0 0 0,0 0 0 0 0,0 1 0 0 0,1-1 0 0 0,0 2 0 0 0,1-1 0 0 0,12-9 0 0 0,-14 14 19 0 0,0 0 1 0 0,0 0-1 0 0,0 1 1 0 0,1 0-1 0 0,0 0 1 0 0,0 1-1 0 0,0 0 1 0 0,0 0-1 0 0,0 1 1 0 0,1 0-1 0 0,-1 0 1 0 0,1 1-1 0 0,12 0 1 0 0,-14 1 15 0 0,0 0 0 0 0,0 1 0 0 0,1-1 0 0 0,-1 2 0 0 0,0-1 0 0 0,0 1 0 0 0,0 0 0 0 0,0 0 0 0 0,-1 1 0 0 0,1 0 0 0 0,0 0 0 0 0,-1 1 0 0 0,11 7 0 0 0,-10-5 16 0 0,0 1-1 0 0,0 0 1 0 0,0 0 0 0 0,0 0 0 0 0,-1 1 0 0 0,-1 0-1 0 0,1 1 1 0 0,-2-1 0 0 0,6 12 0 0 0,-3-2 32 0 0,-1-1 0 0 0,0 1 0 0 0,-1 0 0 0 0,-2 0 0 0 0,0 1 0 0 0,0-1 0 0 0,-2 1 0 0 0,0-1 0 0 0,-1 1 0 0 0,-4 23 0 0 0,-1-13 20 0 0,-2 1 1 0 0,0-1 0 0 0,-3-1 0 0 0,0 0 0 0 0,-1 0 0 0 0,-28 46 0 0 0,-110 144 91 0 0,9-15-2332 0 0,127-181-17 0 0,-23 43-9522 0 0,30-52 6837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8:17.0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372 589 4896 0 0,'-8'-7'728'0'0,"0"0"0"0"0,0 0 0 0 0,-1 1-1 0 0,0 0 1 0 0,0 0 0 0 0,0 1-1 0 0,-1 0 1 0 0,1 1 0 0 0,-1 0 0 0 0,-1 0-1 0 0,1 1 1 0 0,-18-3 0 0 0,23 6-536 0 0,-1 0 0 0 0,1 0 1 0 0,0 1-1 0 0,0 0 1 0 0,0 0-1 0 0,-1 0 0 0 0,1 1 1 0 0,1 0-1 0 0,-1 0 1 0 0,0 0-1 0 0,0 0 0 0 0,1 1 1 0 0,-1 0-1 0 0,1 0 1 0 0,0 0-1 0 0,0 0 0 0 0,0 1 1 0 0,0 0-1 0 0,-6 7 1 0 0,-4 7 437 0 0,1 0 0 0 0,0 1 1 0 0,-12 24-1 0 0,14-22-363 0 0,1 1-1 0 0,1 0 1 0 0,0 1 0 0 0,2 0 0 0 0,1 0-1 0 0,0 0 1 0 0,2 1 0 0 0,1 0 0 0 0,1 0-1 0 0,1 35 1 0 0,1-55-249 0 0,0 0 0 0 0,0-1 0 0 0,1 1 0 0 0,0 0 0 0 0,0 0 0 0 0,0 0 0 0 0,0 0 0 0 0,0-1 0 0 0,1 1 0 0 0,0-1 0 0 0,0 1 0 0 0,0-1 0 0 0,0 1 0 0 0,0-1-1 0 0,1 0 1 0 0,-1 0 0 0 0,1 0 0 0 0,0-1 0 0 0,0 1 0 0 0,0-1 0 0 0,0 1 0 0 0,6 3 0 0 0,-4-5-7 0 0,-1 1-1 0 0,0-1 0 0 0,1 0 1 0 0,-1 0-1 0 0,1-1 1 0 0,0 1-1 0 0,-1-1 1 0 0,1 0-1 0 0,-1 0 1 0 0,1-1-1 0 0,-1 1 1 0 0,1-1-1 0 0,-1 0 0 0 0,1 0 1 0 0,-1 0-1 0 0,1-1 1 0 0,-1 0-1 0 0,0 0 1 0 0,6-3-1 0 0,0-2-3 0 0,0 1 1 0 0,0-2-1 0 0,-1 1 0 0 0,1-1 0 0 0,-2-1 0 0 0,1 0 1 0 0,-1 0-1 0 0,-1-1 0 0 0,0 1 0 0 0,0-2 0 0 0,-1 1 1 0 0,0-1-1 0 0,-1 0 0 0 0,0 0 0 0 0,-1 0 1 0 0,6-21-1 0 0,0-14 9 0 0,-2 0 1 0 0,5-92-1 0 0,-12 114-12 0 0,1-74 52 0 0,-3 162 274 0 0,-2 3-89 0 0,8 67 0 0 0,-4-114-180 0 0,2-1 0 0 0,0 1 0 0 0,1-1 1 0 0,1 0-1 0 0,0 0 0 0 0,2-1 0 0 0,0 0 0 0 0,16 28 0 0 0,-17-38-49 0 0,-1-1-1 0 0,1-1 0 0 0,0 1 0 0 0,1-1 1 0 0,-1 0-1 0 0,1 0 0 0 0,0-1 0 0 0,1 0 1 0 0,-1 0-1 0 0,1-1 0 0 0,0 0 0 0 0,0 0 0 0 0,1-1 1 0 0,-1 0-1 0 0,1 0 0 0 0,-1-1 0 0 0,1 0 1 0 0,0-1-1 0 0,0 0 0 0 0,0 0 0 0 0,14-1 1 0 0,-11-1-76 0 0,0 0 0 0 0,1 0 0 0 0,-1-1 0 0 0,0 0 0 0 0,0-1 0 0 0,0-1 1 0 0,0 0-1 0 0,0 0 0 0 0,-1-1 0 0 0,0-1 0 0 0,0 0 0 0 0,0 0 0 0 0,-1-1 1 0 0,19-16-1 0 0,-19 11-20 0 0,0-1 1 0 0,-1 1 0 0 0,0-2 0 0 0,-1 1-1 0 0,-1-1 1 0 0,0 0 0 0 0,-1-1-1 0 0,7-25 1 0 0,1-13-136 0 0,-2-1 1 0 0,-3 0-1 0 0,4-85 0 0 0,-9 96 125 0 0,6-103 9 0 0,-7-155-1 0 0,-6 276 256 0 0,0 18 29 0 0,-3 15 46 0 0,2 8-100 0 0,1 1 0 0 0,0-1 0 0 0,1 1-1 0 0,1 0 1 0 0,0 20 0 0 0,0 7 90 0 0,-3 81 402 0 0,5 1 0 0 0,26 187-1 0 0,-22-277-708 0 0,2 0 0 0 0,2-1-1 0 0,1 0 1 0 0,2-1 0 0 0,18 38-1 0 0,-13-49-1132 0 0,-7-16-3129 0 0,-7-26-11669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8:17.0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69 72 5184 0 0,'-69'-16'7714'0'0,"105"14"-2194"0"0,33-4-3830 0 0,138-7 2089 0 0,-69 2-4306 0 0,-23 2-3702 0 0,0 0-4845 0 0,-56 3 4053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8:17.0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114 342 4080 0 0,'-4'-19'1129'0'0,"1"0"0"0"0,-2-33 0 0 0,0-6 331 0 0,1 26-601 0 0,-10-50 1042 0 0,12 73-1434 0 0,-1 0 0 0 0,1 1 0 0 0,-1-1 0 0 0,-1 1-1 0 0,0-1 1 0 0,-7-11 0 0 0,10 20-401 0 0,1-1 0 0 0,0 1-1 0 0,0-1 1 0 0,0 1-1 0 0,-1-1 1 0 0,1 1 0 0 0,0 0-1 0 0,-1-1 1 0 0,1 1-1 0 0,0-1 1 0 0,-1 1 0 0 0,1 0-1 0 0,0-1 1 0 0,-1 1-1 0 0,1 0 1 0 0,-1 0 0 0 0,1-1-1 0 0,-1 1 1 0 0,1 0-1 0 0,0 0 1 0 0,-1 0 0 0 0,1 0-1 0 0,-1-1 1 0 0,1 1-1 0 0,-1 0 1 0 0,1 0 0 0 0,-1 0-1 0 0,1 0 1 0 0,-1 0-1 0 0,1 0 1 0 0,-1 0 0 0 0,1 0-1 0 0,-1 0 1 0 0,0 1-1 0 0,-9 15 1391 0 0,1 29 242 0 0,-6 571 1561 0 0,16-412-2863 0 0,-2-74-206 0 0,3 140 290 0 0,-2-265-465 0 0,0-2-2 0 0,0 1-1 0 0,0 0 1 0 0,0-1-1 0 0,0 1 1 0 0,1 0-1 0 0,-1-1 1 0 0,1 1 0 0 0,0 0-1 0 0,0-1 1 0 0,1 1-1 0 0,-1-1 1 0 0,1 0 0 0 0,-1 1-1 0 0,1-1 1 0 0,2 3-1 0 0,-3-5-8 0 0,0-1-1 0 0,0 0 0 0 0,-1 0 1 0 0,1 0-1 0 0,0 1 0 0 0,0-1 1 0 0,0 0-1 0 0,-1 0 0 0 0,1 0 1 0 0,0 0-1 0 0,0 0 1 0 0,-1 0-1 0 0,1-1 0 0 0,0 1 1 0 0,0 0-1 0 0,-1 0 0 0 0,1-1 1 0 0,0 1-1 0 0,0 0 0 0 0,-1-1 1 0 0,1 1-1 0 0,0 0 0 0 0,-1-1 1 0 0,1 1-1 0 0,-1-1 0 0 0,1 1 1 0 0,0-1-1 0 0,-1 1 0 0 0,1-1 1 0 0,-1 0-1 0 0,1 0 1 0 0,17-22 35 0 0,-18 23-38 0 0,32-55 65 0 0,26-58 0 0 0,27-48 45 0 0,-74 144-73 0 0,1 0-1 0 0,1 0 0 0 0,0 1 0 0 0,1 1 0 0 0,1 0 0 0 0,22-18 1 0 0,-32 29-14 0 0,0 1 1 0 0,0-1 0 0 0,1 1 0 0 0,-1 1 0 0 0,1-1-1 0 0,0 1 1 0 0,0 0 0 0 0,9-2 0 0 0,-12 3-10 0 0,-1 1 0 0 0,1 0-1 0 0,0 0 1 0 0,-1 0 0 0 0,1 0 0 0 0,-1 0 0 0 0,1 0 0 0 0,0 1 0 0 0,-1-1-1 0 0,1 1 1 0 0,-1-1 0 0 0,1 1 0 0 0,-1 0 0 0 0,0 0 0 0 0,1 1 0 0 0,-1-1 0 0 0,0 0-1 0 0,0 1 1 0 0,0-1 0 0 0,0 1 0 0 0,0 0 0 0 0,0-1 0 0 0,0 1 0 0 0,2 3-1 0 0,2 6 58 0 0,1 0-1 0 0,-2 0 1 0 0,0 1-1 0 0,0-1 0 0 0,-1 1 1 0 0,0 0-1 0 0,-1 1 1 0 0,-1-1-1 0 0,0 0 0 0 0,1 15 1 0 0,-1 138 586 0 0,-2-161-640 0 0,-1 49-20 0 0,1-21-507 0 0,-1 0 0 0 0,-2 0 1 0 0,-13 60-1 0 0,15-86-749 0 0,-1 0 0 0 0,0 0 0 0 0,-1 0 0 0 0,1 0 0 0 0,-1 0 0 0 0,0-1 0 0 0,0 1 0 0 0,-1-1 0 0 0,0 0 0 0 0,1 0 0 0 0,-7 5 0 0 0,-6 1-3999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8:17.0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75 480 5344 0 0,'-8'3'812'0'0,"1"0"0"0"0,-1 0-1 0 0,1 0 1 0 0,-1 1 0 0 0,1 0-1 0 0,0 0 1 0 0,1 1 0 0 0,-9 7-1 0 0,14-12-780 0 0,1 1 0 0 0,0-1 0 0 0,0 0-1 0 0,0 0 1 0 0,0 0 0 0 0,0 0 0 0 0,0 0 0 0 0,0 0 0 0 0,0 0-1 0 0,0 0 1 0 0,0 0 0 0 0,0 1 0 0 0,0-1 0 0 0,0 0 0 0 0,0 0-1 0 0,0 0 1 0 0,0 0 0 0 0,0 0 0 0 0,0 0 0 0 0,0 1-1 0 0,0-1 1 0 0,0 0 0 0 0,0 0 0 0 0,0 0 0 0 0,0 0 0 0 0,0 0-1 0 0,0 0 1 0 0,0 0 0 0 0,0 1 0 0 0,0-1 0 0 0,0 0 0 0 0,0 0-1 0 0,0 0 1 0 0,0 0 0 0 0,0 0 0 0 0,0 0 0 0 0,0 0-1 0 0,1 0 1 0 0,-1 0 0 0 0,0 0 0 0 0,0 1 0 0 0,0-1 0 0 0,0 0-1 0 0,0 0 1 0 0,0 0 0 0 0,0 0 0 0 0,0 0 0 0 0,1 0 0 0 0,-1 0-1 0 0,0 0 1 0 0,0 0 0 0 0,0 0 0 0 0,0 0 0 0 0,0 0-1 0 0,0 0 1 0 0,0 0 0 0 0,1 0 0 0 0,-1 0 0 0 0,0 0 0 0 0,0 0-1 0 0,15 1 815 0 0,16-2 58 0 0,440-71 4614 0 0,88-10-5551 0 0,811-19 436 0 0,4 53 161 0 0,841 15 466 0 0,-1516 28-741 0 0,874-81 29 0 0,-617 22-294 0 0,25 30-105 0 0,-760 36-165 0 0,-220-2 228 0 0,-5 1-547 0 0,-2 1-3406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8:17.0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131 183 4740 0 0,'2'-53'3804'0'0,"0"33"-2188"0"0,-2 1-1 0 0,0-1 1 0 0,-1 0-1 0 0,-4-21 1 0 0,5 41-1530 0 0,0 0 0 0 0,0 0 0 0 0,0-1 0 0 0,0 1 1 0 0,0 0-1 0 0,0 0 0 0 0,0-1 0 0 0,0 1 0 0 0,0 0 1 0 0,0 0-1 0 0,0-1 0 0 0,0 1 0 0 0,0 0 1 0 0,-1 0-1 0 0,1 0 0 0 0,0-1 0 0 0,0 1 0 0 0,0 0 1 0 0,0 0-1 0 0,0 0 0 0 0,-1 0 0 0 0,1-1 1 0 0,0 1-1 0 0,0 0 0 0 0,0 0 0 0 0,-1 0 0 0 0,1 0 1 0 0,0 0-1 0 0,0 0 0 0 0,-1 0 0 0 0,1-1 1 0 0,0 1-1 0 0,0 0 0 0 0,0 0 0 0 0,-1 0 0 0 0,1 0 1 0 0,0 0-1 0 0,0 0 0 0 0,-1 0 0 0 0,1 0 0 0 0,0 0 1 0 0,0 0-1 0 0,-1 0 0 0 0,-10 9 915 0 0,-5 15-830 0 0,11-14-77 0 0,2-1 0 0 0,-1 1 0 0 0,1 1 1 0 0,1-1-1 0 0,0 0 0 0 0,-1 18 0 0 0,2-21-50 0 0,1 0 0 0 0,0-1-1 0 0,0 1 1 0 0,0-1 0 0 0,1 1 0 0 0,0 0 0 0 0,0-1 0 0 0,1 0 0 0 0,0 1 0 0 0,0-1 0 0 0,4 8 0 0 0,-3-11-7 0 0,-1 0 0 0 0,0 0 1 0 0,1-1-1 0 0,0 1 0 0 0,0-1 1 0 0,-1 0-1 0 0,1 0 0 0 0,0 0 1 0 0,1 0-1 0 0,-1-1 0 0 0,0 1 1 0 0,0-1-1 0 0,1 0 0 0 0,-1 0 1 0 0,1 0-1 0 0,-1 0 0 0 0,1-1 1 0 0,-1 1-1 0 0,1-1 0 0 0,0 0 1 0 0,-1 0-1 0 0,1 0 1 0 0,-1 0-1 0 0,1-1 0 0 0,0 0 1 0 0,-1 1-1 0 0,5-3 0 0 0,2 1 77 0 0,-1-1 1 0 0,0-1-1 0 0,0 1 0 0 0,0-1 0 0 0,0-1 1 0 0,0 0-1 0 0,-1 0 0 0 0,15-12 0 0 0,-19 13-42 0 0,0 0-1 0 0,0 0 1 0 0,-1-1-1 0 0,0 1 1 0 0,1-1-1 0 0,-1 0 0 0 0,-1 0 1 0 0,1 0-1 0 0,-1 0 1 0 0,0-1-1 0 0,0 1 1 0 0,0-1-1 0 0,-1 1 1 0 0,0-1-1 0 0,0 1 1 0 0,0-1-1 0 0,-1-10 0 0 0,0 13-32 0 0,-1-1-1 0 0,1 0 1 0 0,-1 1-1 0 0,0-1 0 0 0,0 0 1 0 0,0 1-1 0 0,0-1 0 0 0,-1 1 1 0 0,1-1-1 0 0,-1 1 1 0 0,0 0-1 0 0,0 0 0 0 0,0 0 1 0 0,-1 0-1 0 0,1 0 1 0 0,-1 0-1 0 0,1 0 0 0 0,-1 1 1 0 0,0 0-1 0 0,0-1 0 0 0,0 1 1 0 0,0 0-1 0 0,-1 0 1 0 0,1 1-1 0 0,0-1 0 0 0,-1 1 1 0 0,-4-2-1 0 0,1 1-36 0 0,-1 0 0 0 0,0 0 0 0 0,1 1 0 0 0,-1 0 1 0 0,0 0-1 0 0,0 1 0 0 0,1 0 0 0 0,-1 0 0 0 0,0 1 0 0 0,0 0 0 0 0,1 0 0 0 0,-1 1 0 0 0,1 0 0 0 0,-1 1 0 0 0,1-1 0 0 0,0 1 0 0 0,0 1 0 0 0,0-1 1 0 0,0 1-1 0 0,-7 6 0 0 0,7-4-518 0 0,0 0 1 0 0,0 0 0 0 0,1 0 0 0 0,0 1 0 0 0,0 0 0 0 0,0 1-1 0 0,-4 8 1 0 0,5-6-1320 0 0,0-1 0 0 0,1 0 1 0 0,0 1-1 0 0,0 0 0 0 0,1 0 0 0 0,-2 15 0 0 0,-1 10-3302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8:17.0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75 1 4152 0 0,'0'0'3220'0'0,"-2"24"2220"0"0,2-20-5165 0 0,0 7 685 0 0,0 1 0 0 0,0-1 0 0 0,1 1 0 0 0,1-1 0 0 0,4 17 0 0 0,-5-25-805 0 0,0 0 1 0 0,1 0-1 0 0,-1 0 0 0 0,1 0 1 0 0,0 0-1 0 0,0 0 0 0 0,0 0 1 0 0,0-1-1 0 0,0 1 1 0 0,1-1-1 0 0,-1 1 0 0 0,1-1 1 0 0,0 0-1 0 0,-1 0 0 0 0,1 0 1 0 0,0 0-1 0 0,0-1 0 0 0,0 1 1 0 0,1-1-1 0 0,-1 0 0 0 0,0 0 1 0 0,0 0-1 0 0,4 0 0 0 0,1 1 17 0 0,-1-2 0 0 0,1 1 1 0 0,0-1-1 0 0,-1 0 0 0 0,1-1 0 0 0,-1 0 0 0 0,1 0 0 0 0,-1 0 0 0 0,1-1 0 0 0,-1-1 0 0 0,13-5 0 0 0,-17 8-108 0 0,0-2 0 0 0,0 1 0 0 0,-1 0 0 0 0,1-1 0 0 0,-1 1 0 0 0,1-1 0 0 0,-1 0 0 0 0,0 1 1 0 0,1-1-1 0 0,-1 0 0 0 0,0-1 0 0 0,0 1 0 0 0,-1 0 0 0 0,1 0 0 0 0,0-1 0 0 0,-1 1 0 0 0,1-1 0 0 0,-1 0 0 0 0,0 1 0 0 0,0-1 0 0 0,0 0 1 0 0,0 0-1 0 0,-1 0 0 0 0,1 1 0 0 0,-1-1 0 0 0,1 0 0 0 0,-1 0 0 0 0,0 0 0 0 0,0 0 0 0 0,0 0 0 0 0,-1 0 0 0 0,1 0 0 0 0,-2-4 0 0 0,0 4-9 0 0,1-1 0 0 0,-1 1 0 0 0,0 0-1 0 0,0 0 1 0 0,0 0 0 0 0,-1 0-1 0 0,1 0 1 0 0,-1 0 0 0 0,1 1-1 0 0,-1-1 1 0 0,0 1 0 0 0,0 0-1 0 0,0 0 1 0 0,0 0 0 0 0,0 0 0 0 0,-1 0-1 0 0,1 1 1 0 0,-1-1 0 0 0,1 1-1 0 0,-1 0 1 0 0,-4-1 0 0 0,-4-1-34 0 0,0 1 0 0 0,-1 0 0 0 0,1 1 0 0 0,-19 0 0 0 0,23 2-299 0 0,0 0 0 0 0,0 0 0 0 0,0 0 0 0 0,0 1 1 0 0,0 0-1 0 0,-9 5 0 0 0,-39 22-9486 0 0,32-14 4291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8:17.0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62 167 4944 0 0,'-5'-7'599'0'0,"0"0"-1"0"0,1 0 1 0 0,0 0 0 0 0,0 0-1 0 0,1-1 1 0 0,-1 1-1 0 0,-2-13 1 0 0,1 5 128 0 0,-5-28 1372 0 0,2 8 777 0 0,5 31-753 0 0,2 15 604 0 0,4 28-2383 0 0,1 0-1 0 0,3 0 1 0 0,21 73 0 0 0,-15-63-197 0 0,6 30 150 0 0,4 0 0 0 0,4-1 0 0 0,52 107 0 0 0,-75-177-237 0 0,1 0-1 0 0,0 0 1 0 0,1 0-1 0 0,0 0 0 0 0,0-1 1 0 0,1 0-1 0 0,-1 0 0 0 0,16 10 1 0 0,-20-15-43 0 0,1 0 0 0 0,0-1 0 0 0,-1 1 0 0 0,1-1 1 0 0,0 0-1 0 0,0 0 0 0 0,0 0 0 0 0,0 0 0 0 0,0 0 1 0 0,0-1-1 0 0,0 1 0 0 0,0-1 0 0 0,0 0 0 0 0,1 0 0 0 0,-1 0 1 0 0,0 0-1 0 0,0-1 0 0 0,0 1 0 0 0,0-1 0 0 0,0 0 0 0 0,0 0 1 0 0,0 0-1 0 0,0 0 0 0 0,0 0 0 0 0,-1-1 0 0 0,1 1 1 0 0,0-1-1 0 0,-1 0 0 0 0,1 0 0 0 0,3-3 0 0 0,8-9 27 0 0,-1 0 0 0 0,0 0 0 0 0,-2-2-1 0 0,1 1 1 0 0,-2-2 0 0 0,0 1 0 0 0,-1-1-1 0 0,-1-1 1 0 0,12-33 0 0 0,-9 15-14 0 0,-2 0 0 0 0,-1-1 1 0 0,-1 0-1 0 0,0-42 0 0 0,-3 27-14 0 0,-7-92 0 0 0,-2 123-37 0 0,5 21 20 0 0,0 0 0 0 0,0 0 1 0 0,-1 0-1 0 0,1 0 1 0 0,0 0-1 0 0,0 0 1 0 0,0 0-1 0 0,0 0 1 0 0,-1 0-1 0 0,1 0 1 0 0,0 0-1 0 0,0 0 0 0 0,0 0 1 0 0,0 0-1 0 0,-1 1 1 0 0,1-1-1 0 0,0 0 1 0 0,0 0-1 0 0,0 0 1 0 0,0 0-1 0 0,-1 0 1 0 0,1 0-1 0 0,0 1 0 0 0,0-1 1 0 0,0 0-1 0 0,0 0 1 0 0,0 0-1 0 0,0 0 1 0 0,0 1-1 0 0,0-1 1 0 0,0 0-1 0 0,0 0 0 0 0,-1 0 1 0 0,1 0-1 0 0,0 1 1 0 0,0-1-1 0 0,0 0 1 0 0,0 0-1 0 0,0 0 1 0 0,0 1-1 0 0,0-1 1 0 0,0 0-1 0 0,0 0 0 0 0,0 0 1 0 0,1 1-1 0 0,-6 40-20 0 0,5 45 19 0 0,14 118 0 0 0,-10-178 7 0 0,1 1-1 0 0,1-1 0 0 0,1-1 1 0 0,1 1-1 0 0,2-1 0 0 0,0-1 1 0 0,2 0-1 0 0,26 42 0 0 0,-32-57 10 0 0,1 0 0 0 0,0-1 1 0 0,1 0-1 0 0,0-1 0 0 0,0 1 0 0 0,0-1 0 0 0,1-1 0 0 0,14 9 0 0 0,-19-13 4 0 0,1 0 0 0 0,-1 0 0 0 0,0 0 0 0 0,1-1-1 0 0,-1 1 1 0 0,1-1 0 0 0,-1 0 0 0 0,1-1 0 0 0,0 1-1 0 0,-1-1 1 0 0,1 0 0 0 0,0 0 0 0 0,-1 0 0 0 0,1 0-1 0 0,0-1 1 0 0,-1 0 0 0 0,1 0 0 0 0,0 0 0 0 0,-1-1 0 0 0,0 1-1 0 0,1-1 1 0 0,3-3 0 0 0,3-2 47 0 0,0-1 0 0 0,-1 0 0 0 0,0-1 0 0 0,0 0 0 0 0,-1 0 0 0 0,0-1 1 0 0,0 0-1 0 0,13-23 0 0 0,-10 12 50 0 0,-1 1 1 0 0,-1-2-1 0 0,-1 0 1 0 0,8-27-1 0 0,-9 19 32 0 0,-1 0 0 0 0,-2 0-1 0 0,0-1 1 0 0,-1-42-1 0 0,-4 54-90 0 0,-1 1 0 0 0,0 0-1 0 0,-2 0 1 0 0,0 0-1 0 0,-1 0 1 0 0,0 0 0 0 0,-2 1-1 0 0,-13-30 1 0 0,17 42-61 0 0,-1 1 1 0 0,0 1-1 0 0,1-1 1 0 0,-1 0-1 0 0,-1 1 1 0 0,1 0 0 0 0,0-1-1 0 0,-1 1 1 0 0,0 0-1 0 0,0 1 1 0 0,-6-4-1 0 0,9 5-56 0 0,0 1-1 0 0,0-1 0 0 0,0 1 1 0 0,0-1-1 0 0,-1 1 1 0 0,1-1-1 0 0,0 1 1 0 0,-1 0-1 0 0,1 0 1 0 0,0 0-1 0 0,0 0 1 0 0,-1 0-1 0 0,1 0 1 0 0,0 0-1 0 0,-1 0 1 0 0,1 0-1 0 0,0 0 0 0 0,0 1 1 0 0,-1-1-1 0 0,1 1 1 0 0,0-1-1 0 0,0 1 1 0 0,0-1-1 0 0,-1 1 1 0 0,1 0-1 0 0,0-1 1 0 0,0 1-1 0 0,0 0 1 0 0,0 0-1 0 0,0 0 0 0 0,0 0 1 0 0,1 0-1 0 0,-1 0 1 0 0,0 0-1 0 0,0 0 1 0 0,1 0-1 0 0,-1 0 1 0 0,0 0-1 0 0,1 1 1 0 0,0-1-1 0 0,-1 0 1 0 0,1 0-1 0 0,0 1 0 0 0,-1 1 1 0 0,-8 47-14507 0 0,9-33 9475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8:17.0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92 370 3776 0 0,'-26'30'3638'0'0,"15"-15"-2251"0"0,0 0-1 0 0,1 1 1 0 0,1 0 0 0 0,0 0-1 0 0,-6 19 1 0 0,15-35-1303 0 0,-1 0 0 0 0,1 1 0 0 0,0-1 0 0 0,0 0 0 0 0,0 1 0 0 0,0-1 0 0 0,0 0 0 0 0,0 0 0 0 0,1 1 0 0 0,-1-1 0 0 0,0 0 0 0 0,0 0 0 0 0,0 1 0 0 0,0-1 0 0 0,0 0 0 0 0,0 1 0 0 0,0-1 0 0 0,0 0 0 0 0,1 0 0 0 0,-1 0 0 0 0,0 1 0 0 0,0-1 0 0 0,0 0 0 0 0,1 0 0 0 0,-1 0 0 0 0,0 1 0 0 0,0-1 0 0 0,1 0 0 0 0,-1 0 0 0 0,0 0 0 0 0,0 0 0 0 0,1 0 0 0 0,-1 1 0 0 0,0-1 0 0 0,0 0 0 0 0,1 0 0 0 0,-1 0 0 0 0,0 0 0 0 0,0 0 0 0 0,1 0 0 0 0,20 1 1003 0 0,18-4-664 0 0,-12-2-324 0 0,-1-1 0 0 0,0-1 0 0 0,0-1 0 0 0,0-1 0 0 0,-1-1 1 0 0,-1-2-1 0 0,0 0 0 0 0,0-2 0 0 0,-1 0 0 0 0,-1-2 0 0 0,0 0 0 0 0,-2-1 0 0 0,0-2 1 0 0,30-33-1 0 0,-44 42-80 0 0,0 1 0 0 0,-1-1 1 0 0,0 0-1 0 0,0-1 0 0 0,-1 1 1 0 0,0-1-1 0 0,-1 0 0 0 0,0 0 1 0 0,-1 0-1 0 0,-1 0 0 0 0,2-18 1 0 0,-3 22-15 0 0,0 0 0 0 0,0 0 0 0 0,0 1 0 0 0,-1-1 0 0 0,0 0 1 0 0,0 0-1 0 0,0 1 0 0 0,-1-1 0 0 0,0 1 0 0 0,-1-1 0 0 0,1 1 0 0 0,-1 0 1 0 0,-1 0-1 0 0,1 0 0 0 0,-1 0 0 0 0,0 1 0 0 0,0 0 0 0 0,0-1 0 0 0,-1 1 1 0 0,-7-6-1 0 0,7 8-2 0 0,-1 0 0 0 0,1 1-1 0 0,-1-1 1 0 0,1 1 0 0 0,-1 0 0 0 0,0 0 0 0 0,0 1 0 0 0,0 0 0 0 0,0 0 0 0 0,0 0 0 0 0,0 1 0 0 0,0 0 0 0 0,0 0 0 0 0,0 0-1 0 0,0 1 1 0 0,0 0 0 0 0,0 0 0 0 0,0 1 0 0 0,0-1 0 0 0,-6 4 0 0 0,0-1 4 0 0,0 1 1 0 0,1 1-1 0 0,-1 0 0 0 0,1 1 1 0 0,0 0-1 0 0,0 0 0 0 0,1 1 1 0 0,-13 14-1 0 0,14-11 12 0 0,0 0-1 0 0,1 1 1 0 0,1 0 0 0 0,0 1 0 0 0,0-1-1 0 0,1 1 1 0 0,1 1 0 0 0,1-1-1 0 0,-1 1 1 0 0,2 0 0 0 0,0 0-1 0 0,1 0 1 0 0,-1 17 0 0 0,1-5 33 0 0,2 0 1 0 0,0 0-1 0 0,2-1 0 0 0,1 1 0 0 0,1 0 1 0 0,10 35-1 0 0,-8-40 7 0 0,2-1 0 0 0,0 1 1 0 0,1-1-1 0 0,1 0 0 0 0,1-1 0 0 0,0 0 0 0 0,21 24 0 0 0,-24-33-18 0 0,1-1 0 0 0,1 1 1 0 0,-1-2-1 0 0,1 1 0 0 0,1-1 0 0 0,0-1 0 0 0,0 0 0 0 0,1-1 0 0 0,-1 0 0 0 0,1 0 0 0 0,0-1 0 0 0,1-1 0 0 0,22 5 0 0 0,-22-6-15 0 0,1-2 0 0 0,-1 1-1 0 0,1-2 1 0 0,-1 0 0 0 0,1 0-1 0 0,-1-2 1 0 0,1 1 0 0 0,-1-2 0 0 0,1 0-1 0 0,-1 0 1 0 0,0-1 0 0 0,-1-1-1 0 0,1 0 1 0 0,-1-1 0 0 0,0 0 0 0 0,0-1-1 0 0,-1 0 1 0 0,1-1 0 0 0,-2 0-1 0 0,1 0 1 0 0,-1-2 0 0 0,15-16 0 0 0,-4-1-57 0 0,0-1 1 0 0,-2 0 0 0 0,-1-2-1 0 0,-1 0 1 0 0,-1-1-1 0 0,-2 0 1 0 0,-2-1 0 0 0,0-1-1 0 0,-3 0 1 0 0,0 0 0 0 0,-2-1-1 0 0,4-59 1 0 0,-3 10-133 0 0,-11 149 25 0 0,2 6 174 0 0,0 1 2 0 0,15 132 1 0 0,-13-198 4 0 0,1-1 0 0 0,-1 1 0 0 0,2-1 0 0 0,-1 1 0 0 0,1-1 0 0 0,5 9 0 0 0,11 6-1083 0 0,-18-21 758 0 0,1 1 0 0 0,-1 0-1 0 0,0-1 1 0 0,0 1 0 0 0,1-1 0 0 0,-1 1 0 0 0,0-1 0 0 0,1 0 0 0 0,-1 0 0 0 0,0 1 0 0 0,1-1-1 0 0,-1 0 1 0 0,0 0 0 0 0,1 0 0 0 0,-1 0 0 0 0,0-1 0 0 0,3 1 0 0 0,-3-1-232 0 0,0 1 0 0 0,0-1 0 0 0,0 1 0 0 0,0-1 1 0 0,-1 0-1 0 0,1 1 0 0 0,0-1 0 0 0,0 0 0 0 0,0 1 0 0 0,-1-1 1 0 0,1 0-1 0 0,0 0 0 0 0,-1 0 0 0 0,1 0 0 0 0,-1 0 0 0 0,1 0 1 0 0,0-1-1 0 0,5-10-4111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8:17.0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69 1 5064 0 0,'-5'0'861'0'0,"-4"1"3"0"0,1 2 36 0 0,-3-1 16 0 0,2-1 16 0 0,-3 7 4 0 0,7-1-4 0 0,-1 3 4 0 0,3 2 0 0 0,12 1-20 0 0,8 2-84 0 0,9 0-228 0 0,7 2-3728 0 0,5-1 0 0 0,2 2 0 0 0,-3-3-1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8:17.0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323 834 4816 0 0,'-15'-21'4246'0'0,"10"14"-3604"0"0,0 1 1 0 0,0-1-1 0 0,-1 1 0 0 0,0 1 0 0 0,-1-1 0 0 0,-9-6 1 0 0,13 10-490 0 0,0 1 1 0 0,1 0-1 0 0,-1-1 1 0 0,0 1 0 0 0,0 0-1 0 0,0 0 1 0 0,0 1-1 0 0,-1-1 1 0 0,1 1-1 0 0,0 0 1 0 0,0-1 0 0 0,0 1-1 0 0,0 1 1 0 0,0-1-1 0 0,0 0 1 0 0,-1 1-1 0 0,1-1 1 0 0,0 1 0 0 0,0 0-1 0 0,0 0 1 0 0,-3 2-1 0 0,-4 3 209 0 0,0 0 0 0 0,0 1 0 0 0,0 0-1 0 0,1 0 1 0 0,0 1 0 0 0,1 0 0 0 0,0 1 0 0 0,0 0-1 0 0,0 0 1 0 0,2 0 0 0 0,-1 1 0 0 0,-10 21 0 0 0,5-7-58 0 0,1 2 1 0 0,2-1 0 0 0,0 2-1 0 0,-8 38 1 0 0,14-49-210 0 0,0-1 1 0 0,2 1-1 0 0,-1-1 1 0 0,2 1-1 0 0,0-1 1 0 0,1 1 0 0 0,4 21-1 0 0,-5-33-73 0 0,1 0 0 0 0,0 1-1 0 0,1-1 1 0 0,-1 0 0 0 0,1 0 0 0 0,0-1-1 0 0,0 1 1 0 0,0 0 0 0 0,0 0 0 0 0,1-1-1 0 0,-1 0 1 0 0,1 1 0 0 0,0-1 0 0 0,0 0-1 0 0,0 0 1 0 0,1-1 0 0 0,-1 1-1 0 0,1-1 1 0 0,-1 1 0 0 0,1-1 0 0 0,0 0-1 0 0,0-1 1 0 0,0 1 0 0 0,0-1 0 0 0,0 1-1 0 0,0-1 1 0 0,0 0 0 0 0,0-1 0 0 0,0 1-1 0 0,1-1 1 0 0,3 0 0 0 0,4 0-19 0 0,1-1 0 0 0,-2-1 0 0 0,1 0 0 0 0,0 0 0 0 0,0-2 0 0 0,-1 1 0 0 0,1-1 0 0 0,-1-1 0 0 0,0 0 0 0 0,0-1 0 0 0,-1 0 0 0 0,0 0 0 0 0,0-1 0 0 0,0 0 0 0 0,-1-1 0 0 0,0 0 0 0 0,10-12 0 0 0,-8 8-41 0 0,-1 0 1 0 0,0-1 0 0 0,-1 0-1 0 0,0-1 1 0 0,-1 0-1 0 0,0 0 1 0 0,-1-1-1 0 0,-1 0 1 0 0,0 0 0 0 0,-1 0-1 0 0,-1-1 1 0 0,3-22-1 0 0,-5 25-27 0 0,-1 0 1 0 0,0 0-1 0 0,-1 0 0 0 0,0 0 0 0 0,-2 0 1 0 0,1 0-1 0 0,-1 0 0 0 0,-5-13 0 0 0,0 14-31 0 0,2 18 54 0 0,2 22 32 0 0,8 16 9 0 0,20 80 1 0 0,-12-63-3 0 0,36 236 29 0 0,-47-264 28 0 0,-1 0 1 0 0,-1 0 0 0 0,-1 0 0 0 0,-3 0 0 0 0,0-1 0 0 0,-2 1 0 0 0,-11 34 0 0 0,10-49 33 0 0,0-1 1 0 0,-1 1 0 0 0,-1-1 0 0 0,0-1 0 0 0,-2 0 0 0 0,-21 27-1 0 0,26-35-2 0 0,-1 0-1 0 0,-1-1 1 0 0,1 0-1 0 0,-1 0 1 0 0,0-1-1 0 0,-1 0 1 0 0,1 0-1 0 0,-1-1 1 0 0,0 0-1 0 0,-1-1 1 0 0,1 0-1 0 0,-1 0 1 0 0,-19 4-1 0 0,27-8-60 0 0,1 0-1 0 0,-1 0 1 0 0,1 0-1 0 0,-1 0 1 0 0,1 0-1 0 0,-1 0 1 0 0,1-1-1 0 0,0 1 1 0 0,-1 0-1 0 0,1-1 1 0 0,-1 1-1 0 0,1-1 1 0 0,0 0-1 0 0,-1 1 1 0 0,1-1-1 0 0,0 0 1 0 0,0 0-1 0 0,-1 0 1 0 0,1 0-1 0 0,0 0 1 0 0,0 0-1 0 0,0 0 1 0 0,0 0-1 0 0,0 0 1 0 0,1 0-1 0 0,-1-1 1 0 0,0 1-1 0 0,0 0 1 0 0,1-1-1 0 0,-1 1 1 0 0,1 0-1 0 0,-1-1 1 0 0,1 1-1 0 0,-1-4 1 0 0,-1-4 47 0 0,1 0 1 0 0,0-1-1 0 0,0 1 0 0 0,1-11 1 0 0,0 17-59 0 0,2-45-85 0 0,3 0 0 0 0,1 1 0 0 0,3 0 0 0 0,2 0-1 0 0,2 1 1 0 0,1 0 0 0 0,3 1 0 0 0,2 1 0 0 0,47-82-1 0 0,-43 91-138 0 0,1 0-1 0 0,43-45 0 0 0,74-58-603 0 0,-30 29 131 0 0,-84 82 516 0 0,-2-2-1 0 0,-1-1 1 0 0,-2-1 0 0 0,29-52 0 0 0,-37 57 115 0 0,-3-1 0 0 0,0 0 1 0 0,-1 0-1 0 0,-2-1 1 0 0,-1 0-1 0 0,6-47 0 0 0,-7 24 0 0 0,-3 1-1 0 0,-3-56 1 0 0,-1 88 41 0 0,-1 0 1 0 0,0 1 0 0 0,-1-1 0 0 0,-1 1 0 0 0,-1 0-1 0 0,-1 0 1 0 0,0 0 0 0 0,-1 1 0 0 0,-14-25-1 0 0,18 37 18 0 0,0 0 0 0 0,0 0 0 0 0,0 1 0 0 0,0-1-1 0 0,-1 1 1 0 0,1-1 0 0 0,-1 1 0 0 0,0 0 0 0 0,0 1-1 0 0,0-1 1 0 0,0 1 0 0 0,-1-1 0 0 0,1 1-1 0 0,-1 1 1 0 0,1-1 0 0 0,-1 1 0 0 0,-7-2 0 0 0,9 2 4 0 0,-1 1 1 0 0,1 0 0 0 0,-1 0 0 0 0,0 0-1 0 0,1 1 1 0 0,-1-1 0 0 0,1 1-1 0 0,-1 0 1 0 0,1 0 0 0 0,-1 0 0 0 0,1 0-1 0 0,0 1 1 0 0,0-1 0 0 0,-1 1 0 0 0,1 0-1 0 0,0 0 1 0 0,0 0 0 0 0,1 0-1 0 0,-1 1 1 0 0,0-1 0 0 0,1 1 0 0 0,-1-1-1 0 0,1 1 1 0 0,-2 4 0 0 0,-3 4 29 0 0,1 0-1 0 0,0 1 1 0 0,1-1 0 0 0,1 1 0 0 0,0 0-1 0 0,0 1 1 0 0,1-1 0 0 0,-2 25 0 0 0,1 10 93 0 0,3 50-1 0 0,1-61-70 0 0,5 110 389 0 0,39 231-1 0 0,-15-234-170 0 0,-23-118-192 0 0,2-1 0 0 0,0 0 0 0 0,21 40 0 0 0,-24-56-42 0 0,0 0 1 0 0,0 0-1 0 0,0-1 1 0 0,11 11 0 0 0,-15-17-40 0 0,-1 0 0 0 0,1 0 1 0 0,0 0-1 0 0,0 0 1 0 0,0 0-1 0 0,0 0 1 0 0,0 0-1 0 0,0 0 0 0 0,0-1 1 0 0,0 1-1 0 0,1 0 1 0 0,-1-1-1 0 0,0 1 0 0 0,0-1 1 0 0,0 0-1 0 0,1 1 1 0 0,-1-1-1 0 0,0 0 0 0 0,1 0 1 0 0,-1 1-1 0 0,0-1 1 0 0,1 0-1 0 0,-1 0 0 0 0,0-1 1 0 0,1 1-1 0 0,-1 0 1 0 0,0 0-1 0 0,0-1 0 0 0,1 1 1 0 0,-1 0-1 0 0,0-1 1 0 0,0 1-1 0 0,0-1 1 0 0,1 0-1 0 0,-1 1 0 0 0,0-1 1 0 0,0 0-1 0 0,0 0 1 0 0,0 0-1 0 0,1-1 0 0 0,5-7 24 0 0,-1 0-1 0 0,0 0 0 0 0,0 0 0 0 0,-1-1 1 0 0,0 0-1 0 0,-1 0 0 0 0,4-14 0 0 0,18-83 58 0 0,-9 30-54 0 0,-13 64-29 0 0,-1-2 2 0 0,1 0-1 0 0,1 0 0 0 0,0 0 0 0 0,1 0 1 0 0,1 1-1 0 0,0 0 0 0 0,13-18 0 0 0,-19 31-5 0 0,0 0-1 0 0,0-1 1 0 0,0 1-1 0 0,0 0 1 0 0,0 0-1 0 0,0 0 1 0 0,0 0-1 0 0,0 0 0 0 0,0 1 1 0 0,1-1-1 0 0,-1 0 1 0 0,0 0-1 0 0,0 1 1 0 0,1-1-1 0 0,-1 1 1 0 0,1-1-1 0 0,-1 1 1 0 0,0 0-1 0 0,1-1 1 0 0,-1 1-1 0 0,1 0 0 0 0,-1 0 1 0 0,3 0-1 0 0,-2 1 3 0 0,0 0 0 0 0,-1 0 0 0 0,1-1 0 0 0,0 1 0 0 0,-1 0 0 0 0,1 0 0 0 0,-1 1 0 0 0,1-1 0 0 0,-1 0 0 0 0,0 1 0 0 0,1-1 1 0 0,-1 0-1 0 0,0 1 0 0 0,0-1 0 0 0,2 4 0 0 0,1 4 18 0 0,1 0 1 0 0,-1 0-1 0 0,-1 1 1 0 0,0 0 0 0 0,3 14-1 0 0,9 107 211 0 0,-13-102-147 0 0,0 1 0 0 0,2-1 0 0 0,1 0 0 0 0,18 56 0 0 0,-22-81-85 0 0,0-1 0 0 0,1 0 0 0 0,-1 0 0 0 0,1 0 0 0 0,0 0 0 0 0,0 0 0 0 0,0 0 0 0 0,0 0 0 0 0,0-1-1 0 0,0 1 1 0 0,1-1 0 0 0,0 0 0 0 0,-1 0 0 0 0,1 1 0 0 0,0-2 0 0 0,0 1 0 0 0,0 0 0 0 0,0-1 0 0 0,5 3 0 0 0,-3-3-37 0 0,-1-1-1 0 0,0 1 1 0 0,0-1-1 0 0,1 0 1 0 0,-1 0-1 0 0,0-1 1 0 0,1 1-1 0 0,-1-1 1 0 0,0 0-1 0 0,0 0 1 0 0,0 0 0 0 0,0 0-1 0 0,7-4 1 0 0,2-2-120 0 0,0-1 1 0 0,-1 0 0 0 0,0 0-1 0 0,0-1 1 0 0,-1-1 0 0 0,0 0 0 0 0,16-20-1 0 0,-6 1-103 0 0,-1-2 0 0 0,-1 0-1 0 0,-2-2 1 0 0,-1 1 0 0 0,-2-2-1 0 0,16-55 1 0 0,40-217-812 0 0,-68 296 1048 0 0,-2 8 20 0 0,9-40 67 0 0,-2 0 1 0 0,-2-1-1 0 0,-1-65 0 0 0,-3 107-36 0 0,-1-1 0 0 0,0 1-1 0 0,0 0 1 0 0,0-1-1 0 0,-1 1 1 0 0,1 0-1 0 0,0-1 1 0 0,0 1 0 0 0,-1 0-1 0 0,1 0 1 0 0,-1-1-1 0 0,1 1 1 0 0,-1 0 0 0 0,0 0-1 0 0,1-1 1 0 0,-2 0-1 0 0,1 2-5 0 0,1 0-1 0 0,-1 0 1 0 0,1 0 0 0 0,-1 0-1 0 0,1 0 1 0 0,-1 0 0 0 0,1 0-1 0 0,-1 0 1 0 0,1 0-1 0 0,-1 1 1 0 0,1-1 0 0 0,-1 0-1 0 0,1 0 1 0 0,0 1-1 0 0,-1-1 1 0 0,1 0 0 0 0,-1 1-1 0 0,1-1 1 0 0,0 0 0 0 0,-1 1-1 0 0,1-1 1 0 0,0 0-1 0 0,0 1 1 0 0,-1-1 0 0 0,1 1-1 0 0,0-1 1 0 0,0 1-1 0 0,-1 0 1 0 0,-2 5 120 0 0,0 0-1 0 0,0 0 1 0 0,0 0 0 0 0,1 1-1 0 0,-2 8 1 0 0,-4 61 532 0 0,2 1-1 0 0,10 145 1 0 0,-3-196-581 0 0,2 51 264 0 0,4 0 0 0 0,3-1 0 0 0,3 0 0 0 0,45 144 0 0 0,-58-219-354 0 0,1-1-1 0 0,-1 1 1 0 0,0 0 0 0 0,0-1 0 0 0,0 1-1 0 0,0 0 1 0 0,0-1 0 0 0,1 1-1 0 0,-1-1 1 0 0,0 1 0 0 0,1 0-1 0 0,-1-1 1 0 0,0 1 0 0 0,1-1 0 0 0,-1 1-1 0 0,1-1 1 0 0,-1 1 0 0 0,1-1-1 0 0,-1 1 1 0 0,1-1 0 0 0,-1 1 0 0 0,1-1-1 0 0,-1 0 1 0 0,1 1 0 0 0,0-1-1 0 0,-1 0 1 0 0,1 0 0 0 0,-1 1 0 0 0,1-1-1 0 0,0 0 1 0 0,-1 0 0 0 0,1 0-1 0 0,1 0 1 0 0,-1-1-32 0 0,1 1 0 0 0,-1-1 0 0 0,0 0 0 0 0,1 0 1 0 0,-1 0-1 0 0,0 0 0 0 0,0 0 0 0 0,0 0 0 0 0,0-1 0 0 0,0 1 0 0 0,0 0 0 0 0,0-1 0 0 0,1-1 0 0 0,18-43-1032 0 0,-17 38 598 0 0,-2 1-1 0 0,1-1 1 0 0,-1 0 0 0 0,0 1 0 0 0,0-16 0 0 0,-1 13-1374 0 0,-1 1-1 0 0,-1 0 1 0 0,0 0 0 0 0,0 0 0 0 0,-1 0-1 0 0,0 0 1 0 0,-6-13 0 0 0,-4-4-3080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8:17.0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26 199 5404 0 0,'-1'0'190'0'0,"0"-1"0"0"0,0 1 0 0 0,-1 0 0 0 0,1-1 0 0 0,0 1 0 0 0,0-1 0 0 0,0 1 0 0 0,-1-1-1 0 0,1 1 1 0 0,0-1 0 0 0,0 0 0 0 0,0 0 0 0 0,0 1 0 0 0,0-1 0 0 0,1 0 0 0 0,-1 0 0 0 0,0 0-1 0 0,0 0 1 0 0,0 0 0 0 0,1 0 0 0 0,-1 0 0 0 0,1-1 0 0 0,-1 1 0 0 0,1 0 0 0 0,-1 0 0 0 0,1 0-1 0 0,-1-1 1 0 0,1-1 0 0 0,0 1 13 0 0,1 0 1 0 0,0 0-1 0 0,0 0 0 0 0,-1 0 0 0 0,1 0 1 0 0,0 0-1 0 0,1 1 0 0 0,-1-1 0 0 0,0 0 1 0 0,0 1-1 0 0,1-1 0 0 0,-1 0 0 0 0,1 1 1 0 0,0 0-1 0 0,1-2 0 0 0,8-5 398 0 0,1 0 0 0 0,-1 1 1 0 0,1 0-1 0 0,15-5 0 0 0,23-6 1141 0 0,0 1 0 0 0,2 4 0 0 0,57-9 0 0 0,24 5-2834 0 0,-65 10-3649 0 0,0 1-3958 0 0,-38 4 3898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8:17.0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124 254 4824 0 0,'-19'3'1675'0'0,"0"1"-1"0"0,1 1 1 0 0,-1 0-1 0 0,-30 15 1 0 0,54-21-1284 0 0,0 1 1 0 0,-1-1 0 0 0,1 1-1 0 0,0 0 1 0 0,0 0 0 0 0,0 0-1 0 0,5 2 1 0 0,9-1 216 0 0,586-22 4079 0 0,-142 1-4357 0 0,687-15 27 0 0,-374 10-256 0 0,-503 12 166 0 0,419-72 0 0 0,-548 56-150 0 0,188-27 471 0 0,-313 53-362 0 0,-21 3 30 0 0,-28 0 113 0 0,16 1-398 0 0,-20-1-1070 0 0,-35-1-12619 0 0,43-3 8897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8:17.0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61 30 3692 0 0,'-40'-23'6628'0'0,"40"22"-6428"0"0,0 1 1 0 0,-1-1 0 0 0,1 1 0 0 0,-1-1-1 0 0,1 1 1 0 0,-1 0 0 0 0,1-1 0 0 0,-1 1 0 0 0,1-1-1 0 0,-1 1 1 0 0,1 0 0 0 0,-1 0 0 0 0,1-1-1 0 0,-1 1 1 0 0,0 0 0 0 0,1 0 0 0 0,-1 0-1 0 0,1-1 1 0 0,-1 1 0 0 0,0 0 0 0 0,1 0 0 0 0,-1 0-1 0 0,1 0 1 0 0,-1 0 0 0 0,0 0 0 0 0,1 1-1 0 0,-1-1 1 0 0,0 0 0 0 0,1 0 0 0 0,-1 0-1 0 0,1 0 1 0 0,-1 1 0 0 0,1-1 0 0 0,-2 1 0 0 0,2 25 2753 0 0,0-20-3331 0 0,1 1 453 0 0,1-1 1 0 0,-1 0 0 0 0,1 0-1 0 0,0-1 1 0 0,1 1-1 0 0,-1 0 1 0 0,1 0-1 0 0,0-1 1 0 0,0 0 0 0 0,1 0-1 0 0,0 0 1 0 0,0 0-1 0 0,0 0 1 0 0,0-1-1 0 0,10 8 1 0 0,7 4 129 0 0,1 0 1 0 0,35 17-1 0 0,-13-6 37 0 0,239 151 751 0 0,-244-158-891 0 0,-29-15-63 0 0,0 0-1 0 0,-1 0 1 0 0,1 1 0 0 0,16 14-1 0 0,-24-18-28 0 0,0-1 0 0 0,-1 1 0 0 0,1-1 0 0 0,0 1 0 0 0,0-1 0 0 0,0 0-1 0 0,0 0 1 0 0,0 0 0 0 0,1 0 0 0 0,2 1 0 0 0,-5-2 6 0 0,3 10-2 0 0,-15 1 11 0 0,1 0 0 0 0,0 1-1 0 0,1 1 1 0 0,-9 13 0 0 0,-56 92 338 0 0,-27 37 400 0 0,96-147-800 0 0,-1 0 0 0 0,-1-1 0 0 0,1 0-1 0 0,-1-1 1 0 0,-16 11 0 0 0,23-13-2133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8:17.0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321 46 3024 0 0,'0'-2'432'0'0,"1"0"0"0"0,-1 0 0 0 0,1 0 0 0 0,0 0 0 0 0,0 0 0 0 0,0 0 0 0 0,0 0 0 0 0,0 0-1 0 0,0 0 1 0 0,3-2 0 0 0,-3 3-3 0 0,0-1 0 0 0,0 0 0 0 0,0 1 0 0 0,0-1-1 0 0,0 0 1 0 0,0 1 0 0 0,0-1 0 0 0,0 0 0 0 0,-1 0 0 0 0,1-3 1019 0 0,-15 37 3854 0 0,-85 147-2122 0 0,19-37-2366 0 0,-63 156-1 0 0,139-285-657 0 0,2-4-4053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8:17.0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312 49 2552 0 0,'-3'-27'5531'0'0,"1"6"-529"0"0,-3 21-1298 0 0,-3 10-2102 0 0,-5 12-810 0 0,1 0 0 0 0,-11 31 0 0 0,-9 18-86 0 0,-75 108 519 0 0,26-47-571 0 0,76-124-730 0 0,2-4-73 0 0,1 0 0 0 0,-1 1-1 0 0,1-1 1 0 0,0 1 0 0 0,0 0 0 0 0,0 0 0 0 0,1-1 0 0 0,-2 9-1 0 0,3-13-228 0 0,1 1-1 0 0,-1-1 0 0 0,1 0 0 0 0,-1 1 1 0 0,1-1-1 0 0,-1 0 0 0 0,1 1 1 0 0,-1-1-1 0 0,1 0 0 0 0,0 0 0 0 0,-1 0 1 0 0,1 0-1 0 0,-1 0 0 0 0,1 1 1 0 0,0-1-1 0 0,-1 0 0 0 0,1 0 0 0 0,0 0 1 0 0,-1-1-1 0 0,1 1 0 0 0,-1 0 0 0 0,1 0 1 0 0,0 0-1 0 0,-1 0 0 0 0,1-1 1 0 0,-1 1-1 0 0,1 0 0 0 0,-1 0 0 0 0,1-1 1 0 0,-1 1-1 0 0,1 0 0 0 0,-1-1 1 0 0,1 0-1 0 0,10-8-4142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8:17.0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226 61 3616 0 0,'0'-5'760'0'0,"1"1"72"0"0,-1 0 0 0 0,0 0-1 0 0,0 0 1 0 0,-1 0 0 0 0,1 0 0 0 0,-1 0 0 0 0,0 0 0 0 0,-2-4 0 0 0,3 7-626 0 0,-1-1 0 0 0,0 1 1 0 0,0 0-1 0 0,0 0 0 0 0,-1 0 0 0 0,1 0 0 0 0,0 0 0 0 0,0 0 0 0 0,0 1 1 0 0,-1-1-1 0 0,1 0 0 0 0,-1 0 0 0 0,1 1 0 0 0,0-1 0 0 0,-1 1 1 0 0,1 0-1 0 0,-1-1 0 0 0,1 1 0 0 0,-1 0 0 0 0,1 0 0 0 0,-1 0 0 0 0,1 0 1 0 0,-1 0-1 0 0,-2 0 0 0 0,-1 0-25 0 0,-1 1 1 0 0,0 0-1 0 0,1 0 0 0 0,-1 0 1 0 0,0 0-1 0 0,1 1 0 0 0,-1 0 1 0 0,1 0-1 0 0,0 0 1 0 0,0 1-1 0 0,0 0 0 0 0,0 0 1 0 0,0 0-1 0 0,1 0 0 0 0,-1 1 1 0 0,1 0-1 0 0,0 0 1 0 0,0 0-1 0 0,0 0 0 0 0,0 1 1 0 0,1 0-1 0 0,0-1 0 0 0,0 1 1 0 0,0 0-1 0 0,-2 9 1 0 0,-5 11-123 0 0,1 0 1 0 0,1 1-1 0 0,2 0 1 0 0,-5 31 0 0 0,9-40 129 0 0,-6 32-88 0 0,2 0 0 0 0,3 1 0 0 0,1-1 0 0 0,6 52 0 0 0,-3-95-86 0 0,0 1 0 0 0,0-1 0 0 0,0 1 0 0 0,1-1-1 0 0,0 0 1 0 0,0 0 0 0 0,0 0 0 0 0,1 0-1 0 0,0-1 1 0 0,0 1 0 0 0,1 0 0 0 0,7 8 0 0 0,-5-8-2 0 0,0-1 1 0 0,0 1-1 0 0,1-1 1 0 0,-1-1 0 0 0,1 1-1 0 0,1-1 1 0 0,-1-1 0 0 0,1 1-1 0 0,-1-1 1 0 0,10 2-1 0 0,16 6 45 0 0,2-2-1 0 0,-1-1 0 0 0,46 3 0 0 0,-65-9-44 0 0,0-2 1 0 0,0 0-1 0 0,0 0 0 0 0,0-1 1 0 0,0-1-1 0 0,0-1 0 0 0,0 0 0 0 0,0 0 1 0 0,-1-2-1 0 0,23-9 0 0 0,-26 7-9 0 0,1-1 1 0 0,-1 0-1 0 0,0 0 0 0 0,-1-1 1 0 0,0 0-1 0 0,0-1 0 0 0,-1 0 1 0 0,-1-1-1 0 0,0 0 0 0 0,0 0 1 0 0,7-14-1 0 0,-5 6 26 0 0,-1 0 0 0 0,-1 0 1 0 0,0-1-1 0 0,-2 0 1 0 0,0-1-1 0 0,4-30 0 0 0,-9 39 24 0 0,0 0 0 0 0,-1-1 0 0 0,-1 1 0 0 0,0-1 0 0 0,0 1 0 0 0,-1 0 0 0 0,-1 0 1 0 0,0 0-1 0 0,-1 0 0 0 0,0 0 0 0 0,-1 1 0 0 0,0-1 0 0 0,-1 1 0 0 0,0 1 0 0 0,0-1 0 0 0,-1 1 0 0 0,-13-14 0 0 0,-3-6-439 0 0,12 13 614 0 0,-2 1-1 0 0,0 0 1 0 0,0 1-1 0 0,-23-18 1 0 0,31 29-400 0 0,0 1 1 0 0,0 0-1 0 0,0 0 1 0 0,-1 0-1 0 0,1 0 1 0 0,-1 1-1 0 0,-11-3 1 0 0,11 4-293 0 0,1 0 0 0 0,0 0-1 0 0,0 1 1 0 0,-1 0 0 0 0,1 0 0 0 0,0 1 0 0 0,0-1-1 0 0,0 1 1 0 0,-1 0 0 0 0,-6 3 0 0 0,-5 2-4282 0 0,2 0 1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8:42.6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805 63 3320 0 0,'-3'-3'385'0'0,"0"0"-1"0"0,-1 0 0 0 0,1 1 0 0 0,0-1 0 0 0,-1 1 1 0 0,1 0-1 0 0,-1 0 0 0 0,-7-3 0 0 0,5 2 172 0 0,-7-3-82 0 0,0 0-1 0 0,0 1 1 0 0,0 1-1 0 0,0 0 1 0 0,-1 1-1 0 0,1 1 1 0 0,-1 0-1 0 0,0 0 1 0 0,0 2-1 0 0,0-1 1 0 0,0 2-1 0 0,1 0 1 0 0,-1 1-1 0 0,0 0 1 0 0,0 1-1 0 0,1 0 1 0 0,0 1 0 0 0,-19 8-1 0 0,5 1-72 0 0,1 0 1 0 0,0 1-1 0 0,1 2 1 0 0,1 0-1 0 0,0 2 1 0 0,1 0-1 0 0,-35 38 0 0 0,29-24-197 0 0,2 0 0 0 0,1 2 0 0 0,2 1 0 0 0,2 1 0 0 0,1 1 0 0 0,-22 54 0 0 0,30-60-97 0 0,2 0 0 0 0,2 1 0 0 0,0 0-1 0 0,3 1 1 0 0,0-1 0 0 0,2 1 0 0 0,2 0 0 0 0,2 58-1 0 0,1-77-85 0 0,1 0 0 0 0,0 0-1 0 0,0 0 1 0 0,2-1 0 0 0,0 1-1 0 0,0-1 1 0 0,1 0 0 0 0,1 0-1 0 0,0 0 1 0 0,1-1 0 0 0,0 0-1 0 0,11 14 1 0 0,-1-9-8 0 0,1-1 0 0 0,0-1 0 0 0,1-1 0 0 0,1-1 0 0 0,0 0 0 0 0,1-1 0 0 0,0-1 0 0 0,0-2 0 0 0,1 0 0 0 0,36 9 0 0 0,-14-7-4 0 0,0-2-1 0 0,1-2 0 0 0,0-3 1 0 0,0-1-1 0 0,1-2 0 0 0,-1-2 1 0 0,70-11-1 0 0,-79 6-4 0 0,0-2 1 0 0,0-1-1 0 0,60-26 0 0 0,-77 27 4 0 0,0-2 0 0 0,-1 0 0 0 0,-1-1 0 0 0,1-1 0 0 0,-2-1 0 0 0,0 0 0 0 0,0-1 0 0 0,16-20 0 0 0,-20 20 28 0 0,-1-2-1 0 0,-1 0 1 0 0,-1 0 0 0 0,0-1 0 0 0,-1 0-1 0 0,0 0 1 0 0,-2-1 0 0 0,0 0 0 0 0,-1 0 0 0 0,0 0-1 0 0,2-34 1 0 0,-3-12 229 0 0,-2 0 0 0 0,-8-71-1 0 0,4 105-143 0 0,0 16-65 0 0,0 0 1 0 0,-1 0-1 0 0,0 1 1 0 0,-1-1-1 0 0,-1 1 1 0 0,0 0-1 0 0,-1 0 1 0 0,0 1-1 0 0,-1 0 1 0 0,0 0-1 0 0,-1 0 1 0 0,-16-18-1 0 0,-8-4 37 0 0,-1 1 0 0 0,-54-41 0 0 0,70 60 110 0 0,-1 1 1 0 0,-1 0 0 0 0,-28-13-1 0 0,37 21-634 0 0,-1 1 0 0 0,0 0 1 0 0,-13-3-1 0 0,15 5-1543 0 0,0 1 0 0 0,-1 0 0 0 0,1 0 0 0 0,-15 1 0 0 0,10 1-2714 0 0,-3-1-1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8:42.6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 0 3804 0 0,'-5'4'9076'0'0,"69"2"-5076"0"0,34-6-2367 0 0,7 0-972 0 0,123 11 376 0 0,83 22-297 0 0,-256-26-647 0 0,425 65 454 0 0,-425-62-491 0 0,85 15 188 0 0,264 81 0 0 0,-313-72-201 0 0,4 2 35 0 0,182 45 0 0 0,-39-36 37 0 0,-153-28-57 0 0,-2 4 0 0 0,104 39 0 0 0,90 41-38 0 0,-155-61 12 0 0,-14-5 36 0 0,-16-5-46 0 0,1-3 0 0 0,191 26 0 0 0,-101-33 6 0 0,-150-18 3 0 0,-23-2-5 0 0,0 0 0 0 0,0 1-1 0 0,0 0 1 0 0,0 1 0 0 0,16 4 0 0 0,-19-4-12 0 0,1 0 0 0 0,-1-1 1 0 0,0 0-1 0 0,14 1 0 0 0,15 2-42 0 0,-36-4 10 0 0,1 0-1 0 0,0 0 1 0 0,0 1-1 0 0,0-1 1 0 0,0 0-1 0 0,0 1 1 0 0,-1-1-1 0 0,1 1 1 0 0,0-1-1 0 0,-1 1 1 0 0,1-1-1 0 0,0 1 1 0 0,-1 0-1 0 0,1-1 1 0 0,0 1-1 0 0,-1 0 1 0 0,1 0-1 0 0,-1-1 1 0 0,1 1-1 0 0,-1 0 1 0 0,0 0-1 0 0,1 0 1 0 0,-1 0-1 0 0,0-1 1 0 0,0 1-1 0 0,1 0 1 0 0,-1 0-1 0 0,0 0 1 0 0,0 1-1 0 0,0 5-4600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8:42.6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255 542 600 0 0,'18'-32'4440'0'0,"-10"13"-2363"0"0,-6 17-1736 0 0,-1 0 0 0 0,1-1 0 0 0,-1 0 1 0 0,0 1-1 0 0,0-1 0 0 0,0 0 0 0 0,-1 1 1 0 0,1-1-1 0 0,0 0 0 0 0,-1-3 0 0 0,0-2 297 0 0,1 6-358 0 0,-1-1-1 0 0,0 1 1 0 0,0 0-1 0 0,0-1 1 0 0,-1 1 0 0 0,1 0-1 0 0,-1-1 1 0 0,1 1-1 0 0,-2-4 1 0 0,1 5-208 0 0,0 0 1 0 0,0 0-1 0 0,0 0 1 0 0,0 0-1 0 0,0 0 1 0 0,0 1-1 0 0,0-1 1 0 0,0 0-1 0 0,0 1 1 0 0,-1-1-1 0 0,1 1 1 0 0,0-1-1 0 0,0 1 1 0 0,0 0-1 0 0,-1-1 1 0 0,1 1-1 0 0,0 0 0 0 0,-1 0 1 0 0,1 0-1 0 0,0 0 1 0 0,0 0-1 0 0,-3 0 1 0 0,-7 1 115 0 0,-1 0 0 0 0,1 1 1 0 0,-1 0-1 0 0,1 1 0 0 0,0 0 1 0 0,0 1-1 0 0,0 0 0 0 0,1 1 0 0 0,-1 0 1 0 0,1 1-1 0 0,-11 7 0 0 0,9-4-76 0 0,0-1 0 0 0,1 2-1 0 0,0-1 1 0 0,0 2 0 0 0,1-1-1 0 0,1 1 1 0 0,0 1-1 0 0,-11 18 1 0 0,18-26-81 0 0,0-1-1 0 0,0 1 1 0 0,1 0-1 0 0,0-1 1 0 0,-1 1-1 0 0,1 0 1 0 0,1 0-1 0 0,-1 0 1 0 0,1 0-1 0 0,-1 0 1 0 0,1 0-1 0 0,0 0 1 0 0,1 0-1 0 0,-1 0 1 0 0,2 7-1 0 0,-1-9-11 0 0,0 1-1 0 0,-1-1 0 0 0,2 1 1 0 0,-1-1-1 0 0,0 0 0 0 0,0 0 0 0 0,1 0 1 0 0,-1 1-1 0 0,1-1 0 0 0,0-1 1 0 0,-1 1-1 0 0,1 0 0 0 0,0 0 1 0 0,0-1-1 0 0,0 1 0 0 0,0-1 0 0 0,1 1 1 0 0,-1-1-1 0 0,0 0 0 0 0,1 0 1 0 0,-1 0-1 0 0,0 0 0 0 0,1-1 1 0 0,-1 1-1 0 0,4 0 0 0 0,9 1 41 0 0,1 0 1 0 0,-1-1-1 0 0,1-1 0 0 0,-1 0 0 0 0,1-2 0 0 0,0 1 1 0 0,-1-2-1 0 0,0 0 0 0 0,0-1 0 0 0,0 0 0 0 0,16-7 1 0 0,-24 8-104 0 0,-1 0 0 0 0,1-1 0 0 0,-1 1 0 0 0,0-1 1 0 0,0-1-1 0 0,0 1 0 0 0,-1-1 0 0 0,1 0 0 0 0,-1 0 0 0 0,0 0 1 0 0,-1-1-1 0 0,1 0 0 0 0,-1 0 0 0 0,0 0 0 0 0,0 0 1 0 0,-1-1-1 0 0,0 1 0 0 0,0-1 0 0 0,-1 0 0 0 0,0 0 1 0 0,0 0-1 0 0,0 0 0 0 0,-1 0 0 0 0,0-1 0 0 0,0-12 0 0 0,-1-14-287 0 0,1-59-422 0 0,-4 1 0 0 0,-18-111 0 0 0,15 169 876 0 0,0-2 254 0 0,4 26 222 0 0,2 12 443 0 0,0 114-48 0 0,6 1 1 0 0,4-1-1 0 0,44 194 0 0 0,-45-268-982 0 0,0 1-2014 0 0,-1-16-6321 0 0,-4-20 3995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8:42.6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385 84 2564 0 0,'0'-3'291'0'0,"0"-1"1"0"0,0 1-1 0 0,-1 0 0 0 0,1-1 0 0 0,0 1 0 0 0,-1 0 0 0 0,0-1 1 0 0,0 1-1 0 0,0 0 0 0 0,0 0 0 0 0,-1 0 0 0 0,1 0 1 0 0,-1 0-1 0 0,0 0 0 0 0,0 0 0 0 0,0 1 0 0 0,0-1 0 0 0,0 1 1 0 0,-3-4-1 0 0,1 4 4 0 0,0-1 1 0 0,0 1-1 0 0,-1 0 1 0 0,1 0-1 0 0,0 0 1 0 0,-1 1-1 0 0,1-1 1 0 0,-1 1 0 0 0,0 0-1 0 0,1 1 1 0 0,-1-1-1 0 0,0 1 1 0 0,-7 0-1 0 0,2 0 3 0 0,-1 0 0 0 0,0 1 0 0 0,1 0 0 0 0,-1 1-1 0 0,1 1 1 0 0,-1-1 0 0 0,1 1 0 0 0,0 1 0 0 0,0 0 0 0 0,0 0 0 0 0,-16 11-1 0 0,16-7-202 0 0,1-1-1 0 0,0 1 1 0 0,0 1-1 0 0,1 0 0 0 0,0 0 1 0 0,0 0-1 0 0,1 1 0 0 0,0 0 1 0 0,1 1-1 0 0,-6 13 1 0 0,2 0 9 0 0,0 0 1 0 0,2 1-1 0 0,2 0 1 0 0,0 0-1 0 0,1 1 1 0 0,-1 25-1 0 0,2 16 101 0 0,5 75-1 0 0,-1-136-188 0 0,0 0 0 0 0,1 0-1 0 0,0-1 1 0 0,0 1 0 0 0,0 0-1 0 0,1-1 1 0 0,-1 1 0 0 0,1-1-1 0 0,1 1 1 0 0,-1-1 0 0 0,1 0-1 0 0,6 9 1 0 0,-6-10-1 0 0,1-1 0 0 0,-1 0 0 0 0,1 0 0 0 0,0 0 0 0 0,0 0 0 0 0,0 0 1 0 0,0-1-1 0 0,0 0 0 0 0,0 0 0 0 0,1 0 0 0 0,-1 0 0 0 0,1-1 0 0 0,0 0 0 0 0,-1 0 0 0 0,1 0 0 0 0,6 0 0 0 0,2 0 22 0 0,0-1 0 0 0,1 0 0 0 0,-1 0 0 0 0,0-2 0 0 0,0 1 0 0 0,0-2 0 0 0,0 0-1 0 0,0 0 1 0 0,-1-1 0 0 0,1-1 0 0 0,-1 0 0 0 0,16-9 0 0 0,-23 10-1 0 0,1 1 0 0 0,-1-1 0 0 0,0 0 0 0 0,0 0 0 0 0,0 0 0 0 0,0-1 0 0 0,-1 0 0 0 0,1 0 0 0 0,-1 0 0 0 0,-1 0 0 0 0,1-1 0 0 0,-1 1 0 0 0,0-1 0 0 0,0 0 0 0 0,0 0 0 0 0,-1 0 0 0 0,0-1 0 0 0,0 1 0 0 0,-1 0 0 0 0,0-1 0 0 0,0 1 0 0 0,0-1 0 0 0,-1 1 0 0 0,0-1 0 0 0,0 1 0 0 0,-3-13 1 0 0,3 15-10 0 0,-1 0 1 0 0,0 0 0 0 0,0 1 0 0 0,0-1 0 0 0,-1 0-1 0 0,1 0 1 0 0,-1 1 0 0 0,0-1 0 0 0,0 1 0 0 0,0-1-1 0 0,0 1 1 0 0,-1 0 0 0 0,1 0 0 0 0,-1 0 0 0 0,0 0 0 0 0,0 0-1 0 0,-5-3 1 0 0,3 3 11 0 0,0 1-1 0 0,0 0 1 0 0,0-1 0 0 0,0 2-1 0 0,0-1 1 0 0,-1 0 0 0 0,1 1-1 0 0,0 0 1 0 0,-1 1 0 0 0,1-1-1 0 0,-10 1 1 0 0,5 0-50 0 0,0 1-1 0 0,0 1 1 0 0,-1 0-1 0 0,1 0 1 0 0,0 0 0 0 0,1 2-1 0 0,-1-1 1 0 0,1 1 0 0 0,-1 0-1 0 0,1 1 1 0 0,0 0 0 0 0,1 1-1 0 0,-11 8 1 0 0,-29 40-7691 0 0,26-28 2581 0 0,2-3 1040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8:42.6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76 57 564 0 0,'0'0'150'0'0,"-6"-17"3686"0"0,4 15-3771 0 0,1 1 218 0 0,1 1 1 0 0,-1-1 0 0 0,0 0-1 0 0,0 0 1 0 0,1 0 0 0 0,-1 0-1 0 0,0 1 1 0 0,0-1 0 0 0,0 0 0 0 0,0 1-1 0 0,0-1 1 0 0,0 1 0 0 0,0-1-1 0 0,-1 1 1 0 0,1 0 0 0 0,-1-1-1 0 0,-5-1 1346 0 0,6 2-1460 0 0,1 0 0 0 0,-1 0 0 0 0,0-1 0 0 0,0 1 0 0 0,1 0 0 0 0,-1 0 0 0 0,0-1 0 0 0,1 1 0 0 0,-1-1 0 0 0,1 1 0 0 0,-1 0 0 0 0,0-1 0 0 0,1 1 0 0 0,-1-1 0 0 0,1 1 0 0 0,-1-1 0 0 0,1 1 0 0 0,-1-1 0 0 0,1 0 0 0 0,0 1 0 0 0,-1-1 0 0 0,1 0 0 0 0,0 1 0 0 0,-1-1 0 0 0,1 0 0 0 0,0 1 0 0 0,0-2 0 0 0,0 1-98 0 0,-1 1 1 0 0,1-1 0 0 0,0 1-1 0 0,0-1 1 0 0,0 1 0 0 0,-1-1-1 0 0,1 1 1 0 0,0-1-1 0 0,0 1 1 0 0,-1-1 0 0 0,1 1-1 0 0,0-1 1 0 0,-1 1-1 0 0,1 0 1 0 0,-1-1 0 0 0,1 1-1 0 0,-1-1 1 0 0,1 1-1 0 0,0 0 1 0 0,-1 0 0 0 0,1-1-1 0 0,-1 1 1 0 0,1 0 0 0 0,-1 0-1 0 0,0 0 1 0 0,1-1-1 0 0,-1 1 1 0 0,1 0 0 0 0,-1 0-1 0 0,1 0 1 0 0,-1 0-1 0 0,1 0 1 0 0,-1 0 0 0 0,0 0-1 0 0,1 0 1 0 0,-1 0 0 0 0,1 0-1 0 0,-1 1 1 0 0,0-1-1 0 0,1 0-64 0 0,-1 0 0 0 0,1 0 0 0 0,-1 0 0 0 0,1 0 0 0 0,-1 0 0 0 0,1 0 0 0 0,-1 1 0 0 0,1-1 0 0 0,-1 0 0 0 0,1 0 0 0 0,-1 0 0 0 0,1 1 0 0 0,0-1 0 0 0,-1 0 0 0 0,1 1 0 0 0,-1-1 0 0 0,1 0 0 0 0,0 1 0 0 0,-1-1-1 0 0,1 0 1 0 0,0 1 0 0 0,-1-1 0 0 0,1 1 0 0 0,0-1 0 0 0,0 0 0 0 0,0 1 0 0 0,-1-1 0 0 0,1 1 0 0 0,0-1 0 0 0,0 1 0 0 0,0-1 0 0 0,0 1 0 0 0,0 0 0 0 0,0 22 19 0 0,0-10 79 0 0,0-13-100 0 0,0 0-1 0 0,0 1 1 0 0,1-1 0 0 0,-1 0 0 0 0,0 1 0 0 0,0-1 0 0 0,0 0 0 0 0,0 0 0 0 0,0 1-1 0 0,0-1 1 0 0,1 0 0 0 0,-1 0 0 0 0,0 0 0 0 0,0 1 0 0 0,0-1 0 0 0,1 0-1 0 0,-1 0 1 0 0,0 0 0 0 0,0 1 0 0 0,0-1 0 0 0,1 0 0 0 0,-1 0 0 0 0,0 0-1 0 0,0 0 1 0 0,1 0 0 0 0,-1 0 0 0 0,0 0 0 0 0,1 0 0 0 0,-1 1 0 0 0,0-1-1 0 0,0 0 1 0 0,1 0 0 0 0,-1 0 0 0 0,0 0 0 0 0,0 0 0 0 0,1-1 0 0 0,-1 1 0 0 0,18-2 223 0 0,-17 2-207 0 0,0 0 1 0 0,0-1-1 0 0,0 1 1 0 0,0 0-1 0 0,0-1 1 0 0,1 1-1 0 0,-1 0 1 0 0,0 0 0 0 0,0 0-1 0 0,0 0 1 0 0,0 0-1 0 0,0 0 1 0 0,1 1-1 0 0,-1-1 1 0 0,0 0 0 0 0,0 0-1 0 0,0 1 1 0 0,0-1-1 0 0,1 1 1 0 0,-2 1 7 0 0,1-1 0 0 0,-1 0 0 0 0,1 1 0 0 0,-1-1 0 0 0,1 0-1 0 0,-1 1 1 0 0,1-1 0 0 0,0 0 0 0 0,-1 0 0 0 0,1 0 0 0 0,0 0 0 0 0,0 1 0 0 0,0-1 0 0 0,0 0 0 0 0,0-1 0 0 0,0 1 0 0 0,0 0 0 0 0,0 0 0 0 0,0 0 0 0 0,1-1 0 0 0,-1 1 0 0 0,0 0-1 0 0,0-1 1 0 0,1 1 0 0 0,-1-1 0 0 0,0 0 0 0 0,1 1 0 0 0,-1-1 0 0 0,0 0 0 0 0,1 0 0 0 0,-1 0 0 0 0,1 0 0 0 0,-1 0 0 0 0,0 0 0 0 0,1 0 0 0 0,1-1 0 0 0,17 4-1460 0 0,-1 2-5902 0 0,-13-3 3273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8:42.6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422 162 3756 0 0,'1'-14'2223'0'0,"-3"-31"1908"0"0,2 43-3990 0 0,0 1-1 0 0,-1-1 1 0 0,1 1-1 0 0,0 0 1 0 0,-1-1-1 0 0,1 1 1 0 0,-1 0-1 0 0,0-1 1 0 0,1 1-1 0 0,-1 0 0 0 0,0 0 1 0 0,0-1-1 0 0,0 1 1 0 0,0 0-1 0 0,0 0 1 0 0,0 0-1 0 0,0 0 1 0 0,0 0-1 0 0,0 1 1 0 0,0-1-1 0 0,-1 0 1 0 0,1 0-1 0 0,0 1 1 0 0,0-1-1 0 0,-1 1 1 0 0,-1-1-1 0 0,-6-1 236 0 0,1 1 0 0 0,-1 0-1 0 0,0 1 1 0 0,1 0 0 0 0,-1 0 0 0 0,0 1-1 0 0,1 0 1 0 0,-1 0 0 0 0,1 1-1 0 0,-1 0 1 0 0,-15 7 0 0 0,12-3-154 0 0,-1 0 0 0 0,1 1 0 0 0,1 1 0 0 0,-1 0 0 0 0,2 0 0 0 0,-20 20 1 0 0,9-5-49 0 0,1 1 1 0 0,1 2 0 0 0,1 0 0 0 0,1 0-1 0 0,-25 57 1 0 0,34-62-92 0 0,0 1 0 0 0,2-1 1 0 0,1 1-1 0 0,0 0 0 0 0,2 1 0 0 0,0-1 0 0 0,2 1 0 0 0,1 36 0 0 0,4-13 0 0 0,1-1-1 0 0,3 0 1 0 0,16 55-1 0 0,-19-84-66 0 0,0 0-1 0 0,2-1 1 0 0,-1 1-1 0 0,2-1 1 0 0,0-1-1 0 0,1 0 1 0 0,0 0-1 0 0,1 0 1 0 0,1-1-1 0 0,0-1 1 0 0,1 0-1 0 0,0 0 1 0 0,27 19-1 0 0,-21-20-6 0 0,0 0 0 0 0,1-1-1 0 0,0-1 1 0 0,0-1 0 0 0,1-1 0 0 0,0 0-1 0 0,0-2 1 0 0,1 0 0 0 0,-1-2-1 0 0,37 3 1 0 0,-5-3-9 0 0,1-2-1 0 0,0-3 1 0 0,77-12-1 0 0,-108 10-1 0 0,-1-1-1 0 0,0 0 0 0 0,0-2 0 0 0,-1-1 0 0 0,0 0 1 0 0,0-2-1 0 0,-1 0 0 0 0,0-1 0 0 0,-1-1 0 0 0,0-1 1 0 0,19-18-1 0 0,-19 14 1 0 0,-1 0 0 0 0,0-2 1 0 0,-2 0-1 0 0,0-1 0 0 0,-1-1 1 0 0,-2 0-1 0 0,0 0 0 0 0,-1-1 1 0 0,13-37-1 0 0,-7 11 12 0 0,-2 0 0 0 0,-2-1 0 0 0,-2-1 0 0 0,-2 0-1 0 0,3-92 1 0 0,-12 133 24 0 0,-1 0-1 0 0,0 0 1 0 0,0 0-1 0 0,-1 0 0 0 0,0 0 1 0 0,-1 0-1 0 0,0 0 1 0 0,-1 1-1 0 0,1 0 1 0 0,-1-1-1 0 0,-1 1 0 0 0,0 0 1 0 0,0 1-1 0 0,-1 0 1 0 0,1-1-1 0 0,-1 2 1 0 0,-1-1-1 0 0,-8-6 0 0 0,-12-8 164 0 0,0 1-1 0 0,-2 2 0 0 0,-48-24 0 0 0,40 23-55 0 0,3 1-108 0 0,0 1-1 0 0,-2 1 1 0 0,0 3-1 0 0,-44-11 1 0 0,76 23-196 0 0,1 0 0 0 0,-1 0 0 0 0,1 1 0 0 0,-1 0 0 0 0,1 0 0 0 0,-1 0 0 0 0,1 0 0 0 0,-1 0 0 0 0,1 1 0 0 0,-1-1 0 0 0,-4 3-1 0 0,3-1-1469 0 0,1 0 0 0 0,-1 0-1 0 0,1 1 1 0 0,0 0-1 0 0,0 0 1 0 0,0 0-1 0 0,-6 6 1 0 0,-4 4-2916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8:42.6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262 103 4392 0 0,'-3'-30'6144'0'0,"1"25"-5453"0"0,-1-1-1 0 0,0 1 0 0 0,1 0 1 0 0,-2 0-1 0 0,1 0 0 0 0,-7-8 1 0 0,7 11-436 0 0,1 1 1 0 0,-1-1 0 0 0,1 0-1 0 0,-1 1 1 0 0,0-1-1 0 0,1 1 1 0 0,-1 0-1 0 0,0 0 1 0 0,0 0-1 0 0,0 1 1 0 0,0-1 0 0 0,0 1-1 0 0,0-1 1 0 0,0 1-1 0 0,-6 0 1 0 0,2 1-121 0 0,0 0-1 0 0,0 0 1 0 0,1 0 0 0 0,-1 1 0 0 0,0 0 0 0 0,1 0 0 0 0,-1 0-1 0 0,1 1 1 0 0,0 0 0 0 0,0 1 0 0 0,0-1 0 0 0,0 1 0 0 0,0 0-1 0 0,1 0 1 0 0,0 1 0 0 0,0 0 0 0 0,0 0 0 0 0,1 0 0 0 0,-1 0-1 0 0,1 1 1 0 0,0 0 0 0 0,-4 8 0 0 0,1-1-107 0 0,1 0 1 0 0,0 1-1 0 0,0-1 0 0 0,2 1 1 0 0,0 0-1 0 0,0 1 1 0 0,1-1-1 0 0,1 0 0 0 0,-1 25 1 0 0,3-18-2 0 0,-1-11-2 0 0,1 0-1 0 0,0 0 1 0 0,1-1 0 0 0,0 1-1 0 0,1 0 1 0 0,2 10 0 0 0,-3-18-21 0 0,0 1 0 0 0,0 0 0 0 0,1-1 1 0 0,-1 0-1 0 0,1 1 0 0 0,-1-1 1 0 0,1 0-1 0 0,0 0 0 0 0,0 0 1 0 0,0 0-1 0 0,0 0 0 0 0,0 0 0 0 0,1 0 1 0 0,-1-1-1 0 0,0 1 0 0 0,1-1 1 0 0,-1 0-1 0 0,1 1 0 0 0,0-1 0 0 0,-1 0 1 0 0,1-1-1 0 0,0 1 0 0 0,-1 0 1 0 0,1-1-1 0 0,5 1 0 0 0,0 0 2 0 0,-1 0 0 0 0,1-1 1 0 0,-1 0-1 0 0,1 0 0 0 0,-1-1 0 0 0,1 0 0 0 0,-1 0 0 0 0,1 0 0 0 0,-1-1 1 0 0,0 0-1 0 0,1-1 0 0 0,-1 0 0 0 0,-1 0 0 0 0,1 0 0 0 0,0-1 0 0 0,-1 0 1 0 0,0 0-1 0 0,1 0 0 0 0,-2-1 0 0 0,1 0 0 0 0,-1 0 0 0 0,1-1 0 0 0,-1 0 1 0 0,-1 0-1 0 0,1 0 0 0 0,-1 0 0 0 0,6-13 0 0 0,-1-2-18 0 0,-1-1 0 0 0,-1 0 0 0 0,-1 0 0 0 0,-1-1 0 0 0,-1 0 0 0 0,-1 0 0 0 0,-1 0 0 0 0,-1 0 0 0 0,-1 0 0 0 0,-5-36 0 0 0,5 58 16 0 0,-1 0 0 0 0,1 0 0 0 0,0 0 0 0 0,0 0 0 0 0,-1 0 0 0 0,1 0 0 0 0,0 0 0 0 0,0 0 0 0 0,0 0 0 0 0,0 0 0 0 0,1 0 0 0 0,-1 0 0 0 0,0 0 1 0 0,0 0-1 0 0,1 0 0 0 0,-1 0 0 0 0,0 0 0 0 0,1 0 0 0 0,-1 0 0 0 0,1 1 0 0 0,-1-1 0 0 0,1 0 0 0 0,-1 0 0 0 0,2-1 0 0 0,-1 3 1 0 0,-1-1 0 0 0,1 0 0 0 0,0 1 0 0 0,0-1 0 0 0,-1 1 0 0 0,1-1 0 0 0,0 1 0 0 0,-1-1 0 0 0,1 1 0 0 0,-1 0 0 0 0,1-1 1 0 0,-1 1-1 0 0,1-1 0 0 0,-1 1 0 0 0,1 0 0 0 0,-1 0 0 0 0,0-1 0 0 0,1 1 0 0 0,-1 0 0 0 0,0 0 0 0 0,1 0 0 0 0,-1-1 0 0 0,0 1 0 0 0,0 0 0 0 0,0 0 0 0 0,0 1 0 0 0,22 125 556 0 0,-16-86-285 0 0,1 0 0 0 0,18 54 0 0 0,-9-65-148 0 0,-10-21-644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8:42.6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375 54 4664 0 0,'-23'-13'2557'0'0,"13"7"-1769"0"0,0 1-1 0 0,-1-1 1 0 0,1 2 0 0 0,-1 0-1 0 0,0 0 1 0 0,0 1-1 0 0,-15-3 1 0 0,19 5-390 0 0,0 1 0 0 0,-1-1 0 0 0,1 1 0 0 0,0 0 0 0 0,-1 1 0 0 0,1 0 0 0 0,0 0 0 0 0,0 0 1 0 0,0 1-1 0 0,0 0 0 0 0,0 0 0 0 0,0 1 0 0 0,-6 4 0 0 0,6-3-286 0 0,1 0 0 0 0,0 1 0 0 0,0 0 0 0 0,0 0 0 0 0,1 0 0 0 0,0 1 0 0 0,0 0 0 0 0,0 0 0 0 0,1 0 0 0 0,0 1 0 0 0,0-1 0 0 0,1 1 0 0 0,-5 11 0 0 0,-7 23 128 0 0,1 1-1 0 0,2 1 1 0 0,2 1 0 0 0,2-1 0 0 0,2 1 0 0 0,2 1 0 0 0,1-1 0 0 0,8 84 0 0 0,-3-115-209 0 0,0 0 0 0 0,1-1-1 0 0,1 1 1 0 0,0-1 0 0 0,1 0 0 0 0,0 0-1 0 0,1-1 1 0 0,0 0 0 0 0,1 0 0 0 0,0 0-1 0 0,1-1 1 0 0,0 0 0 0 0,1 0 0 0 0,0-1 0 0 0,0 0-1 0 0,1 0 1 0 0,0-1 0 0 0,0-1 0 0 0,1 1-1 0 0,0-2 1 0 0,20 9 0 0 0,-16-8-18 0 0,1-1 0 0 0,-1 0 0 0 0,1-1 0 0 0,1-1 0 0 0,-1 0 0 0 0,1-2-1 0 0,-1 0 1 0 0,1 0 0 0 0,0-2 0 0 0,0 0 0 0 0,-1-1 0 0 0,1-1 0 0 0,0 0 0 0 0,-1-1 0 0 0,0-1 0 0 0,22-8 0 0 0,-1-4-3 0 0,0-2 0 0 0,-2-2-1 0 0,0-2 1 0 0,-1 0 0 0 0,-1-3 0 0 0,-2 0 0 0 0,0-3 0 0 0,-2 0 0 0 0,35-43 0 0 0,-54 58 14 0 0,-1-1 1 0 0,-1 0 0 0 0,0 0 0 0 0,-1-1 0 0 0,0 0 0 0 0,-1 0 0 0 0,-1-1 0 0 0,0 0 0 0 0,-2 0 0 0 0,1 0 0 0 0,-2 0-1 0 0,0 0 1 0 0,-1-1 0 0 0,-1 1 0 0 0,0 0 0 0 0,-1-1 0 0 0,-1 1 0 0 0,-1 0 0 0 0,0 0 0 0 0,-1 0 0 0 0,-8-22 0 0 0,8 30 20 0 0,0 1 0 0 0,-1-1 0 0 0,0 1 0 0 0,0 0 0 0 0,-1 0 0 0 0,1 0 0 0 0,-2 1 0 0 0,1-1 0 0 0,-1 2 0 0 0,1-1 0 0 0,-2 1 0 0 0,1 0 0 0 0,-1 0 0 0 0,1 1 0 0 0,-1 0 1 0 0,0 1-1 0 0,-1-1 0 0 0,1 1 0 0 0,-1 1 0 0 0,-15-3 0 0 0,-15-1 20 0 0,0 2 1 0 0,0 1 0 0 0,-56 4-1 0 0,41 0-262 0 0,42-1 69 0 0,0 1 0 0 0,0 0 0 0 0,0 0-1 0 0,0 1 1 0 0,-17 5 0 0 0,-8 12-2510 0 0,31-15 1255 0 0,1 0-1 0 0,1 0 1 0 0,-1 1-1 0 0,1-1 1 0 0,-5 6-1 0 0,-3 8-3172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8:42.6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46 117 1928 0 0,'-1'-12'3082'0'0,"-1"-13"26"0"0,2 21-2458 0 0,0 1 0 0 0,-1-1 1 0 0,0 1-1 0 0,1-1 0 0 0,-1 1 0 0 0,0 0 1 0 0,-1-1-1 0 0,1 1 0 0 0,0 0 0 0 0,-1 0 0 0 0,0 0 1 0 0,-3-5-1 0 0,-3-5 572 0 0,2 2 94 0 0,1 4 1084 0 0,4 26-1770 0 0,1 402 534 0 0,4-438-1143 0 0,1 1 0 0 0,0 0 0 0 0,2 0 0 0 0,9-19 0 0 0,-10 23-11 0 0,1-3-8 0 0,0-1 1 0 0,18-24-1 0 0,-23 37 3 0 0,1-1-1 0 0,0 1 1 0 0,-1 0-1 0 0,1 0 1 0 0,0 0-1 0 0,1 0 1 0 0,-1 0-1 0 0,1 1 1 0 0,-1 0-1 0 0,1-1 1 0 0,0 1-1 0 0,-1 0 1 0 0,1 1-1 0 0,0-1 1 0 0,0 1-1 0 0,7-2 0 0 0,-9 3 8 0 0,1 0 0 0 0,0 0 0 0 0,0 1 0 0 0,0-1-1 0 0,0 1 1 0 0,0 0 0 0 0,-1-1 0 0 0,1 1 0 0 0,0 0-1 0 0,-1 1 1 0 0,1-1 0 0 0,-1 0 0 0 0,1 1 0 0 0,-1-1-1 0 0,1 1 1 0 0,-1 0 0 0 0,0 0 0 0 0,0 0-1 0 0,0 0 1 0 0,0 0 0 0 0,0 0 0 0 0,-1 1 0 0 0,1-1-1 0 0,0 0 1 0 0,1 6 0 0 0,2 0 57 0 0,-1 0 0 0 0,-1 1-1 0 0,0 0 1 0 0,0 0 0 0 0,0 0 0 0 0,1 15 0 0 0,-2-14 24 0 0,-1 0 1 0 0,-1 0 0 0 0,0 0 0 0 0,0-1-1 0 0,-1 1 1 0 0,0 0 0 0 0,-3 10 0 0 0,3-17-58 0 0,0 1 0 0 0,0-1 1 0 0,-1 0-1 0 0,1 0 0 0 0,-1 0 0 0 0,0 0 1 0 0,0 0-1 0 0,0 0 0 0 0,0-1 1 0 0,0 1-1 0 0,-1-1 0 0 0,1 1 0 0 0,-1-1 1 0 0,1 0-1 0 0,-1 0 0 0 0,0 0 0 0 0,0 0 1 0 0,0 0-1 0 0,0-1 0 0 0,0 0 1 0 0,-1 1-1 0 0,1-1 0 0 0,-6 1 0 0 0,-5 1 173 0 0,0-1-1 0 0,0 0 1 0 0,-26-1 0 0 0,-2-7-2055 0 0,37 5 449 0 0,1-1-1 0 0,0 1 1 0 0,-1-1-1 0 0,1 0 1 0 0,0 0 0 0 0,-6-5-1 0 0,1-1-3638 0 0,3-4-1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8:42.6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1 321 4712 0 0,'0'0'6820'0'0,"32"0"-927"0"0,-14-1-5080 0 0,0-2 0 0 0,0 0 1 0 0,-1-1-1 0 0,1 0 0 0 0,20-9 0 0 0,33-8-130 0 0,193-15 696 0 0,-148 23-1081 0 0,671-63 304 0 0,-591 71-508 0 0,-101 5-44 0 0,184-25-1 0 0,-71-6-58 0 0,27-5 133 0 0,34-8 800 0 0,-209 39-271 0 0,114 5 0 0 0,-72 2 175 0 0,360-2 2815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8:42.6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 52 4212 0 0,'-16'-17'15839'0'0,"150"4"-12802"0"0,-57 4-2586 0 0,-37 7-274 0 0,-22 2-101 0 0,-1-2 1 0 0,23-3 0 0 0,-30 2 44 0 0,-10 3-113 0 0,0 0 0 0 0,0 0 0 0 0,0 0 0 0 0,0 0 0 0 0,0 0 1 0 0,0 0-1 0 0,0 0 0 0 0,0 0 0 0 0,0 1 0 0 0,0-1 0 0 0,0 0 0 0 0,0 0 0 0 0,0 0 0 0 0,0 0 1 0 0,0 0-1 0 0,0 0 0 0 0,0 0 0 0 0,0 0 0 0 0,0 0 0 0 0,0 0 0 0 0,0 0 0 0 0,0 0 1 0 0,0 0-1 0 0,0 0 0 0 0,0 0 0 0 0,0 0 0 0 0,0 0 0 0 0,0 0 0 0 0,0 0 0 0 0,0 0 0 0 0,0 1 1 0 0,0-1-1 0 0,0 0 0 0 0,0 0 0 0 0,1 0 0 0 0,-1 0 0 0 0,0 0 0 0 0,0 0 0 0 0,0 0 1 0 0,0 0-1 0 0,0 0 0 0 0,0 0 0 0 0,0 0 0 0 0,0 0 0 0 0,0 0 0 0 0,0 0 0 0 0,0 0 0 0 0,0 0 1 0 0,0 0-1 0 0,0 0 0 0 0,0 0 0 0 0,1 0 0 0 0,-1-1 0 0 0,0 1 0 0 0,-2 13 35 0 0,-3 470 1027 0 0,9-418-900 0 0,-1-41-271 0 0,-2-22-204 0 0,0-11-250 0 0,-1 3 575 0 0,-1-23-3767 0 0,-4 1-8284 0 0,2 19 7498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8:42.6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 84 3976 0 0,'-1'0'143'0'0,"1"0"0"0"0,0 1-1 0 0,-1-1 1 0 0,1 0-1 0 0,0 0 1 0 0,-1 0 0 0 0,1 0-1 0 0,0 0 1 0 0,-1 0-1 0 0,1 0 1 0 0,0 0-1 0 0,-1 0 1 0 0,1 0 0 0 0,0-1-1 0 0,-1 1 1 0 0,1 0-1 0 0,0 0 1 0 0,0 0 0 0 0,-1 0-1 0 0,1 0 1 0 0,0-1-1 0 0,-1 1 1 0 0,1 0 0 0 0,0 0-1 0 0,0 0 1 0 0,-1-1-1 0 0,1 1 1 0 0,0 0 0 0 0,0 0-1 0 0,0-1 1 0 0,-1 1-1 0 0,1 0 1 0 0,0-1 0 0 0,0 1-1 0 0,0 0 1 0 0,0-1-1 0 0,0 1 1 0 0,0 0 0 0 0,-1-1-1 0 0,1 1 1 0 0,0 0-1 0 0,0-1 1 0 0,0 1-1 0 0,0 0 1 0 0,0-1 0 0 0,0 1-1 0 0,0 0 1 0 0,1-1-1 0 0,-1 0 67 0 0,0 0 0 0 0,1 0 0 0 0,-1 0 0 0 0,1 1 0 0 0,-1-1 0 0 0,1 0-1 0 0,0 0 1 0 0,-1 1 0 0 0,1-1 0 0 0,0 0 0 0 0,-1 1 0 0 0,1-1-1 0 0,0 1 1 0 0,0-1 0 0 0,0 1 0 0 0,-1-1 0 0 0,3 0 0 0 0,19-6 2023 0 0,1 0 1 0 0,43-5 0 0 0,49 1 700 0 0,-41 5-2070 0 0,-43 3-794 0 0,26-2 896 0 0,-22-6-6454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8:42.6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292 100 4108 0 0,'0'-5'586'0'0,"0"0"1"0"0,0 0-1 0 0,0 0 0 0 0,-1 0 0 0 0,0 1 0 0 0,0-1 0 0 0,0 0 0 0 0,-1 0 0 0 0,1 1 0 0 0,-1-1 0 0 0,0 0 0 0 0,-4-5 0 0 0,3 7-314 0 0,1 0 0 0 0,-1 1 0 0 0,1 0-1 0 0,-1-1 1 0 0,0 1 0 0 0,1 0-1 0 0,-1 1 1 0 0,0-1 0 0 0,-1 0 0 0 0,1 1-1 0 0,0-1 1 0 0,0 1 0 0 0,-1 0 0 0 0,1 0-1 0 0,0 1 1 0 0,-1-1 0 0 0,1 1-1 0 0,-6-1 1 0 0,-4 0 166 0 0,1 1 1 0 0,-1 0-1 0 0,1 1 0 0 0,-1 0 1 0 0,1 0-1 0 0,0 2 0 0 0,-23 6 0 0 0,30-7-399 0 0,0 0-1 0 0,0 1 0 0 0,0-1 1 0 0,1 1-1 0 0,-1 0 1 0 0,1 1-1 0 0,-1-1 0 0 0,1 1 1 0 0,0-1-1 0 0,1 1 0 0 0,-1 0 1 0 0,0 1-1 0 0,1-1 0 0 0,0 1 1 0 0,0-1-1 0 0,1 1 1 0 0,-1 0-1 0 0,1 0 0 0 0,0 0 1 0 0,-1 6-1 0 0,-1 2 39 0 0,2 1 1 0 0,-1-1-1 0 0,2 0 0 0 0,0 1 1 0 0,0-1-1 0 0,2 1 0 0 0,0-1 1 0 0,0 1-1 0 0,1-1 0 0 0,0 0 1 0 0,2 0-1 0 0,-1 0 0 0 0,9 19 1 0 0,-10-26-50 0 0,1-1 1 0 0,0 1 0 0 0,0-1 0 0 0,0 0 0 0 0,1 1 0 0 0,0-2 0 0 0,0 1 0 0 0,0 0 0 0 0,1-1 0 0 0,-1 0 0 0 0,1 0 0 0 0,0 0 0 0 0,0-1 0 0 0,0 1-1 0 0,1-1 1 0 0,-1 0 0 0 0,1-1 0 0 0,0 1 0 0 0,-1-1 0 0 0,1 0 0 0 0,0-1 0 0 0,1 0 0 0 0,-1 0 0 0 0,0 0 0 0 0,0 0 0 0 0,0-1 0 0 0,0 0-1 0 0,1 0 1 0 0,-1-1 0 0 0,0 0 0 0 0,8-2 0 0 0,7-2 44 0 0,-1-1-1 0 0,1-2 1 0 0,-2 1-1 0 0,35-20 1 0 0,68-52-3235 0 0,-120 78 1657 0 0,1-1 0 0 0,-1-1-1 0 0,1 1 1 0 0,-1 0 0 0 0,0 0-1 0 0,0-1 1 0 0,4-4 0 0 0,1-2-2672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8:42.6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701 14 3344 0 0,'-24'-7'2583'0'0,"-8"4"-1274"0"0,0 0 1 0 0,0 2-1 0 0,0 1 1 0 0,0 2-1 0 0,-61 11 1 0 0,71-8-703 0 0,0 1 1 0 0,1 2 0 0 0,-1 0-1 0 0,1 0 1 0 0,1 2-1 0 0,0 1 1 0 0,-26 18-1 0 0,28-15-408 0 0,0 0 0 0 0,2 1 1 0 0,0 0-1 0 0,1 2 0 0 0,0 0 0 0 0,1 0 0 0 0,1 1 0 0 0,1 1 0 0 0,1 0 0 0 0,0 1 0 0 0,2 0 1 0 0,-10 27-1 0 0,8-9-89 0 0,1 1 0 0 0,3 0 0 0 0,1 1 0 0 0,1-1 0 0 0,3 1 1 0 0,1 0-1 0 0,6 64 0 0 0,-4-92-98 0 0,1 0 1 0 0,0 0-1 0 0,0 1 0 0 0,1-2 1 0 0,1 1-1 0 0,0 0 0 0 0,1-1 1 0 0,0 1-1 0 0,0-1 0 0 0,1-1 1 0 0,1 1-1 0 0,0-1 1 0 0,0 0-1 0 0,1-1 0 0 0,0 1 1 0 0,1-2-1 0 0,0 1 0 0 0,0-1 1 0 0,1 0-1 0 0,0-1 0 0 0,0 0 1 0 0,1-1-1 0 0,0 0 0 0 0,12 4 1 0 0,14 4 18 0 0,2-1-1 0 0,-1-3 1 0 0,1 0 0 0 0,79 7 0 0 0,163-9 89 0 0,-238-8-115 0 0,-21 0-5 0 0,0-1-1 0 0,0-1 1 0 0,0-1-1 0 0,0-1 1 0 0,-1-1-1 0 0,1-1 1 0 0,38-16 0 0 0,-47 16 3 0 0,0-1 1 0 0,-1 0 0 0 0,0-1 0 0 0,0 0 0 0 0,-1-1 0 0 0,0 0 0 0 0,0-1 0 0 0,-1 0 0 0 0,-1-1 0 0 0,0 0 0 0 0,0 0 0 0 0,-1-1 0 0 0,9-17 0 0 0,-6 6 20 0 0,-1 0 0 0 0,-1-1-1 0 0,-1-1 1 0 0,0 1 0 0 0,-3-1-1 0 0,5-31 1 0 0,-6 7 177 0 0,-2 0 0 0 0,-5-64-1 0 0,2 99-146 0 0,-2 0 0 0 0,0 0 0 0 0,-1 1-1 0 0,0-1 1 0 0,-1 1 0 0 0,0 0 0 0 0,-1 0 0 0 0,0 1 0 0 0,-16-22-1 0 0,4 9 54 0 0,0 1-1 0 0,-2 1 1 0 0,-36-33-1 0 0,37 40-46 0 0,0 0 0 0 0,-1 2 0 0 0,-1 0 1 0 0,0 1-1 0 0,-1 1 0 0 0,0 1 0 0 0,-1 1 0 0 0,-31-10 0 0 0,50 19-34 0 0,1 1 0 0 0,0-1 1 0 0,-1 1-1 0 0,1-1 0 0 0,-1 1 0 0 0,1 0 1 0 0,0 1-1 0 0,-7 0 0 0 0,-19 9-4910 0 0,-8 3-5914 0 0,14-9 6009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8:42.6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 2213 3208 0 0,'-3'0'12983'0'0,"8"-1"-12742"0"0,1-1 0 0 0,-1-1 0 0 0,0 1-1 0 0,0-1 1 0 0,0 0 0 0 0,0 0 0 0 0,-1 0 0 0 0,1-1 0 0 0,-1 1 0 0 0,0-1 0 0 0,7-8 0 0 0,9-6 132 0 0,90-70 513 0 0,277-207 107 0 0,-138 107-840 0 0,-61 42-107 0 0,-122 93-6 0 0,101-105-1 0 0,-89 80-15 0 0,82-62-112 0 0,-10 10 153 0 0,78-54 85 0 0,-114 98-188 0 0,-12 0 107 0 0,-59 47 51 0 0,89-60 0 0 0,-58 43 46 0 0,-14 10-93 0 0,13-5 443 0 0,86-79 0 0 0,-149 121-423 0 0,0 0-1 0 0,1 1 1 0 0,-1 1 0 0 0,2-1 0 0 0,-1 2-1 0 0,1 0 1 0 0,18-7 0 0 0,1-2 503 0 0,-7 3-1707 0 0,-6 7-3551 0 0,-5 5-4771 0 0,-7 0 4716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8:42.6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255 54 3540 0 0,'0'-40'7332'0'0,"0"39"-7204"0"0,0 1 1 0 0,0-1-1 0 0,0 1 1 0 0,0-1-1 0 0,0 1 1 0 0,0-1-1 0 0,0 1 1 0 0,0 0-1 0 0,0-1 1 0 0,0 1-1 0 0,0-1 1 0 0,-1 1 0 0 0,1-1-1 0 0,0 1 1 0 0,0-1-1 0 0,0 1 1 0 0,-1 0-1 0 0,1-1 1 0 0,0 1-1 0 0,-1-1 1 0 0,1 1-1 0 0,0 0 1 0 0,-1-1-1 0 0,1 1 1 0 0,0 0-1 0 0,-1 0 1 0 0,1-1-1 0 0,0 1 1 0 0,-1 0-1 0 0,1 0 1 0 0,-1-1 0 0 0,1 1-1 0 0,-1 0 1 0 0,1 0-1 0 0,-1 0 1 0 0,-20 5 1405 0 0,-14 18-1145 0 0,22-11-288 0 0,1 1 0 0 0,0 1 1 0 0,1 0-1 0 0,0 1 1 0 0,2 0-1 0 0,-1 0 0 0 0,2 1 1 0 0,0 0-1 0 0,1 1 1 0 0,-9 32-1 0 0,13-39-37 0 0,0 0 0 0 0,1 1-1 0 0,0-1 1 0 0,1 0 0 0 0,0 17 0 0 0,1-25-52 0 0,1 0 1 0 0,-1 0-1 0 0,0 0 0 0 0,1 0 1 0 0,-1 0-1 0 0,1 0 1 0 0,0 0-1 0 0,-1 0 1 0 0,1-1-1 0 0,0 1 0 0 0,0 0 1 0 0,0 0-1 0 0,1-1 1 0 0,-1 1-1 0 0,0-1 1 0 0,1 1-1 0 0,-1-1 1 0 0,1 1-1 0 0,-1-1 0 0 0,1 0 1 0 0,-1 0-1 0 0,1 1 1 0 0,0-1-1 0 0,0-1 1 0 0,0 1-1 0 0,0 0 0 0 0,-1 0 1 0 0,1-1-1 0 0,0 1 1 0 0,0-1-1 0 0,0 1 1 0 0,0-1-1 0 0,4 0 0 0 0,-1 1 1 0 0,0-1-1 0 0,0 1 0 0 0,0-1 0 0 0,0-1 1 0 0,0 1-1 0 0,0 0 0 0 0,0-1 0 0 0,0 0 1 0 0,0-1-1 0 0,0 1 0 0 0,-1-1 0 0 0,1 0 1 0 0,0 0-1 0 0,-1 0 0 0 0,0 0 0 0 0,1-1 0 0 0,-1 0 1 0 0,0 0-1 0 0,0 0 0 0 0,-1 0 0 0 0,1-1 1 0 0,-1 1-1 0 0,1-1 0 0 0,-1 0 0 0 0,0 0 1 0 0,-1 0-1 0 0,1-1 0 0 0,-1 1 0 0 0,0-1 1 0 0,4-8-1 0 0,52-126 132 0 0,-47 90-127 0 0,-6 25 42 0 0,-3 20 58 0 0,0 9 89 0 0,61 291 79 0 0,-59-280-287 0 0,-1 1 0 0 0,0-1 0 0 0,-1 1 0 0 0,0 32 0 0 0,-2-41 10 0 0,0 1 0 0 0,-1-1 0 0 0,-1 0 0 0 0,1 0-1 0 0,-1 0 1 0 0,-1 0 0 0 0,1 0 0 0 0,-1-1 0 0 0,-1 1 0 0 0,1-1 0 0 0,-1 0 0 0 0,-6 8 0 0 0,1-2 23 0 0,-2 0 1 0 0,0 0 0 0 0,-24 20 0 0 0,30-29-5 0 0,0-1 1 0 0,0 1-1 0 0,-1-1 0 0 0,1 0 1 0 0,-1-1-1 0 0,0 0 0 0 0,0 1 1 0 0,0-2-1 0 0,0 1 0 0 0,0-1 1 0 0,0 0-1 0 0,0 0 0 0 0,-11 0 1 0 0,17-1-27 0 0,-28 0 112 0 0,0-1 0 0 0,1 0 0 0 0,-50-11 0 0 0,63 5-2270 0 0,-3-9-8148 0 0,16 15 9366 0 0,-8-7-3158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8:42.6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 47 1256 0 0,'0'0'444'0'0,"-1"-32"2981"0"0,-4 21-2758 0 0,-1 7-3051 0 0,3 4 1248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8:42.6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56 128 1608 0 0,'0'0'290'0'0,"0"-35"4680"0"0,0 26-3458 0 0,0 0 1 0 0,0 1-1 0 0,-2-1 1 0 0,-2-12-1 0 0,3 18-1270 0 0,0 1 1 0 0,0 0-1 0 0,-1-1 0 0 0,1 1 1 0 0,-1 0-1 0 0,1 0 1 0 0,-1 0-1 0 0,0 0 0 0 0,0 0 1 0 0,0 0-1 0 0,0 1 0 0 0,0-1 1 0 0,-1 1-1 0 0,1-1 1 0 0,0 1-1 0 0,-1 0 0 0 0,1 0 1 0 0,-1 0-1 0 0,1 0 0 0 0,-3 0 1 0 0,4 1-194 0 0,1 0 0 0 0,0 0 0 0 0,0 0-1 0 0,-1 0 1 0 0,1 0 0 0 0,0 0 0 0 0,0 0 0 0 0,-1 0 0 0 0,1 0 0 0 0,0 0 0 0 0,0 0 0 0 0,-1 1 0 0 0,1-1 0 0 0,0 0 0 0 0,0 0 0 0 0,0 0 0 0 0,-1 0-1 0 0,1 1 1 0 0,0-1 0 0 0,0 0 0 0 0,0 0 0 0 0,-1 0 0 0 0,1 1 0 0 0,0-1 0 0 0,0 0 0 0 0,0 0 0 0 0,0 0 0 0 0,0 1 0 0 0,0-1 0 0 0,0 0 0 0 0,0 0-1 0 0,-1 1 1 0 0,1-1 0 0 0,0 0 0 0 0,0 1 0 0 0,0-1 0 0 0,0 0 0 0 0,0 0 0 0 0,0 1 0 0 0,1-1 0 0 0,-2 21 356 0 0,6 16-476 0 0,-3-31 85 0 0,7 40 129 0 0,2 0 0 0 0,3-2 1 0 0,24 58-1 0 0,87 139 237 0 0,-66-134-293 0 0,70 100 82 0 0,-15-27 5 0 0,-86-124-158 0 0,35 102 0 0 0,-51-124-10 0 0,6 15 8 0 0,-9-21-8 0 0,0-1-1 0 0,2-1 1 0 0,1 1 0 0 0,1-2 0 0 0,2 0 0 0 0,21 30 0 0 0,-19-36-13 0 0,-2 1 0 0 0,0 1 0 0 0,18 34-1 0 0,-10-17-17 0 0,-18-30 16 0 0,0-1 0 0 0,-1 1 0 0 0,0 0 0 0 0,0 0-1 0 0,0 0 1 0 0,-1 0 0 0 0,-1 0 0 0 0,4 16 0 0 0,-5-19 5 0 0,0 1 0 0 0,0 0 0 0 0,1-1 0 0 0,0 0 1 0 0,3 6-1 0 0,4 17-13 0 0,-8-26 16 0 0,1 0 0 0 0,-1 1-1 0 0,0-1 1 0 0,0 0 0 0 0,1 0-1 0 0,0 0 1 0 0,-1 0 0 0 0,1 0 0 0 0,0 0-1 0 0,0-1 1 0 0,0 1 0 0 0,0 0-1 0 0,0-1 1 0 0,0 0 0 0 0,0 1 0 0 0,1-1-1 0 0,-1 0 1 0 0,0 0 0 0 0,1 0-1 0 0,4 0 1 0 0,14 9-7 0 0,-19-9 8 0 0,0 1 0 0 0,-1-1 0 0 0,1 1 0 0 0,0-1 0 0 0,-1 1 0 0 0,0 0 0 0 0,1 0 0 0 0,-1 0 0 0 0,0 0 0 0 0,0-1 0 0 0,0 2 0 0 0,0-1 0 0 0,0 0 0 0 0,-1 0 0 0 0,1 0 0 0 0,-1 0 0 0 0,1 0 0 0 0,-1 1 0 0 0,0-1 0 0 0,1 0 0 0 0,-2 4 0 0 0,1-3-1 0 0,1 0 0 0 0,-1 0 0 0 0,0 0 0 0 0,1 0 0 0 0,0 0 0 0 0,-1 0 0 0 0,1 0 0 0 0,0 0 0 0 0,3 4 0 0 0,-4-6-1213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8:42.6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84 4260 0 0,'0'-60'6004'0'0,"0"37"349"0"0,0 31-2034 0 0,1 106-2735 0 0,19 137 0 0 0,-18-227-1446 0 0,-2-19-169 0 0,0 0-1 0 0,0-1 0 0 0,1 1 1 0 0,0 0-1 0 0,0 0 0 0 0,0 0 1 0 0,0 0-1 0 0,1-1 0 0 0,2 7 1 0 0,-4-11-34 0 0,0 0 1 0 0,0 0 0 0 0,0 0 0 0 0,0 0 0 0 0,0 0 0 0 0,1 0 0 0 0,-1 1 0 0 0,0-1 0 0 0,0 0-1 0 0,0 0 1 0 0,0 0 0 0 0,0 0 0 0 0,0 0 0 0 0,0 0 0 0 0,0 0 0 0 0,0 0 0 0 0,0 0 0 0 0,0 0 0 0 0,1 0-1 0 0,-1 0 1 0 0,0 0 0 0 0,0 0 0 0 0,0 1 0 0 0,0-1 0 0 0,0 0 0 0 0,0 0 0 0 0,0 0 0 0 0,0 0-1 0 0,1 0 1 0 0,-1 0 0 0 0,0 0 0 0 0,0 0 0 0 0,0 0 0 0 0,0 0 0 0 0,0 0 0 0 0,0-1 0 0 0,0 1 0 0 0,0 0-1 0 0,1 0 1 0 0,-1 0 0 0 0,0 0 0 0 0,0 0 0 0 0,0 0 0 0 0,0 0 0 0 0,0 0 0 0 0,0 0 0 0 0,0 0-1 0 0,0 0 1 0 0,0 0 0 0 0,1 0 0 0 0,-1 0 0 0 0,0-1 0 0 0,0 1 0 0 0,0 0 0 0 0,0 0 0 0 0,0 0 0 0 0,0 0-1 0 0,0 0 1 0 0,0 0 0 0 0,0 0 0 0 0,0 0 0 0 0,0-1 0 0 0,0 1 0 0 0,3-10-6802 0 0,3-1-1691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8:42.6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56 113 3496 0 0,'-27'-4'8512'0'0,"25"7"-8185"0"0,-1 0-1 0 0,1-1 0 0 0,0 1 0 0 0,0 0 0 0 0,0 0 1 0 0,0 0-1 0 0,0 0 0 0 0,1 0 0 0 0,0 1 0 0 0,-1-1 1 0 0,1 0-1 0 0,0 1 0 0 0,0-1 0 0 0,1 1 1 0 0,-1 6-1 0 0,-3 58 1329 0 0,4-62-1628 0 0,0 10 116 0 0,1 1-1 0 0,1-1 0 0 0,0 1 0 0 0,1-1 0 0 0,0 0 1 0 0,11 29-1 0 0,-12-39-116 0 0,1 0 0 0 0,0-1-1 0 0,0 1 1 0 0,0 0 0 0 0,1-1 0 0 0,-1 0 0 0 0,1 1 0 0 0,1-2 0 0 0,-1 1 0 0 0,1 0-1 0 0,0-1 1 0 0,0 0 0 0 0,0 0 0 0 0,0 0 0 0 0,1-1 0 0 0,0 0 0 0 0,-1 0-1 0 0,1 0 1 0 0,11 3 0 0 0,-6-4-6 0 0,0 0-1 0 0,1 0 1 0 0,-1-1-1 0 0,1 0 1 0 0,-1-1-1 0 0,1 0 1 0 0,-1-1-1 0 0,1-1 1 0 0,-1 1-1 0 0,19-7 0 0 0,-24 7 14 0 0,0-1-1 0 0,-1 0 0 0 0,1-1 0 0 0,-1 1 0 0 0,0-1 1 0 0,1 0-1 0 0,-1 0 0 0 0,0-1 0 0 0,-1 0 0 0 0,1 1 0 0 0,-1-2 1 0 0,0 1-1 0 0,0 0 0 0 0,0-1 0 0 0,0 0 0 0 0,-1 0 0 0 0,0 0 1 0 0,0 0-1 0 0,0 0 0 0 0,0-1 0 0 0,2-10 0 0 0,-1-1 158 0 0,0 0-1 0 0,-2 0 0 0 0,0 0 0 0 0,-1 0 1 0 0,-1-1-1 0 0,0 1 0 0 0,-4-19 0 0 0,3 26-75 0 0,-1 1 0 0 0,0 0 0 0 0,-1-1 0 0 0,0 1 0 0 0,-1 0 0 0 0,1 0 0 0 0,-2 1 0 0 0,1-1 0 0 0,-1 1 0 0 0,-1 0 1 0 0,1 0-1 0 0,-1 1 0 0 0,0-1 0 0 0,-10-7 0 0 0,-2-1 229 0 0,-38-24 1 0 0,50 36-329 0 0,-1 1 1 0 0,1-1-1 0 0,-1 1 1 0 0,0 0-1 0 0,0 0 1 0 0,0 1-1 0 0,-1 0 0 0 0,1 1 1 0 0,0-1-1 0 0,-10 1 1 0 0,15 1-91 0 0,0 0 0 0 0,-1 0 0 0 0,1 0 0 0 0,0 1-1 0 0,0-1 1 0 0,-1 1 0 0 0,1 0 0 0 0,0 0 0 0 0,0 0 0 0 0,0 0 0 0 0,0 0 0 0 0,0 0 0 0 0,0 0 0 0 0,0 1-1 0 0,0-1 1 0 0,1 1 0 0 0,-1-1 0 0 0,-2 4 0 0 0,-21 36-8832 0 0,16-23 3459 0 0,-2-1 631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8:42.6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0 887 3868 0 0,'19'0'3071'0'0,"18"-3"-1463"0"0,-1-2-1 0 0,0-1 1 0 0,-1-2-1 0 0,1-1 1 0 0,39-16 0 0 0,27-7-555 0 0,440-108 806 0 0,-446 116-1718 0 0,83-27 243 0 0,177-76 0 0 0,-107 36 58 0 0,13-6-156 0 0,-185 69-56 0 0,151-33 0 0 0,-189 51-151 0 0,46-20-1 0 0,-6 3 34 0 0,59-29 333 0 0,-125 52-328 0 0,-5 1-64 0 0,0 0 0 0 0,1 1 1 0 0,-1 0-1 0 0,1 0 0 0 0,-1 1 0 0 0,1 0 0 0 0,0 0 0 0 0,12 2 0 0 0,-10 0-82 0 0,1 0 0 0 0,-1-1 0 0 0,1 0 0 0 0,-1 0 0 0 0,0-2 0 0 0,1 1 0 0 0,-1-1 0 0 0,19-6 0 0 0,-25 4-86 0 0,-19-19-18172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8:42.6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0 376 3932 0 0,'1'-3'14434'0'0,"7"-12"-13410"0"0,49-67-292 0 0,59-113 0 0 0,-112 188-719 0 0,0-1 7 0 0,0 1 0 0 0,0-1 0 0 0,0 1 0 0 0,-1-1 0 0 0,0 0 0 0 0,-1-1 0 0 0,2-9 0 0 0,-4 18-16 0 0,0 0 1 0 0,0 0 0 0 0,1 0-1 0 0,-1 0 1 0 0,0 0 0 0 0,0 0 0 0 0,0 0-1 0 0,0 0 1 0 0,0 0 0 0 0,0 0-1 0 0,0 0 1 0 0,0 0 0 0 0,0 0 0 0 0,0 0-1 0 0,1 0 1 0 0,-1 0 0 0 0,0 0-1 0 0,0 0 1 0 0,0 0 0 0 0,0 0-1 0 0,0 0 1 0 0,0 0 0 0 0,0 0 0 0 0,0 0-1 0 0,0 0 1 0 0,0 0 0 0 0,1 0-1 0 0,-1 0 1 0 0,0 0 0 0 0,0 0 0 0 0,0 0-1 0 0,0 0 1 0 0,0 0 0 0 0,3 11 102 0 0,-3 48 139 0 0,10 277 884 0 0,-10-332-1165 0 0,2 12 157 0 0,0 1 1 0 0,0-1-1 0 0,7 18 1 0 0,-9-32-202 0 0,1 1 1 0 0,0 0-1 0 0,0-1 0 0 0,0 1 1 0 0,0 0-1 0 0,0-1 0 0 0,1 1 1 0 0,-1-1-1 0 0,1 0 0 0 0,-1 1 1 0 0,1-1-1 0 0,0 0 0 0 0,0 0 1 0 0,0 0-1 0 0,0 0 0 0 0,1 0 1 0 0,-1-1-1 0 0,0 1 0 0 0,1-1 1 0 0,-1 1-1 0 0,1-1 1 0 0,-1 0-1 0 0,1 0 0 0 0,0 0 1 0 0,3 0-1 0 0,-5 0-322 0 0,0-1 1 0 0,-1 0-1 0 0,1 0 0 0 0,0-1 1 0 0,0 1-1 0 0,-1 0 1 0 0,1 0-1 0 0,0 0 0 0 0,-1 0 1 0 0,1 0-1 0 0,0-1 1 0 0,-1 1-1 0 0,1 0 0 0 0,-1-1 1 0 0,1 1-1 0 0,0 0 0 0 0,-1-1 1 0 0,1 1-1 0 0,-1-1 1 0 0,1 1-1 0 0,-1-1 0 0 0,1 1 1 0 0,-1-1-1 0 0,0 1 1 0 0,1-1-1 0 0,-1 0 0 0 0,1 1 1 0 0,-1-1-1 0 0,0 1 0 0 0,1-2 1 0 0,0-6-3929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8:42.6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10 379 3480 0 0,'-1'0'175'0'0,"0"1"0"0"0,0-1 0 0 0,1 1 0 0 0,-1 0 0 0 0,1-1 0 0 0,-1 1 0 0 0,0 0 0 0 0,1-1 0 0 0,-1 1 0 0 0,1 0-1 0 0,-1 0 1 0 0,1-1 0 0 0,0 1 0 0 0,-1 0 0 0 0,1 0 0 0 0,0 0 0 0 0,0 0 0 0 0,-1-1 0 0 0,1 1 0 0 0,0 0 0 0 0,0 0 0 0 0,0 0-1 0 0,0 0 1 0 0,0 0 0 0 0,0 0 0 0 0,0-1 0 0 0,0 1 0 0 0,1 0 0 0 0,-1 0 0 0 0,0 0 0 0 0,0 0 0 0 0,1-1 0 0 0,-1 1 0 0 0,1 0-1 0 0,-1 0 1 0 0,1 0 0 0 0,-1-1 0 0 0,1 1 0 0 0,-1 0 0 0 0,1-1 0 0 0,-1 1 0 0 0,1 0 0 0 0,0-1 0 0 0,-1 1 0 0 0,1-1 0 0 0,0 1 0 0 0,0-1-1 0 0,0 0 1 0 0,-1 1 0 0 0,1-1 0 0 0,0 0 0 0 0,0 1 0 0 0,0-1 0 0 0,0 0 0 0 0,-1 0 0 0 0,1 0 0 0 0,0 0 0 0 0,0 0 0 0 0,0 0-1 0 0,0 0 1 0 0,1 0 0 0 0,5-1 286 0 0,0-1-1 0 0,-1 0 1 0 0,1 0-1 0 0,-1 0 1 0 0,1-1-1 0 0,-1 0 1 0 0,0 0-1 0 0,0-1 1 0 0,0 1-1 0 0,7-8 1 0 0,-5 4-246 0 0,-1 0 1 0 0,-1 0-1 0 0,1-1 1 0 0,-1 0-1 0 0,0 0 1 0 0,7-14-1 0 0,-4 4-183 0 0,-1-1 0 0 0,-1 0 0 0 0,-1 0-1 0 0,-1-1 1 0 0,0 1 0 0 0,2-33 0 0 0,2-95 827 0 0,-9 257-201 0 0,7 255 563 0 0,-5-343-986 0 0,2-1 1 0 0,0 1-1 0 0,9 26 0 0 0,3-1-3798 0 0,-2-3-8286 0 0,-11-36 7156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8:42.6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 3462 3432 0 0,'-1'-1'278'0'0,"1"1"0"0"0,-1-1 0 0 0,0 0 0 0 0,0 1-1 0 0,1-1 1 0 0,-1 0 0 0 0,0 1 0 0 0,1-1-1 0 0,-1 0 1 0 0,1 0 0 0 0,-1 1 0 0 0,1-1 0 0 0,0 0-1 0 0,-1 0 1 0 0,1 0 0 0 0,0 0 0 0 0,-1 0 0 0 0,1 1-1 0 0,0-1 1 0 0,0 0 0 0 0,0 0 0 0 0,0 0 0 0 0,0 0-1 0 0,0 0 1 0 0,0 0 0 0 0,0-1 0 0 0,1-38 2979 0 0,-1 28-2506 0 0,0-9-78 0 0,0 0 99 0 0,0 0 1 0 0,5-26 0 0 0,-4 38-684 0 0,1 1 0 0 0,1 0 1 0 0,0 0-1 0 0,0 0 0 0 0,0 0 0 0 0,1 0 1 0 0,0 0-1 0 0,9-11 0 0 0,29-46 33 0 0,-3-1-1 0 0,32-74 1 0 0,20-37-60 0 0,-52 103-35 0 0,36-100 1 0 0,-47 103 36 0 0,73-132 1 0 0,28 5 97 0 0,43-71-93 0 0,-124 189-57 0 0,-2 3-40 0 0,38-85 0 0 0,-60 108 20 0 0,0-3-1 0 0,2 0 0 0 0,57-88 0 0 0,-76 135 11 0 0,28-38 40 0 0,-2-1-1 0 0,-3-2 0 0 0,25-55 1 0 0,18-32 53 0 0,-8 17-34 0 0,-58 104-60 0 0,-2 1-1 0 0,6-25 1 0 0,7-19 13 0 0,-11 43 18 0 0,0 1 1 0 0,1 0 0 0 0,0 0 0 0 0,2 1-1 0 0,14-19 1 0 0,-21 30 22 0 0,-1 0-1 0 0,1 0 1 0 0,-1 0 0 0 0,0-1 0 0 0,0 1 0 0 0,0-1 0 0 0,0 1-1 0 0,-1-1 1 0 0,0 0 0 0 0,0 0 0 0 0,0 1 0 0 0,-1-1-1 0 0,1-7 1 0 0,1 5-4 0 0,1 0 0 0 0,0 0-1 0 0,0 0 1 0 0,1 0 0 0 0,-1 0 0 0 0,1 1-1 0 0,1 0 1 0 0,0 0 0 0 0,6-7 0 0 0,-3 3-27 0 0,0 0 0 0 0,-1 0 1 0 0,0 0-1 0 0,-1-1 1 0 0,0 0-1 0 0,-1 0 1 0 0,0-1-1 0 0,0 0 0 0 0,-1 0 1 0 0,4-22-1 0 0,-7 27-4 0 0,8-28 55 0 0,-8 33-71 0 0,-1 1 0 0 0,1-1 0 0 0,-1 1 0 0 0,1-1 0 0 0,-1 1-1 0 0,1-1 1 0 0,0 1 0 0 0,0 0 0 0 0,0-1 0 0 0,0 1 0 0 0,0 0 0 0 0,0 0 0 0 0,0 0-1 0 0,0 0 1 0 0,1 0 0 0 0,-1 0 0 0 0,2-1 0 0 0,-3 2-16 0 0,1 1 0 0 0,0 0-1 0 0,-1-1 1 0 0,1 1 0 0 0,-1-1 0 0 0,1 1 0 0 0,0 0-1 0 0,-1 0 1 0 0,0-1 0 0 0,1 1 0 0 0,-1 0-1 0 0,0 0 1 0 0,1 0 0 0 0,-1 0 0 0 0,0-1 0 0 0,0 1-1 0 0,0 0 1 0 0,1 0 0 0 0,-1 0 0 0 0,0 0 0 0 0,0 0-1 0 0,0-1 1 0 0,-1 3 0 0 0,2 24-1500 0 0,-2-19-502 0 0,0-1 0 0 0,-1 1 0 0 0,0-1 0 0 0,-4 10 0 0 0,4-9 356 0 0,-6 12-2439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8:42.6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131 85 424 0 0,'0'-32'4298'0'0,"1"1"-670"0"0,-1 9 3770 0 0,-7 51-4700 0 0,0 14-2234 0 0,-26 113 469 0 0,27-132-805 0 0,-2 1 1 0 0,-1-1-1 0 0,0-1 0 0 0,-16 26 1 0 0,24-47-597 0 0,-15 22 1965 0 0,5-13-3783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8:42.6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5 284 3148 0 0,'-2'-75'3552'0'0,"0"39"-1356"0"0,2-1-1 0 0,7-65 1 0 0,3 71 1629 0 0,-10 30-3776 0 0,0 1 1 0 0,0 0-1 0 0,0 0 0 0 0,0 0 0 0 0,1 0 0 0 0,-1 0 0 0 0,0-1 0 0 0,0 1 1 0 0,0 0-1 0 0,0 0 0 0 0,0 0 0 0 0,0 0 0 0 0,1 0 0 0 0,-1 0 0 0 0,0 0 1 0 0,0 0-1 0 0,0-1 0 0 0,0 1 0 0 0,0 0 0 0 0,1 0 0 0 0,-1 0 0 0 0,0 0 1 0 0,0 0-1 0 0,0 0 0 0 0,0 0 0 0 0,0 0 0 0 0,1 0 0 0 0,-1 0 0 0 0,0 0 1 0 0,0 0-1 0 0,0 0 0 0 0,0 0 0 0 0,1 0 0 0 0,-1 0 0 0 0,0 0 0 0 0,0 0 1 0 0,0 0-1 0 0,0 1 0 0 0,1-1 0 0 0,-1 0 0 0 0,0 0 0 0 0,0 0 0 0 0,0 0 1 0 0,0 0-1 0 0,0 0 0 0 0,1 0 0 0 0,5 18 806 0 0,0 26-215 0 0,-2 1 0 0 0,-2 0 0 0 0,-3 45-1 0 0,1 19-78 0 0,0-64-311 0 0,-1-28-185 0 0,1 0 1 0 0,0-1-1 0 0,2 1 0 0 0,5 29 0 0 0,-6-44-101 0 0,-1-1 1 0 0,0 0-1 0 0,1 0 0 0 0,-1 1 1 0 0,1-1-1 0 0,0 0 0 0 0,-1 0 1 0 0,1 0-1 0 0,0 0 0 0 0,0 1 1 0 0,-1-1-1 0 0,1 0 0 0 0,0-1 1 0 0,0 1-1 0 0,0 0 0 0 0,0 0 1 0 0,0 0-1 0 0,1 0 0 0 0,-1-1 1 0 0,0 1-1 0 0,0-1 0 0 0,0 1 1 0 0,1-1-1 0 0,-1 1 1 0 0,2-1-1 0 0,14-2-2958 0 0,0-11-4193 0 0,-6 1 2899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8:42.6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 64 2320 0 0,'0'-36'7240'0'0,"0"22"-3978"0"0,0 0 3086 0 0,-8 27-4811 0 0,3-1-1412 0 0,0 1 0 0 0,2 0-1 0 0,-1-1 1 0 0,2 1 0 0 0,0 1 0 0 0,0-1-1 0 0,1 0 1 0 0,1 23 0 0 0,-1-14-52 0 0,1-17-61 0 0,-1-1 0 0 0,1 0 0 0 0,0 1 1 0 0,0-1-1 0 0,1 0 0 0 0,-1 1 0 0 0,3 6 1 0 0,-3-9-9 0 0,1-1-1 0 0,0 0 1 0 0,0 1 0 0 0,0-1 0 0 0,0 0 0 0 0,0 0 0 0 0,0 0 0 0 0,0 1 0 0 0,0-1 0 0 0,0 0 0 0 0,1-1 0 0 0,-1 1 0 0 0,0 0 0 0 0,1 0 0 0 0,-1 0-1 0 0,1-1 1 0 0,-1 1 0 0 0,1-1 0 0 0,-1 1 0 0 0,1-1 0 0 0,-1 0 0 0 0,1 1 0 0 0,-1-1 0 0 0,1 0 0 0 0,-1 0 0 0 0,3 0 0 0 0,50 0 38 0 0,-43-1-24 0 0,0 0-1 0 0,1 1 0 0 0,-1 1 1 0 0,1-1-1 0 0,-1 2 0 0 0,0 0 1 0 0,0 0-1 0 0,18 7 0 0 0,-27-8-4 0 0,0 0 0 0 0,-1 1 0 0 0,0-1 0 0 0,1 0 0 0 0,-1 1 0 0 0,0-1 0 0 0,1 1 0 0 0,-1 0 0 0 0,0-1 0 0 0,0 1 0 0 0,0 0 0 0 0,-1 0 0 0 0,1-1 0 0 0,0 1 0 0 0,-1 0 0 0 0,1 0 0 0 0,-1 0 0 0 0,0 0 0 0 0,1 0 0 0 0,-1 0 0 0 0,0 0 0 0 0,0 0 0 0 0,-1 3 0 0 0,1 2 34 0 0,-1 0 1 0 0,1 0-1 0 0,-2 0 0 0 0,1 0 0 0 0,-4 9 1 0 0,-2 1 77 0 0,0-1 1 0 0,0-1-1 0 0,-2 1 0 0 0,1-1 1 0 0,-2-1-1 0 0,0 0 1 0 0,-20 21-1 0 0,-4-1 319 0 0,33-33-480 0 0,1-77-3073 0 0,0-2-9681 0 0,0 55 8585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8:42.6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42 130 3112 0 0,'-26'-11'4694'0'0,"25"10"-4383"0"0,0 1 0 0 0,0-1 0 0 0,1 1 0 0 0,-1-1 0 0 0,0 1 0 0 0,0-1 0 0 0,0 0 0 0 0,0 1 0 0 0,1-1 0 0 0,-1 0 0 0 0,0 1 0 0 0,0-1 0 0 0,1 0-1 0 0,-1 0 1 0 0,1 0 0 0 0,-1 0 0 0 0,1 0 0 0 0,-1 0 0 0 0,1 0 0 0 0,0 0 0 0 0,-1-1 0 0 0,4 0 91 0 0,-1 0-1 0 0,1 1 1 0 0,0-1 0 0 0,0 1-1 0 0,0 0 1 0 0,0-1-1 0 0,0 1 1 0 0,0 0 0 0 0,0 1-1 0 0,5-2 1 0 0,5-1 604 0 0,76-23 993 0 0,149-23 0 0 0,-235 48-1960 0 0,62-5 574 0 0,-37 6-6132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8:42.6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34 345 3264 0 0,'-2'0'295'0'0,"0"1"0"0"0,1 0 0 0 0,-1 0 0 0 0,0 0 0 0 0,1 0-1 0 0,-1 0 1 0 0,0 0 0 0 0,1 0 0 0 0,-1 0 0 0 0,1 1 0 0 0,0-1 0 0 0,-1 0-1 0 0,1 1 1 0 0,0-1 0 0 0,0 1 0 0 0,0 0 0 0 0,0-1 0 0 0,0 1 0 0 0,0 0-1 0 0,1-1 1 0 0,-2 4 0 0 0,2-4-169 0 0,-1 0 0 0 0,1 0 1 0 0,-1 0-1 0 0,1 0 0 0 0,0 0 0 0 0,0 0 0 0 0,-1 0 0 0 0,1 0 0 0 0,0 0 1 0 0,0 0-1 0 0,0 0 0 0 0,0 0 0 0 0,0 0 0 0 0,0 0 0 0 0,0 0 0 0 0,0 0 1 0 0,1 0-1 0 0,-1 0 0 0 0,0 0 0 0 0,1 0 0 0 0,-1 0 0 0 0,0 0 0 0 0,1 0 0 0 0,-1-1 1 0 0,1 1-1 0 0,0 0 0 0 0,-1 0 0 0 0,1 0 0 0 0,0-1 0 0 0,-1 1 0 0 0,1 0 1 0 0,0-1-1 0 0,0 1 0 0 0,-1 0 0 0 0,1-1 0 0 0,0 1 0 0 0,0-1 0 0 0,0 0 0 0 0,0 1 1 0 0,0-1-1 0 0,0 0 0 0 0,0 1 0 0 0,0-1 0 0 0,0 0 0 0 0,2 0 0 0 0,6 0 155 0 0,1 0 0 0 0,0-1 0 0 0,-1 0 0 0 0,1 0 0 0 0,-1-1-1 0 0,1-1 1 0 0,-1 1 0 0 0,0-2 0 0 0,0 1 0 0 0,0-1 0 0 0,10-6-1 0 0,3-3-112 0 0,0-1 0 0 0,-1-1 0 0 0,19-18-1 0 0,-29 24-128 0 0,-1 0 0 0 0,0-1 0 0 0,-1 0 0 0 0,0-1-1 0 0,-1 0 1 0 0,0 0 0 0 0,0-1 0 0 0,-2 0-1 0 0,1 0 1 0 0,-1-1 0 0 0,-1 0 0 0 0,0 0-1 0 0,-1 0 1 0 0,-1-1 0 0 0,0 1 0 0 0,-1-1 0 0 0,0 0-1 0 0,-1 0 1 0 0,-1-22 0 0 0,0 34-34 0 0,0 1 0 0 0,0-1 1 0 0,0 0-1 0 0,0 0 0 0 0,-1 1 0 0 0,1-1 1 0 0,-1 0-1 0 0,1 1 0 0 0,-1-1 0 0 0,0 1 1 0 0,0-1-1 0 0,1 1 0 0 0,-1-1 0 0 0,0 1 1 0 0,0-1-1 0 0,-1 1 0 0 0,1 0 1 0 0,0 0-1 0 0,0 0 0 0 0,-1-1 0 0 0,1 1 1 0 0,0 0-1 0 0,-4-1 0 0 0,2 1 3 0 0,0 0-1 0 0,0 0 1 0 0,-1 0 0 0 0,1 1-1 0 0,0 0 1 0 0,0-1 0 0 0,-1 1-1 0 0,1 0 1 0 0,-1 1 0 0 0,1-1-1 0 0,-5 1 1 0 0,-5 2 12 0 0,1 1 1 0 0,0 0-1 0 0,1 1 1 0 0,-1 0-1 0 0,-16 9 1 0 0,22-9 2 0 0,0-1 0 0 0,0 1 1 0 0,0 0-1 0 0,0 1 1 0 0,1-1-1 0 0,0 1 0 0 0,0 0 1 0 0,0 0-1 0 0,1 1 1 0 0,0 0-1 0 0,0-1 0 0 0,1 1 1 0 0,0 1-1 0 0,0-1 1 0 0,0 0-1 0 0,1 1 1 0 0,0-1-1 0 0,1 1 0 0 0,0-1 1 0 0,0 1-1 0 0,0 0 1 0 0,1 0-1 0 0,0 0 0 0 0,3 14 1 0 0,-2-14 10 0 0,0 0 0 0 0,1 0 0 0 0,0 0 0 0 0,1 0 0 0 0,0 0 0 0 0,0-1 0 0 0,0 0 0 0 0,1 1 0 0 0,0-1 0 0 0,1-1 0 0 0,0 1 0 0 0,0-1 0 0 0,0 1 0 0 0,1-1 0 0 0,-1-1-1 0 0,1 1 1 0 0,1-1 0 0 0,-1 0 0 0 0,1-1 0 0 0,0 1 0 0 0,0-1 0 0 0,0-1 0 0 0,15 6 0 0 0,-7-5 58 0 0,0 0-1 0 0,0-2 1 0 0,0 1-1 0 0,0-2 1 0 0,0 0-1 0 0,1-1 1 0 0,-1-1-1 0 0,0 0 0 0 0,27-6 1 0 0,-29 4-534 0 0,-1 0-1 0 0,0-1 1 0 0,0-1 0 0 0,-1 0-1 0 0,13-8 1 0 0,-16 8-1057 0 0,0 0-1 0 0,0-1 1 0 0,-1 0-1 0 0,0 0 1 0 0,0-1 0 0 0,0 0-1 0 0,7-10 1 0 0,0-4-2682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8:42.6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471 18 2992 0 0,'-54'-9'3569'0'0,"6"1"-1902"0"0,35 7-1275 0 0,0 1 0 0 0,0 1 0 0 0,0 0 0 0 0,1 1 0 0 0,-1 0 0 0 0,0 1 0 0 0,1 0 0 0 0,-1 1-1 0 0,1 0 1 0 0,0 1 0 0 0,0 0 0 0 0,1 1 0 0 0,0 1 0 0 0,-18 12 0 0 0,17-9-163 0 0,1 0-1 0 0,0 1 1 0 0,0 0 0 0 0,1 0 0 0 0,0 1-1 0 0,1 1 1 0 0,1 0 0 0 0,0 0-1 0 0,0 0 1 0 0,2 1 0 0 0,-1 0 0 0 0,-4 18-1 0 0,-1 8-46 0 0,2 0 0 0 0,2 1 0 0 0,2-1-1 0 0,1 2 1 0 0,3-1 0 0 0,1 0 0 0 0,2 1 0 0 0,1-1 0 0 0,16 76-1 0 0,-13-99-104 0 0,0-1 0 0 0,2 1 0 0 0,0-1 0 0 0,1 0 1 0 0,0-1-1 0 0,2 0 0 0 0,0 0 0 0 0,0-1 0 0 0,26 27 0 0 0,-20-26 2 0 0,1 0 1 0 0,1-1 0 0 0,0-1 0 0 0,1-1-1 0 0,1 0 1 0 0,0-2 0 0 0,37 16-1 0 0,-36-18-15 0 0,0-2 0 0 0,1-1 0 0 0,0-1-1 0 0,0 0 1 0 0,0-2 0 0 0,1 0-1 0 0,44-2 1 0 0,-50-2-29 0 0,1-1 0 0 0,0-1 0 0 0,0 0 0 0 0,-1-1 0 0 0,0-1 1 0 0,0-1-1 0 0,0 0 0 0 0,-1-2 0 0 0,1 1 0 0 0,21-16 0 0 0,-10 3-10 0 0,-2-2 1 0 0,0 0-1 0 0,-1-2 1 0 0,-1-1-1 0 0,-1-1 1 0 0,-1-1-1 0 0,32-52 1 0 0,-43 58-1 0 0,-1-1 1 0 0,-1 0-1 0 0,-1 0 0 0 0,-1-1 1 0 0,-1 1-1 0 0,0-2 1 0 0,2-33-1 0 0,-3-11 101 0 0,-5-89-1 0 0,0 144-103 0 0,-1-1 0 0 0,-1 0 1 0 0,0 1-1 0 0,0-1 0 0 0,-2 1 0 0 0,0 0 0 0 0,0 0 1 0 0,-10-20-1 0 0,10 26-12 0 0,0 1 0 0 0,0-1-1 0 0,-1 1 1 0 0,1 0 0 0 0,-1 1 0 0 0,-1-1 0 0 0,1 1 0 0 0,-1 0 0 0 0,0 1-1 0 0,0-1 1 0 0,0 1 0 0 0,-1 0 0 0 0,1 0 0 0 0,-1 1 0 0 0,0 0 0 0 0,0 0-1 0 0,-9-1 1 0 0,-21-6 271 0 0,-1 2 0 0 0,-38-2 0 0 0,-1 9-1769 0 0,60 2-1393 0 0,0 1 0 0 0,-23 6 0 0 0,21-3-1435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8:42.6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13 476 4324 0 0,'-1'0'148'0'0,"1"0"0"0"0,-1 0 0 0 0,1 0 0 0 0,0 0 0 0 0,-1 0-1 0 0,1 0 1 0 0,0 0 0 0 0,-1 0 0 0 0,1 0 0 0 0,-1 0 0 0 0,1 0 0 0 0,0 0-1 0 0,-1 0 1 0 0,1 0 0 0 0,0 0 0 0 0,-1 0 0 0 0,1 0 0 0 0,-1-1-1 0 0,1 1 1 0 0,0 0 0 0 0,-1 0 0 0 0,1 0 0 0 0,0-1 0 0 0,-1 1 0 0 0,1 0-1 0 0,0 0 1 0 0,0-1 0 0 0,-1 1 0 0 0,1 0 0 0 0,0-1 0 0 0,0 1-1 0 0,-1 0 1 0 0,1-1 0 0 0,0 1 0 0 0,0 0 0 0 0,0-1 0 0 0,0 1 0 0 0,0 0-1 0 0,-1-1 1 0 0,11-15 2652 0 0,18-9-581 0 0,11 1-140 0 0,100-71 54 0 0,-125 84-2130 0 0,0 0-1 0 0,-1-2 0 0 0,-1 1 1 0 0,0-2-1 0 0,-1 1 0 0 0,0-2 0 0 0,10-18 1 0 0,-16 24 6 0 0,-1-1-1 0 0,0 0 1 0 0,-1 1 0 0 0,0-1 0 0 0,0 0-1 0 0,1-19 1 0 0,-3 23 6 0 0,-1-1-1 0 0,0 1 1 0 0,0-1-1 0 0,0 1 1 0 0,-1-1 0 0 0,0 1-1 0 0,0-1 1 0 0,-1 1 0 0 0,0 0-1 0 0,0 0 1 0 0,-5-11-1 0 0,7 16-6 0 0,-1 0-1 0 0,0 0 0 0 0,1 1 0 0 0,-1-1 0 0 0,0 0 0 0 0,0 0 1 0 0,0 0-1 0 0,0 0 0 0 0,0 1 0 0 0,0-1 0 0 0,0 0 0 0 0,0 1 1 0 0,0-1-1 0 0,0 1 0 0 0,-1 0 0 0 0,1-1 0 0 0,0 1 0 0 0,0 0 1 0 0,0-1-1 0 0,-1 1 0 0 0,1 0 0 0 0,0 0 0 0 0,0 0 0 0 0,0 0 1 0 0,-1 0-1 0 0,1 0 0 0 0,0 1 0 0 0,0-1 0 0 0,0 0 0 0 0,-1 1 1 0 0,1-1-1 0 0,0 1 0 0 0,0-1 0 0 0,0 1 0 0 0,0-1 0 0 0,0 1 1 0 0,0 0-1 0 0,0-1 0 0 0,0 1 0 0 0,0 0 0 0 0,0 0 0 0 0,0 0 1 0 0,1 0-1 0 0,-1 0 0 0 0,0 0 0 0 0,1 0 0 0 0,-1 0 0 0 0,0 0 0 0 0,1 0 1 0 0,-1 0-1 0 0,1 0 0 0 0,0 0 0 0 0,-1 1 0 0 0,1 0 1 0 0,0 17 46 0 0,1-1 1 0 0,1 0-1 0 0,0 0 1 0 0,2 0-1 0 0,0 0 1 0 0,1-1-1 0 0,12 30 1 0 0,6 23 65 0 0,3 21 9 0 0,-12-49-29 0 0,-1 1 1 0 0,-3 1 0 0 0,-1 0-1 0 0,4 79 1 0 0,-13-119-92 0 0,0 0 1 0 0,-1 1 0 0 0,0-1-1 0 0,0 0 1 0 0,0 0 0 0 0,0-1-1 0 0,-1 1 1 0 0,1 0 0 0 0,-1 0 0 0 0,0-1-1 0 0,0 1 1 0 0,0-1 0 0 0,-1 1-1 0 0,1-1 1 0 0,-7 6 0 0 0,8-8-4 0 0,0 0 0 0 0,-1 0 0 0 0,1 0 0 0 0,-1 0 1 0 0,1 0-1 0 0,-1 0 0 0 0,1 0 0 0 0,-1 0 0 0 0,0 0 1 0 0,1-1-1 0 0,-1 1 0 0 0,0-1 0 0 0,0 0 0 0 0,1 1 0 0 0,-1-1 1 0 0,0 0-1 0 0,0 0 0 0 0,0 0 0 0 0,1 0 0 0 0,-1 0 0 0 0,0 0 1 0 0,0-1-1 0 0,0 1 0 0 0,1-1 0 0 0,-1 1 0 0 0,0-1 1 0 0,1 0-1 0 0,-1 1 0 0 0,0-1 0 0 0,1 0 0 0 0,-1 0 0 0 0,1 0 1 0 0,-1 0-1 0 0,1-1 0 0 0,0 1 0 0 0,0 0 0 0 0,-1 0 0 0 0,0-3 1 0 0,-2 0 7 0 0,1-1 1 0 0,0 0-1 0 0,0 0 1 0 0,1 0 0 0 0,0-1-1 0 0,-1 1 1 0 0,2-1-1 0 0,-1 1 1 0 0,1-1-1 0 0,0 1 1 0 0,0-1 0 0 0,0 0-1 0 0,1 0 1 0 0,0-7-1 0 0,0-4 22 0 0,2 0 0 0 0,0-1-1 0 0,6-23 1 0 0,-4 23-6 0 0,1 0 0 0 0,1 1-1 0 0,0 0 1 0 0,1 0 0 0 0,1 1 0 0 0,1 0-1 0 0,0 0 1 0 0,1 1 0 0 0,1 0 0 0 0,0 1-1 0 0,1 0 1 0 0,1 1 0 0 0,0 0 0 0 0,0 1 0 0 0,1 1-1 0 0,20-13 1 0 0,-30 22 80 0 0,0 0 0 0 0,0 0 0 0 0,0 0-1 0 0,0 1 1 0 0,0 0 0 0 0,0 0 0 0 0,0 0 0 0 0,1 0 0 0 0,-1 1 0 0 0,7-1-1 0 0,11 2-3320 0 0,-1-1-8823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8:42.6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587 9 3664 0 0,'-65'-4'3582'0'0,"43"1"-2557"0"0,-39 2 0 0 0,46 2-706 0 0,0 1 0 0 0,-1 0 0 0 0,1 1 0 0 0,0 1 0 0 0,1 0-1 0 0,-1 1 1 0 0,1 1 0 0 0,0 0 0 0 0,0 1 0 0 0,1 0 0 0 0,0 2 0 0 0,0-1 0 0 0,-15 14 0 0 0,11-7 76 0 0,2 1 0 0 0,0 1 0 0 0,0 0 1 0 0,2 1-1 0 0,0 0 0 0 0,1 1 1 0 0,1 0-1 0 0,-14 37 0 0 0,6-6-175 0 0,2 1-1 0 0,3 1 1 0 0,1 0 0 0 0,4 1-1 0 0,1 0 1 0 0,3 1 0 0 0,2-1-1 0 0,2 1 1 0 0,10 82-1 0 0,-4-104-90 0 0,1 1 0 0 0,1-2-1 0 0,1 1 1 0 0,2-1 0 0 0,24 51 0 0 0,-24-64-61 0 0,0 0 1 0 0,0-1 0 0 0,2 0 0 0 0,0-1 0 0 0,1-1-1 0 0,1 0 1 0 0,0 0 0 0 0,1-2 0 0 0,0 0-1 0 0,24 16 1 0 0,-20-17-29 0 0,0-1-1 0 0,1-1 1 0 0,0 0 0 0 0,0-2-1 0 0,1 0 1 0 0,0-2-1 0 0,1 0 1 0 0,-1-1-1 0 0,32 3 1 0 0,-38-7-32 0 0,0-1 0 0 0,0-1-1 0 0,0 0 1 0 0,0-1 0 0 0,0 0 0 0 0,0-1 0 0 0,-1-1 0 0 0,1 0 0 0 0,-1-1 0 0 0,0-1-1 0 0,0 0 1 0 0,-1-1 0 0 0,0 0 0 0 0,0-1 0 0 0,14-12 0 0 0,12-12 19 0 0,-1-1 0 0 0,-2-2 0 0 0,-2-2 0 0 0,-1-1 0 0 0,38-57 0 0 0,-53 68-9 0 0,-1-2 0 0 0,-1 0 0 0 0,-2-1 0 0 0,-1-1 0 0 0,-1 0 0 0 0,-2 0-1 0 0,0-1 1 0 0,-3-1 0 0 0,6-43 0 0 0,-12 64-7 0 0,0 0 1 0 0,-1 0-1 0 0,0 0 0 0 0,-1 0 1 0 0,0 1-1 0 0,-1-1 1 0 0,-1 0-1 0 0,1 1 0 0 0,-2-1 1 0 0,0 1-1 0 0,0 0 0 0 0,-1 0 1 0 0,0 0-1 0 0,-1 1 0 0 0,0 0 1 0 0,0 0-1 0 0,-2 0 0 0 0,1 1 1 0 0,-1 0-1 0 0,0 0 1 0 0,-1 1-1 0 0,0 0 0 0 0,0 1 1 0 0,0 0-1 0 0,-1 0 0 0 0,-1 1 1 0 0,-13-7-1 0 0,-5 0 90 0 0,-1 1-1 0 0,0 1 1 0 0,-58-12-1 0 0,-4 7-928 0 0,-1 6-3672 0 0,65 6 175 0 0,5-4 1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8:42.6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 1507 3280 0 0,'-1'-8'7596'0'0,"1"8"-7441"0"0,0 0 0 0 0,0 0 0 0 0,0 0 0 0 0,0 0 0 0 0,-1 0 0 0 0,1 0 0 0 0,0 0 0 0 0,0 0 0 0 0,0 0 0 0 0,-1 0 0 0 0,1 0 0 0 0,0 0 0 0 0,0 0 0 0 0,0 0 0 0 0,-1 0 0 0 0,1 0 0 0 0,0 0 0 0 0,0 0 0 0 0,22-18 3120 0 0,38-18-2211 0 0,99-44-334 0 0,206-108-63 0 0,-128 49-390 0 0,635-408 404 0 0,-531 319-125 0 0,-170 110 0 0 0,-142 98-359 0 0,0 1 1 0 0,2 2-1 0 0,44-18 0 0 0,24-11-24 0 0,-96 43-2271 0 0,-18 2-9624 0 0,2-3 7345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8:42.6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235 93 3596 0 0,'0'-4'305'0'0,"0"0"0"0"0,0 0 0 0 0,-1 0-1 0 0,1 0 1 0 0,-1-1 0 0 0,0 1 0 0 0,-1 0 0 0 0,1 0-1 0 0,-1 1 1 0 0,1-1 0 0 0,-1 0 0 0 0,0 0-1 0 0,-1 1 1 0 0,1-1 0 0 0,-1 1 0 0 0,1 0-1 0 0,-1 0 1 0 0,0 0 0 0 0,0 0 0 0 0,0 0 0 0 0,-5-2-1 0 0,6 3-137 0 0,-1 1 0 0 0,0 0-1 0 0,0-1 1 0 0,0 1 0 0 0,0 1-1 0 0,0-1 1 0 0,0 0-1 0 0,0 1 1 0 0,0-1 0 0 0,0 1-1 0 0,0 0 1 0 0,0 0 0 0 0,0 0-1 0 0,0 0 1 0 0,0 1 0 0 0,0-1-1 0 0,0 1 1 0 0,0 0 0 0 0,0 0-1 0 0,0 0 1 0 0,0 0 0 0 0,0 0-1 0 0,0 1 1 0 0,1-1-1 0 0,-1 1 1 0 0,1 0 0 0 0,-1 0-1 0 0,1 0 1 0 0,-3 2 0 0 0,-4 5-7 0 0,1 0 0 0 0,0 1 0 0 0,0 0 0 0 0,1 0 0 0 0,0 0 0 0 0,1 1 0 0 0,0 0-1 0 0,-5 16 1 0 0,4-7-98 0 0,0-1 0 0 0,2 2 0 0 0,0-1-1 0 0,-2 27 1 0 0,6-35-23 0 0,0-1 1 0 0,0 1-1 0 0,1-1 0 0 0,1 1 1 0 0,2 14-1 0 0,-2-24-25 0 0,-1 1-1 0 0,1-1 1 0 0,0 1-1 0 0,-1-1 1 0 0,1 0 0 0 0,0 1-1 0 0,1-1 1 0 0,-1 0-1 0 0,0 0 1 0 0,1 0-1 0 0,-1 0 1 0 0,1 0 0 0 0,0 0-1 0 0,-1 0 1 0 0,1 0-1 0 0,0-1 1 0 0,0 1-1 0 0,0-1 1 0 0,0 0 0 0 0,1 1-1 0 0,-1-1 1 0 0,0 0-1 0 0,0 0 1 0 0,1 0-1 0 0,-1 0 1 0 0,1-1 0 0 0,-1 1-1 0 0,1-1 1 0 0,2 1-1 0 0,3-1 17 0 0,0 1 0 0 0,0-2-1 0 0,0 1 1 0 0,0-1 0 0 0,-1 0-1 0 0,1 0 1 0 0,0-1 0 0 0,0 0-1 0 0,-1-1 1 0 0,1 0 0 0 0,-1 0 0 0 0,1 0-1 0 0,-1-1 1 0 0,-1 0 0 0 0,1-1-1 0 0,0 1 1 0 0,-1-1 0 0 0,0-1-1 0 0,0 1 1 0 0,-1-1 0 0 0,8-8-1 0 0,-5 3-17 0 0,-1 0 0 0 0,1 0 0 0 0,-2-1-1 0 0,1 1 1 0 0,-2-2 0 0 0,0 1 0 0 0,0 0-1 0 0,-1-1 1 0 0,0 0 0 0 0,-1 0 0 0 0,2-26-1 0 0,-7-57-163 0 0,1 90 126 0 0,-2 15 24 0 0,-1 13 6 0 0,2-5-5 0 0,1 1 1 0 0,1 0 0 0 0,1 0-1 0 0,1-1 1 0 0,5 26 0 0 0,2-3 13 0 0,17 47 0 0 0,5-1 20 0 0,-7-24 38 0 0,-3 1 1 0 0,-2 1 0 0 0,11 79-1 0 0,-29-134-33 0 0,0 0 0 0 0,-1 0 1 0 0,0 1-1 0 0,0-1 0 0 0,-1 0 0 0 0,0 0 0 0 0,-1 1 1 0 0,0-1-1 0 0,0-1 0 0 0,-1 1 0 0 0,0 0 0 0 0,-1 0 1 0 0,-7 12-1 0 0,4-11 19 0 0,0 0 0 0 0,0-1 1 0 0,-1 0-1 0 0,0-1 0 0 0,-1 1 1 0 0,0-2-1 0 0,0 1 0 0 0,-1-1 1 0 0,0-1-1 0 0,-12 7 0 0 0,16-10-47 0 0,-2 2-1 0 0,0 0 0 0 0,-1 0 0 0 0,0-1-1 0 0,0 0 1 0 0,0-1 0 0 0,0 0 0 0 0,-1-1-1 0 0,1 1 1 0 0,-20 0 0 0 0,28-3-326 0 0,0 0-1 0 0,0 0 1 0 0,1 0 0 0 0,-1-1 0 0 0,0 1-1 0 0,0 0 1 0 0,0-1 0 0 0,0 1 0 0 0,0-1-1 0 0,1 1 1 0 0,-1-1 0 0 0,0 1 0 0 0,0-1-1 0 0,1 1 1 0 0,-1-1 0 0 0,0 0 0 0 0,1 1-1 0 0,-1-1 1 0 0,1 0 0 0 0,-1 0 0 0 0,1 0-1 0 0,-1 1 1 0 0,1-1 0 0 0,-1 0 0 0 0,1 0-1 0 0,0 0 1 0 0,-1 0 0 0 0,1 0 0 0 0,0 0-1 0 0,0-1 1 0 0,-4-8-2035 0 0,-4-5-1505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8:42.6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114 0 1268 0 0,'-45'4'4727'0'0,"35"-4"-1976"0"0,-31 0 2013 0 0,40 0-4702 0 0,1 0 1 0 0,-1-1 0 0 0,0 1 0 0 0,1 0 0 0 0,-1 0-1 0 0,1 0 1 0 0,-1 0 0 0 0,0 0 0 0 0,1 1 0 0 0,-1-1-1 0 0,1 0 1 0 0,-1 0 0 0 0,0 0 0 0 0,1 0 0 0 0,-1 1-1 0 0,1-1 1 0 0,-1 0 0 0 0,1 0 0 0 0,-1 1 0 0 0,1-1 0 0 0,-1 1-1 0 0,1-1 1 0 0,-1 0 0 0 0,1 1 0 0 0,-1-1 0 0 0,1 1-1 0 0,0-1 1 0 0,-1 1 0 0 0,1-1 0 0 0,0 1 0 0 0,-1-1-1 0 0,1 1 1 0 0,0-1 0 0 0,0 1 0 0 0,0 0 0 0 0,-1-1-1 0 0,1 1 1 0 0,0-1 0 0 0,0 1 0 0 0,0 0 0 0 0,0-1-1 0 0,0 1 1 0 0,0-1 0 0 0,0 1 0 0 0,0 0 0 0 0,1 0 0 0 0,0 0-16 0 0,-1 1 1 0 0,1-1 0 0 0,0 0 0 0 0,1 0-1 0 0,-1 0 1 0 0,0 0 0 0 0,0 0 0 0 0,0 0 0 0 0,1-1-1 0 0,-1 1 1 0 0,0 0 0 0 0,1 0 0 0 0,-1-1-1 0 0,1 1 1 0 0,-1-1 0 0 0,0 0 0 0 0,1 1 0 0 0,-1-1-1 0 0,3 0 1 0 0,35 4 253 0 0,-26-4-194 0 0,23 3 90 0 0,172 19 420 0 0,-71 4-337 0 0,144 28 261 0 0,-185-38-372 0 0,489 112 656 0 0,-508-109-761 0 0,82 12 181 0 0,278 17 1 0 0,-281-36-145 0 0,-70-4-31 0 0,243 15 117 0 0,-299-21-169 0 0,0 1 0 0 0,41 11 1 0 0,-45-8 27 0 0,0-1 0 0 0,1-1 0 0 0,41 0 0 0 0,107-7 398 0 0,-174 3-405 0 0,1 0 0 0 0,-1 1 1 0 0,1-1-1 0 0,-1 1 0 0 0,1-1 0 0 0,-1 1 1 0 0,1-1-1 0 0,-1 1 0 0 0,0 0 0 0 0,1 0 1 0 0,-1 0-1 0 0,0 0 0 0 0,0 0 0 0 0,0 0 1 0 0,0 0-1 0 0,0 0 0 0 0,0 1 0 0 0,0-1 0 0 0,1 2 1 0 0,17 16-2870 0 0,1-16-9174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8:42.6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132 232 4308 0 0,'-2'-47'3412'0'0,"0"31"-2485"0"0,1 1-1 0 0,0-1 1 0 0,2 0-1 0 0,3-28 1 0 0,-3 40-717 0 0,0 1-1 0 0,0-1 1 0 0,0 0 0 0 0,1 1 0 0 0,-1-1 0 0 0,1 1 0 0 0,0 0 0 0 0,0-1 0 0 0,0 1 0 0 0,0 0 0 0 0,0 0 0 0 0,1 0 0 0 0,-1 0 0 0 0,1 1 0 0 0,0-1 0 0 0,0 1-1 0 0,0 0 1 0 0,0-1 0 0 0,1 1 0 0 0,-1 1 0 0 0,0-1 0 0 0,1 0 0 0 0,-1 1 0 0 0,8-2 0 0 0,-5 1-21 0 0,0 0 0 0 0,0 1 0 0 0,1 0 0 0 0,-1 0 0 0 0,0 1 0 0 0,0 0 0 0 0,10 1 0 0 0,-14-1-168 0 0,0 0 0 0 0,0 1 0 0 0,-1-1 0 0 0,1 1 0 0 0,0 0 0 0 0,0 0 0 0 0,-1-1 0 0 0,1 1 0 0 0,0 0 0 0 0,-1 0 0 0 0,1 1 0 0 0,-1-1 0 0 0,0 0 0 0 0,1 0 0 0 0,-1 1 0 0 0,0-1 0 0 0,0 1 0 0 0,0-1 0 0 0,0 1 0 0 0,0 0 0 0 0,0-1 0 0 0,0 1 0 0 0,0 0 0 0 0,-1-1 0 0 0,1 1 0 0 0,-1 0 0 0 0,1 0 0 0 0,-1 0 0 0 0,1 2 0 0 0,-1 5 13 0 0,0 0-1 0 0,0 0 0 0 0,-1 0 1 0 0,0 0-1 0 0,0 0 0 0 0,-1-1 1 0 0,0 1-1 0 0,0 0 0 0 0,-1-1 1 0 0,-1 1-1 0 0,1-1 1 0 0,-6 9-1 0 0,-6 10 14 0 0,-2-1-1 0 0,-22 29 1 0 0,12-24 24 0 0,-1-2 0 0 0,-1-1 0 0 0,-52 37-1 0 0,75-60-47 0 0,4-3-22 0 0,-19 16 128 0 0,20-10-14 0 0,14-4 12 0 0,19-4-11 0 0,0-2 0 0 0,0-1 0 0 0,36-8 1 0 0,-9 1 29 0 0,16-2 26 0 0,-12 1 151 0 0,112-4-1 0 0,-174 14-350 0 0,1 1 0 0 0,-1 0 1 0 0,0 0-1 0 0,0 1 0 0 0,0-1 0 0 0,1 0 1 0 0,-1 0-1 0 0,0 1 0 0 0,0-1 0 0 0,0 0 1 0 0,0 1-1 0 0,0-1 0 0 0,0 1 1 0 0,0-1-1 0 0,0 1 0 0 0,0 0 0 0 0,0 0 1 0 0,0-1-1 0 0,0 1 0 0 0,0 0 0 0 0,0 0 1 0 0,-1 0-1 0 0,1 0 0 0 0,0 0 1 0 0,-1 0-1 0 0,1 0 0 0 0,0 1 0 0 0,0 15-4259 0 0,-10 0-4239 0 0,1-8 4113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8:42.6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0 145 304 0 0,'4'-8'479'0'0,"-2"1"-1"0"0,1-1 1 0 0,-1 0 0 0 0,0 0-1 0 0,0 0 1 0 0,-1 0 0 0 0,0-16-1 0 0,-1-11 3801 0 0,0 16-516 0 0,0 18-3709 0 0,0 1 1 0 0,0-1-1 0 0,0 1 0 0 0,1-1 0 0 0,-1 1 0 0 0,0-1 1 0 0,0 1-1 0 0,0-1 0 0 0,0 1 0 0 0,1 0 0 0 0,-1-1 1 0 0,0 1-1 0 0,0-1 0 0 0,1 1 0 0 0,-1 0 0 0 0,0-1 1 0 0,1 1-1 0 0,-1 0 0 0 0,0-1 0 0 0,1 1 0 0 0,-1 0 1 0 0,1-1-1 0 0,-1 1 0 0 0,0 0 0 0 0,1 0 1 0 0,-1-1-1 0 0,1 1 0 0 0,-1 0 0 0 0,1 0 0 0 0,-1 0 1 0 0,1 0-1 0 0,-1 0 0 0 0,1 0 0 0 0,-1 0 0 0 0,1 0 1 0 0,-1 0-1 0 0,1 0 0 0 0,-1 0 0 0 0,1 0 0 0 0,0 0 1 0 0,0 0-24 0 0,0 0 1 0 0,0 0 0 0 0,0 1-1 0 0,0-1 1 0 0,-1 0 0 0 0,1 1-1 0 0,0-1 1 0 0,0 0 0 0 0,0 1-1 0 0,0-1 1 0 0,0 1 0 0 0,0-1-1 0 0,-1 1 1 0 0,1-1 0 0 0,0 1-1 0 0,0 0 1 0 0,-1 0 0 0 0,1-1-1 0 0,-1 1 1 0 0,2 1 0 0 0,24 81 442 0 0,-5-10-245 0 0,270 734 1437 0 0,-178-535-1079 0 0,15 13-170 0 0,-101-220-308 0 0,17 67 0 0 0,-28-82-70 0 0,106 319 238 0 0,-77-203 0 0 0,16 51 198 0 0,-53-190-385 0 0,4 34 0 0 0,-10-43-25 0 0,2-1 1 0 0,0 1-1 0 0,0-1 0 0 0,2 0 1 0 0,14 31-1 0 0,38 36 202 0 0,-58-83-314 0 0,0-1 1 0 0,1 1-1 0 0,-1-1 0 0 0,0 1 0 0 0,0-1 0 0 0,1 0 1 0 0,-1 1-1 0 0,0-1 0 0 0,0 0 0 0 0,1 1 0 0 0,-1-1 1 0 0,0 0-1 0 0,1 1 0 0 0,-1-1 0 0 0,1 0 0 0 0,-1 0 0 0 0,0 1 1 0 0,1-1-1 0 0,-1 0 0 0 0,1 0 0 0 0,-1 0 0 0 0,1 0 1 0 0,-1 0-1 0 0,1 1 0 0 0,-1-1 0 0 0,0 0 0 0 0,1 0 1 0 0,-1 0-1 0 0,1 0 0 0 0,-1 0 0 0 0,1-1 0 0 0,-1 1 1 0 0,1 0-1 0 0,-1 0 0 0 0,1 0 0 0 0,-1 0 0 0 0,1 0 1 0 0,-1-1-1 0 0,0 1 0 0 0,1 0 0 0 0,-1 0 0 0 0,1 0 1 0 0,-1-1-1 0 0,0 1 0 0 0,1 0 0 0 0,-1-1 0 0 0,0 1 0 0 0,1 0 1 0 0,-1-1-1 0 0,0 1 0 0 0,1-1 0 0 0,11-23-10123 0 0,-9 13 6197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8:42.6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 84 3672 0 0,'0'-6'956'0'0,"-1"-1"0"0"0,0 1 0 0 0,0 0 0 0 0,-4-11 0 0 0,3 11-133 0 0,0 0 1 0 0,1 0 0 0 0,-1 0-1 0 0,0-11 1 0 0,1 157 5014 0 0,1 163-4312 0 0,10-100-612 0 0,-8-183-859 0 0,0-1 1 0 0,1 0-1 0 0,1 0 0 0 0,11 31 1 0 0,-15-49-60 0 0,0 0 1 0 0,1 0-1 0 0,-1-1 1 0 0,0 1-1 0 0,1 0 1 0 0,-1 0 0 0 0,1-1-1 0 0,-1 1 1 0 0,1 0-1 0 0,-1-1 1 0 0,1 1-1 0 0,-1-1 1 0 0,1 1 0 0 0,0-1-1 0 0,-1 1 1 0 0,1-1-1 0 0,0 1 1 0 0,0 0-1 0 0,10-6-3159 0 0,-9 3 1923 0 0,0-1 1 0 0,0 0 0 0 0,0 0-1 0 0,-1 0 1 0 0,1 0-1 0 0,-1 0 1 0 0,2-6 0 0 0,1-9-2750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8:42.6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127 1 3888 0 0,'-1'-1'6379'0'0,"-2"5"-5114"0"0,-5 17 105 0 0,1 1 0 0 0,-4 25 0 0 0,0-4-236 0 0,-17 47 644 0 0,13-46-1402 0 0,3 0 0 0 0,1 0-1 0 0,-8 70 1 0 0,19-113-362 0 0,0 1 0 0 0,-1-1 0 0 0,1 1-1 0 0,0-1 1 0 0,0 1 0 0 0,0-1 0 0 0,1 0-1 0 0,-1 1 1 0 0,0-1 0 0 0,1 1 0 0 0,-1-1-1 0 0,0 0 1 0 0,1 1 0 0 0,0-1 0 0 0,-1 0 0 0 0,1 1-1 0 0,0-1 1 0 0,-1 0 0 0 0,1 0 0 0 0,0 0-1 0 0,0 0 1 0 0,0 0 0 0 0,0 0 0 0 0,0 0 0 0 0,1 0-1 0 0,-1 0 1 0 0,0 0 0 0 0,0 0 0 0 0,0-1-1 0 0,1 1 1 0 0,-1 0 0 0 0,0-1 0 0 0,1 0 0 0 0,-1 1-1 0 0,1-1 1 0 0,-1 0 0 0 0,0 1 0 0 0,1-1-1 0 0,-1 0 1 0 0,3 0 0 0 0,6-1 56 0 0,-1 1-1 0 0,1-1 1 0 0,-1-1-1 0 0,18-5 1 0 0,-16 4-38 0 0,50-15 159 0 0,-40 12-88 0 0,0 0-1 0 0,42-6 1 0 0,-51 10-1110 0 0,-5 1 1392 0 0,-1 1 0 0 0,1-1-1 0 0,-1 1 1 0 0,1 0 0 0 0,7 2 0 0 0,3 7-3529 0 0,-16-8 2419 0 0,0 0-1 0 0,0 0 1 0 0,-1 0 0 0 0,1 0 0 0 0,-1 1 0 0 0,1-1 0 0 0,-1 0 0 0 0,1 0 0 0 0,-1 1-1 0 0,1-1 1 0 0,-1 0 0 0 0,0 0 0 0 0,0 1 0 0 0,0-1 0 0 0,0 2 0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8:42.6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41 45 3440 0 0,'-1'-2'448'0'0,"0"-1"-1"0"0,0 1 0 0 0,0 0 0 0 0,-1 0 1 0 0,1 0-1 0 0,-1-1 0 0 0,1 1 0 0 0,-1 0 1 0 0,0 1-1 0 0,0-1 0 0 0,-3-3 0 0 0,-9-11 3096 0 0,11 26 369 0 0,0 23-2160 0 0,5 190 1485 0 0,-1-113-5360 0 0,0 0-9028 0 0,-1-83 7170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8:42.6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 2 1076 0 0,'-3'-2'7137'0'0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8:42.6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1580 0 0,'0'0'14115'0'0,"26"0"-12946"0"0,-13 0-1045 0 0,-1 2 0 0 0,1 0 0 0 0,-1 0 0 0 0,0 1 0 0 0,1 1 1 0 0,-1 0-1 0 0,-1 0 0 0 0,1 1 0 0 0,-1 1 0 0 0,0 0 1 0 0,17 12-1 0 0,-20-13-75 0 0,0-1-1 0 0,-1-1 1 0 0,2 1 0 0 0,-1-1 0 0 0,0-1 0 0 0,1 1 0 0 0,-1-1-1 0 0,16 1 1 0 0,-19-3-1244 0 0,0 0 0 0 0,0 0 1 0 0,0 0-1 0 0,-1-1 0 0 0,1 0 0 0 0,5-1 0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9:59.4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805 63 3320 0 0,'-3'-3'385'0'0,"0"0"-1"0"0,-1 0 0 0 0,1 1 0 0 0,0-1 0 0 0,-1 1 1 0 0,1 0-1 0 0,-1 0 0 0 0,-7-3 0 0 0,5 2 172 0 0,-7-3-82 0 0,0 0-1 0 0,0 1 1 0 0,0 1-1 0 0,0 0 1 0 0,-1 1-1 0 0,1 1 1 0 0,-1 0-1 0 0,0 0 1 0 0,0 2-1 0 0,0-1 1 0 0,0 2-1 0 0,1 0 1 0 0,-1 1-1 0 0,0 0 1 0 0,0 1-1 0 0,1 0 1 0 0,0 1 0 0 0,-19 8-1 0 0,5 1-72 0 0,1 0 1 0 0,0 1-1 0 0,1 2 1 0 0,1 0-1 0 0,0 2 1 0 0,1 0-1 0 0,-35 38 0 0 0,29-24-197 0 0,2 0 0 0 0,1 2 0 0 0,2 1 0 0 0,2 1 0 0 0,1 1 0 0 0,-22 54 0 0 0,30-60-97 0 0,2 0 0 0 0,2 1 0 0 0,0 0-1 0 0,3 1 1 0 0,0-1 0 0 0,2 1 0 0 0,2 0 0 0 0,2 58-1 0 0,1-77-85 0 0,1 0 0 0 0,0 0-1 0 0,0 0 1 0 0,2-1 0 0 0,0 1-1 0 0,0-1 1 0 0,1 0 0 0 0,1 0-1 0 0,0 0 1 0 0,1-1 0 0 0,0 0-1 0 0,11 14 1 0 0,-1-9-8 0 0,1-1 0 0 0,0-1 0 0 0,1-1 0 0 0,1-1 0 0 0,0 0 0 0 0,1-1 0 0 0,0-1 0 0 0,0-2 0 0 0,1 0 0 0 0,36 9 0 0 0,-14-7-4 0 0,0-2-1 0 0,1-2 0 0 0,0-3 1 0 0,0-1-1 0 0,1-2 0 0 0,-1-2 1 0 0,70-11-1 0 0,-79 6-4 0 0,0-2 1 0 0,0-1-1 0 0,60-26 0 0 0,-77 27 4 0 0,0-2 0 0 0,-1 0 0 0 0,-1-1 0 0 0,1-1 0 0 0,-2-1 0 0 0,0 0 0 0 0,0-1 0 0 0,16-20 0 0 0,-20 20 28 0 0,-1-2-1 0 0,-1 0 1 0 0,-1 0 0 0 0,0-1 0 0 0,-1 0-1 0 0,0 0 1 0 0,-2-1 0 0 0,0 0 0 0 0,-1 0 0 0 0,0 0-1 0 0,2-34 1 0 0,-3-12 229 0 0,-2 0 0 0 0,-8-71-1 0 0,4 105-143 0 0,0 16-65 0 0,0 0 1 0 0,-1 0-1 0 0,0 1 1 0 0,-1-1-1 0 0,-1 1 1 0 0,0 0-1 0 0,-1 0 1 0 0,0 1-1 0 0,-1 0 1 0 0,0 0-1 0 0,-1 0 1 0 0,-16-18-1 0 0,-8-4 37 0 0,-1 1 0 0 0,-54-41 0 0 0,70 60 110 0 0,-1 1 1 0 0,-1 0 0 0 0,-28-13-1 0 0,37 21-634 0 0,-1 1 0 0 0,0 0 1 0 0,-13-3-1 0 0,15 5-1543 0 0,0 1 0 0 0,-1 0 0 0 0,1 0 0 0 0,-15 1 0 0 0,10 1-2714 0 0,-3-1-1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9:59.4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 0 3804 0 0,'-5'4'9076'0'0,"69"2"-5076"0"0,34-6-2367 0 0,7 0-972 0 0,123 11 376 0 0,83 22-297 0 0,-256-26-647 0 0,425 65 454 0 0,-425-62-491 0 0,85 15 188 0 0,264 81 0 0 0,-313-72-201 0 0,4 2 35 0 0,182 45 0 0 0,-39-36 37 0 0,-153-28-57 0 0,-2 4 0 0 0,104 39 0 0 0,90 41-38 0 0,-155-61 12 0 0,-14-5 36 0 0,-16-5-46 0 0,1-3 0 0 0,191 26 0 0 0,-101-33 6 0 0,-150-18 3 0 0,-23-2-5 0 0,0 0 0 0 0,0 1-1 0 0,0 0 1 0 0,0 1 0 0 0,16 4 0 0 0,-19-4-12 0 0,1 0 0 0 0,-1-1 1 0 0,0 0-1 0 0,14 1 0 0 0,15 2-42 0 0,-36-4 10 0 0,1 0-1 0 0,0 0 1 0 0,0 1-1 0 0,0-1 1 0 0,0 0-1 0 0,0 1 1 0 0,-1-1-1 0 0,1 1 1 0 0,0-1-1 0 0,-1 1 1 0 0,1-1-1 0 0,0 1 1 0 0,-1 0-1 0 0,1-1 1 0 0,0 1-1 0 0,-1 0 1 0 0,1 0-1 0 0,-1-1 1 0 0,1 1-1 0 0,-1 0 1 0 0,0 0-1 0 0,1 0 1 0 0,-1 0-1 0 0,0-1 1 0 0,0 1-1 0 0,1 0 1 0 0,-1 0-1 0 0,0 0 1 0 0,0 1-1 0 0,0 5-4600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9:59.4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255 542 600 0 0,'18'-32'4440'0'0,"-10"13"-2363"0"0,-6 17-1736 0 0,-1 0 0 0 0,1-1 0 0 0,-1 0 1 0 0,0 1-1 0 0,0-1 0 0 0,0 0 0 0 0,-1 1 1 0 0,1-1-1 0 0,0 0 0 0 0,-1-3 0 0 0,0-2 297 0 0,1 6-358 0 0,-1-1-1 0 0,0 1 1 0 0,0 0-1 0 0,0-1 1 0 0,-1 1 0 0 0,1 0-1 0 0,-1-1 1 0 0,1 1-1 0 0,-2-4 1 0 0,1 5-208 0 0,0 0 1 0 0,0 0-1 0 0,0 0 1 0 0,0 0-1 0 0,0 0 1 0 0,0 1-1 0 0,0-1 1 0 0,0 0-1 0 0,0 1 1 0 0,-1-1-1 0 0,1 1 1 0 0,0-1-1 0 0,0 1 1 0 0,0 0-1 0 0,-1-1 1 0 0,1 1-1 0 0,0 0 0 0 0,-1 0 1 0 0,1 0-1 0 0,0 0 1 0 0,0 0-1 0 0,-3 0 1 0 0,-7 1 115 0 0,-1 0 0 0 0,1 1 1 0 0,-1 0-1 0 0,1 1 0 0 0,0 0 1 0 0,0 1-1 0 0,0 0 0 0 0,1 1 0 0 0,-1 0 1 0 0,1 1-1 0 0,-11 7 0 0 0,9-4-76 0 0,0-1 0 0 0,1 2-1 0 0,0-1 1 0 0,0 2 0 0 0,1-1-1 0 0,1 1 1 0 0,0 1-1 0 0,-11 18 1 0 0,18-26-81 0 0,0-1-1 0 0,0 1 1 0 0,1 0-1 0 0,0-1 1 0 0,-1 1-1 0 0,1 0 1 0 0,1 0-1 0 0,-1 0 1 0 0,1 0-1 0 0,-1 0 1 0 0,1 0-1 0 0,0 0 1 0 0,1 0-1 0 0,-1 0 1 0 0,2 7-1 0 0,-1-9-11 0 0,0 1-1 0 0,-1-1 0 0 0,2 1 1 0 0,-1-1-1 0 0,0 0 0 0 0,0 0 0 0 0,1 0 1 0 0,-1 1-1 0 0,1-1 0 0 0,0-1 1 0 0,-1 1-1 0 0,1 0 0 0 0,0 0 1 0 0,0-1-1 0 0,0 1 0 0 0,0-1 0 0 0,1 1 1 0 0,-1-1-1 0 0,0 0 0 0 0,1 0 1 0 0,-1 0-1 0 0,0 0 0 0 0,1-1 1 0 0,-1 1-1 0 0,4 0 0 0 0,9 1 41 0 0,1 0 1 0 0,-1-1-1 0 0,1-1 0 0 0,-1 0 0 0 0,1-2 0 0 0,0 1 1 0 0,-1-2-1 0 0,0 0 0 0 0,0-1 0 0 0,0 0 0 0 0,16-7 1 0 0,-24 8-104 0 0,-1 0 0 0 0,1-1 0 0 0,-1 1 0 0 0,0-1 1 0 0,0-1-1 0 0,0 1 0 0 0,-1-1 0 0 0,1 0 0 0 0,-1 0 0 0 0,0 0 1 0 0,-1-1-1 0 0,1 0 0 0 0,-1 0 0 0 0,0 0 0 0 0,0 0 1 0 0,-1-1-1 0 0,0 1 0 0 0,0-1 0 0 0,-1 0 0 0 0,0 0 1 0 0,0 0-1 0 0,0 0 0 0 0,-1 0 0 0 0,0-1 0 0 0,0-12 0 0 0,-1-14-287 0 0,1-59-422 0 0,-4 1 0 0 0,-18-111 0 0 0,15 169 876 0 0,0-2 254 0 0,4 26 222 0 0,2 12 443 0 0,0 114-48 0 0,6 1 1 0 0,4-1-1 0 0,44 194 0 0 0,-45-268-982 0 0,0 1-2014 0 0,-1-16-6321 0 0,-4-20 3995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9:59.4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385 84 2564 0 0,'0'-3'291'0'0,"0"-1"1"0"0,0 1-1 0 0,-1 0 0 0 0,1-1 0 0 0,0 1 0 0 0,-1 0 0 0 0,0-1 1 0 0,0 1-1 0 0,0 0 0 0 0,0 0 0 0 0,-1 0 0 0 0,1 0 1 0 0,-1 0-1 0 0,0 0 0 0 0,0 0 0 0 0,0 1 0 0 0,0-1 0 0 0,0 1 1 0 0,-3-4-1 0 0,1 4 4 0 0,0-1 1 0 0,0 1-1 0 0,-1 0 1 0 0,1 0-1 0 0,0 0 1 0 0,-1 1-1 0 0,1-1 1 0 0,-1 1 0 0 0,0 0-1 0 0,1 1 1 0 0,-1-1-1 0 0,0 1 1 0 0,-7 0-1 0 0,2 0 3 0 0,-1 0 0 0 0,0 1 0 0 0,1 0 0 0 0,-1 1-1 0 0,1 1 1 0 0,-1-1 0 0 0,1 1 0 0 0,0 1 0 0 0,0 0 0 0 0,0 0 0 0 0,-16 11-1 0 0,16-7-202 0 0,1-1-1 0 0,0 1 1 0 0,0 1-1 0 0,1 0 0 0 0,0 0 1 0 0,0 0-1 0 0,1 1 0 0 0,0 0 1 0 0,1 1-1 0 0,-6 13 1 0 0,2 0 9 0 0,0 0 1 0 0,2 1-1 0 0,2 0 1 0 0,0 0-1 0 0,1 1 1 0 0,-1 25-1 0 0,2 16 101 0 0,5 75-1 0 0,-1-136-188 0 0,0 0 0 0 0,1 0-1 0 0,0-1 1 0 0,0 1 0 0 0,0 0-1 0 0,1-1 1 0 0,-1 1 0 0 0,1-1-1 0 0,1 1 1 0 0,-1-1 0 0 0,1 0-1 0 0,6 9 1 0 0,-6-10-1 0 0,1-1 0 0 0,-1 0 0 0 0,1 0 0 0 0,0 0 0 0 0,0 0 0 0 0,0 0 1 0 0,0-1-1 0 0,0 0 0 0 0,0 0 0 0 0,1 0 0 0 0,-1 0 0 0 0,1-1 0 0 0,0 0 0 0 0,-1 0 0 0 0,1 0 0 0 0,6 0 0 0 0,2 0 22 0 0,0-1 0 0 0,1 0 0 0 0,-1 0 0 0 0,0-2 0 0 0,0 1 0 0 0,0-2 0 0 0,0 0-1 0 0,0 0 1 0 0,-1-1 0 0 0,1-1 0 0 0,-1 0 0 0 0,16-9 0 0 0,-23 10-1 0 0,1 1 0 0 0,-1-1 0 0 0,0 0 0 0 0,0 0 0 0 0,0 0 0 0 0,0-1 0 0 0,-1 0 0 0 0,1 0 0 0 0,-1 0 0 0 0,-1 0 0 0 0,1-1 0 0 0,-1 1 0 0 0,0-1 0 0 0,0 0 0 0 0,0 0 0 0 0,-1 0 0 0 0,0-1 0 0 0,0 1 0 0 0,-1 0 0 0 0,0-1 0 0 0,0 1 0 0 0,0-1 0 0 0,-1 1 0 0 0,0-1 0 0 0,0 1 0 0 0,-3-13 1 0 0,3 15-10 0 0,-1 0 1 0 0,0 0 0 0 0,0 1 0 0 0,0-1 0 0 0,-1 0-1 0 0,1 0 1 0 0,-1 1 0 0 0,0-1 0 0 0,0 1 0 0 0,0-1-1 0 0,0 1 1 0 0,-1 0 0 0 0,1 0 0 0 0,-1 0 0 0 0,0 0 0 0 0,0 0-1 0 0,-5-3 1 0 0,3 3 11 0 0,0 1-1 0 0,0 0 1 0 0,0-1 0 0 0,0 2-1 0 0,0-1 1 0 0,-1 0 0 0 0,1 1-1 0 0,0 0 1 0 0,-1 1 0 0 0,1-1-1 0 0,-10 1 1 0 0,5 0-50 0 0,0 1-1 0 0,0 1 1 0 0,-1 0-1 0 0,1 0 1 0 0,0 0 0 0 0,1 2-1 0 0,-1-1 1 0 0,1 1 0 0 0,-1 0-1 0 0,1 1 1 0 0,0 0 0 0 0,1 1-1 0 0,-11 8 1 0 0,-29 40-7691 0 0,26-28 2581 0 0,2-3 1040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9:59.4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76 57 564 0 0,'0'0'150'0'0,"-6"-17"3686"0"0,4 15-3771 0 0,1 1 218 0 0,1 1 1 0 0,-1-1 0 0 0,0 0-1 0 0,0 0 1 0 0,1 0 0 0 0,-1 0-1 0 0,0 1 1 0 0,0-1 0 0 0,0 0 0 0 0,0 1-1 0 0,0-1 1 0 0,0 1 0 0 0,0-1-1 0 0,-1 1 1 0 0,1 0 0 0 0,-1-1-1 0 0,-5-1 1346 0 0,6 2-1460 0 0,1 0 0 0 0,-1 0 0 0 0,0-1 0 0 0,0 1 0 0 0,1 0 0 0 0,-1 0 0 0 0,0-1 0 0 0,1 1 0 0 0,-1-1 0 0 0,1 1 0 0 0,-1 0 0 0 0,0-1 0 0 0,1 1 0 0 0,-1-1 0 0 0,1 1 0 0 0,-1-1 0 0 0,1 1 0 0 0,-1-1 0 0 0,1 0 0 0 0,0 1 0 0 0,-1-1 0 0 0,1 0 0 0 0,0 1 0 0 0,-1-1 0 0 0,1 0 0 0 0,0 1 0 0 0,0-2 0 0 0,0 1-98 0 0,-1 1 1 0 0,1-1 0 0 0,0 1-1 0 0,0-1 1 0 0,0 1 0 0 0,-1-1-1 0 0,1 1 1 0 0,0-1-1 0 0,0 1 1 0 0,-1-1 0 0 0,1 1-1 0 0,0-1 1 0 0,-1 1-1 0 0,1 0 1 0 0,-1-1 0 0 0,1 1-1 0 0,-1-1 1 0 0,1 1-1 0 0,0 0 1 0 0,-1 0 0 0 0,1-1-1 0 0,-1 1 1 0 0,1 0 0 0 0,-1 0-1 0 0,0 0 1 0 0,1-1-1 0 0,-1 1 1 0 0,1 0 0 0 0,-1 0-1 0 0,1 0 1 0 0,-1 0-1 0 0,1 0 1 0 0,-1 0 0 0 0,0 0-1 0 0,1 0 1 0 0,-1 0 0 0 0,1 0-1 0 0,-1 1 1 0 0,0-1-1 0 0,1 0-64 0 0,-1 0 0 0 0,1 0 0 0 0,-1 0 0 0 0,1 0 0 0 0,-1 0 0 0 0,1 0 0 0 0,-1 1 0 0 0,1-1 0 0 0,-1 0 0 0 0,1 0 0 0 0,-1 0 0 0 0,1 1 0 0 0,0-1 0 0 0,-1 0 0 0 0,1 1 0 0 0,-1-1 0 0 0,1 0 0 0 0,0 1 0 0 0,-1-1-1 0 0,1 0 1 0 0,0 1 0 0 0,-1-1 0 0 0,1 1 0 0 0,0-1 0 0 0,0 0 0 0 0,0 1 0 0 0,-1-1 0 0 0,1 1 0 0 0,0-1 0 0 0,0 1 0 0 0,0-1 0 0 0,0 1 0 0 0,0 0 0 0 0,0 22 19 0 0,0-10 79 0 0,0-13-100 0 0,0 0-1 0 0,0 1 1 0 0,1-1 0 0 0,-1 0 0 0 0,0 1 0 0 0,0-1 0 0 0,0 0 0 0 0,0 0 0 0 0,0 1-1 0 0,0-1 1 0 0,1 0 0 0 0,-1 0 0 0 0,0 0 0 0 0,0 1 0 0 0,0-1 0 0 0,1 0-1 0 0,-1 0 1 0 0,0 0 0 0 0,0 1 0 0 0,0-1 0 0 0,1 0 0 0 0,-1 0 0 0 0,0 0-1 0 0,0 0 1 0 0,1 0 0 0 0,-1 0 0 0 0,0 0 0 0 0,1 0 0 0 0,-1 1 0 0 0,0-1-1 0 0,0 0 1 0 0,1 0 0 0 0,-1 0 0 0 0,0 0 0 0 0,0 0 0 0 0,1-1 0 0 0,-1 1 0 0 0,18-2 223 0 0,-17 2-207 0 0,0 0 1 0 0,0-1-1 0 0,0 1 1 0 0,0 0-1 0 0,0-1 1 0 0,1 1-1 0 0,-1 0 1 0 0,0 0 0 0 0,0 0-1 0 0,0 0 1 0 0,0 0-1 0 0,0 0 1 0 0,1 1-1 0 0,-1-1 1 0 0,0 0 0 0 0,0 0-1 0 0,0 1 1 0 0,0-1-1 0 0,1 1 1 0 0,-2 1 7 0 0,1-1 0 0 0,-1 0 0 0 0,1 1 0 0 0,-1-1 0 0 0,1 0-1 0 0,-1 1 1 0 0,1-1 0 0 0,0 0 0 0 0,-1 0 0 0 0,1 0 0 0 0,0 0 0 0 0,0 1 0 0 0,0-1 0 0 0,0 0 0 0 0,0-1 0 0 0,0 1 0 0 0,0 0 0 0 0,0 0 0 0 0,0 0 0 0 0,1-1 0 0 0,-1 1 0 0 0,0 0-1 0 0,0-1 1 0 0,1 1 0 0 0,-1-1 0 0 0,0 0 0 0 0,1 1 0 0 0,-1-1 0 0 0,0 0 0 0 0,1 0 0 0 0,-1 0 0 0 0,1 0 0 0 0,-1 0 0 0 0,0 0 0 0 0,1 0 0 0 0,1-1 0 0 0,17 4-1460 0 0,-1 2-5902 0 0,-13-3 3273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9:59.4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422 162 3756 0 0,'1'-14'2223'0'0,"-3"-31"1908"0"0,2 43-3990 0 0,0 1-1 0 0,-1-1 1 0 0,1 1-1 0 0,0 0 1 0 0,-1-1-1 0 0,1 1 1 0 0,-1 0-1 0 0,0-1 1 0 0,1 1-1 0 0,-1 0 0 0 0,0 0 1 0 0,0-1-1 0 0,0 1 1 0 0,0 0-1 0 0,0 0 1 0 0,0 0-1 0 0,0 0 1 0 0,0 0-1 0 0,0 1 1 0 0,0-1-1 0 0,-1 0 1 0 0,1 0-1 0 0,0 1 1 0 0,0-1-1 0 0,-1 1 1 0 0,-1-1-1 0 0,-6-1 236 0 0,1 1 0 0 0,-1 0-1 0 0,0 1 1 0 0,1 0 0 0 0,-1 0 0 0 0,0 1-1 0 0,1 0 1 0 0,-1 0 0 0 0,1 1-1 0 0,-1 0 1 0 0,-15 7 0 0 0,12-3-154 0 0,-1 0 0 0 0,1 1 0 0 0,1 1 0 0 0,-1 0 0 0 0,2 0 0 0 0,-20 20 1 0 0,9-5-49 0 0,1 1 1 0 0,1 2 0 0 0,1 0 0 0 0,1 0-1 0 0,-25 57 1 0 0,34-62-92 0 0,0 1 0 0 0,2-1 1 0 0,1 1-1 0 0,0 0 0 0 0,2 1 0 0 0,0-1 0 0 0,2 1 0 0 0,1 36 0 0 0,4-13 0 0 0,1-1-1 0 0,3 0 1 0 0,16 55-1 0 0,-19-84-66 0 0,0 0-1 0 0,2-1 1 0 0,-1 1-1 0 0,2-1 1 0 0,0-1-1 0 0,1 0 1 0 0,0 0-1 0 0,1 0 1 0 0,1-1-1 0 0,0-1 1 0 0,1 0-1 0 0,0 0 1 0 0,27 19-1 0 0,-21-20-6 0 0,0 0 0 0 0,1-1-1 0 0,0-1 1 0 0,0-1 0 0 0,1-1 0 0 0,0 0-1 0 0,0-2 1 0 0,1 0 0 0 0,-1-2-1 0 0,37 3 1 0 0,-5-3-9 0 0,1-2-1 0 0,0-3 1 0 0,77-12-1 0 0,-108 10-1 0 0,-1-1-1 0 0,0 0 0 0 0,0-2 0 0 0,-1-1 0 0 0,0 0 1 0 0,0-2-1 0 0,-1 0 0 0 0,0-1 0 0 0,-1-1 0 0 0,0-1 1 0 0,19-18-1 0 0,-19 14 1 0 0,-1 0 0 0 0,0-2 1 0 0,-2 0-1 0 0,0-1 0 0 0,-1-1 1 0 0,-2 0-1 0 0,0 0 0 0 0,-1-1 1 0 0,13-37-1 0 0,-7 11 12 0 0,-2 0 0 0 0,-2-1 0 0 0,-2-1 0 0 0,-2 0-1 0 0,3-92 1 0 0,-12 133 24 0 0,-1 0-1 0 0,0 0 1 0 0,0 0-1 0 0,-1 0 0 0 0,0 0 1 0 0,-1 0-1 0 0,0 0 1 0 0,-1 1-1 0 0,1 0 1 0 0,-1-1-1 0 0,-1 1 0 0 0,0 0 1 0 0,0 1-1 0 0,-1 0 1 0 0,1-1-1 0 0,-1 2 1 0 0,-1-1-1 0 0,-8-6 0 0 0,-12-8 164 0 0,0 1-1 0 0,-2 2 0 0 0,-48-24 0 0 0,40 23-55 0 0,3 1-108 0 0,0 1-1 0 0,-2 1 1 0 0,0 3-1 0 0,-44-11 1 0 0,76 23-196 0 0,1 0 0 0 0,-1 0 0 0 0,1 1 0 0 0,-1 0 0 0 0,1 0 0 0 0,-1 0 0 0 0,1 0 0 0 0,-1 0 0 0 0,1 1 0 0 0,-1-1 0 0 0,-4 3-1 0 0,3-1-1469 0 0,1 0 0 0 0,-1 0-1 0 0,1 1 1 0 0,0 0-1 0 0,0 0 1 0 0,0 0-1 0 0,-6 6 1 0 0,-4 4-2916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9:59.4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262 103 4392 0 0,'-3'-30'6144'0'0,"1"25"-5453"0"0,-1-1-1 0 0,0 1 0 0 0,1 0 1 0 0,-2 0-1 0 0,1 0 0 0 0,-7-8 1 0 0,7 11-436 0 0,1 1 1 0 0,-1-1 0 0 0,1 0-1 0 0,-1 1 1 0 0,0-1-1 0 0,1 1 1 0 0,-1 0-1 0 0,0 0 1 0 0,0 0-1 0 0,0 1 1 0 0,0-1 0 0 0,0 1-1 0 0,0-1 1 0 0,0 1-1 0 0,-6 0 1 0 0,2 1-121 0 0,0 0-1 0 0,0 0 1 0 0,1 0 0 0 0,-1 1 0 0 0,0 0 0 0 0,1 0 0 0 0,-1 0-1 0 0,1 1 1 0 0,0 0 0 0 0,0 1 0 0 0,0-1 0 0 0,0 1 0 0 0,0 0-1 0 0,1 0 1 0 0,0 1 0 0 0,0 0 0 0 0,0 0 0 0 0,1 0 0 0 0,-1 0-1 0 0,1 1 1 0 0,0 0 0 0 0,-4 8 0 0 0,1-1-107 0 0,1 0 1 0 0,0 1-1 0 0,0-1 0 0 0,2 1 1 0 0,0 0-1 0 0,0 1 1 0 0,1-1-1 0 0,1 0 0 0 0,-1 25 1 0 0,3-18-2 0 0,-1-11-2 0 0,1 0-1 0 0,0 0 1 0 0,1-1 0 0 0,0 1-1 0 0,1 0 1 0 0,2 10 0 0 0,-3-18-21 0 0,0 1 0 0 0,0 0 0 0 0,1-1 1 0 0,-1 0-1 0 0,1 1 0 0 0,-1-1 1 0 0,1 0-1 0 0,0 0 0 0 0,0 0 1 0 0,0 0-1 0 0,0 0 0 0 0,0 0 0 0 0,1 0 1 0 0,-1-1-1 0 0,0 1 0 0 0,1-1 1 0 0,-1 0-1 0 0,1 1 0 0 0,0-1 0 0 0,-1 0 1 0 0,1-1-1 0 0,0 1 0 0 0,-1 0 1 0 0,1-1-1 0 0,5 1 0 0 0,0 0 2 0 0,-1 0 0 0 0,1-1 1 0 0,-1 0-1 0 0,1 0 0 0 0,-1-1 0 0 0,1 0 0 0 0,-1 0 0 0 0,1 0 0 0 0,-1-1 1 0 0,0 0-1 0 0,1-1 0 0 0,-1 0 0 0 0,-1 0 0 0 0,1 0 0 0 0,0-1 0 0 0,-1 0 1 0 0,0 0-1 0 0,1 0 0 0 0,-2-1 0 0 0,1 0 0 0 0,-1 0 0 0 0,1-1 0 0 0,-1 0 1 0 0,-1 0-1 0 0,1 0 0 0 0,-1 0 0 0 0,6-13 0 0 0,-1-2-18 0 0,-1-1 0 0 0,-1 0 0 0 0,-1 0 0 0 0,-1-1 0 0 0,-1 0 0 0 0,-1 0 0 0 0,-1 0 0 0 0,-1 0 0 0 0,-1 0 0 0 0,-5-36 0 0 0,5 58 16 0 0,-1 0 0 0 0,1 0 0 0 0,0 0 0 0 0,0 0 0 0 0,-1 0 0 0 0,1 0 0 0 0,0 0 0 0 0,0 0 0 0 0,0 0 0 0 0,0 0 0 0 0,1 0 0 0 0,-1 0 0 0 0,0 0 1 0 0,0 0-1 0 0,1 0 0 0 0,-1 0 0 0 0,0 0 0 0 0,1 0 0 0 0,-1 0 0 0 0,1 1 0 0 0,-1-1 0 0 0,1 0 0 0 0,-1 0 0 0 0,2-1 0 0 0,-1 3 1 0 0,-1-1 0 0 0,1 0 0 0 0,0 1 0 0 0,0-1 0 0 0,-1 1 0 0 0,1-1 0 0 0,0 1 0 0 0,-1-1 0 0 0,1 1 0 0 0,-1 0 0 0 0,1-1 1 0 0,-1 1-1 0 0,1-1 0 0 0,-1 1 0 0 0,1 0 0 0 0,-1 0 0 0 0,0-1 0 0 0,1 1 0 0 0,-1 0 0 0 0,0 0 0 0 0,1 0 0 0 0,-1-1 0 0 0,0 1 0 0 0,0 0 0 0 0,0 0 0 0 0,0 1 0 0 0,22 125 556 0 0,-16-86-285 0 0,1 0 0 0 0,18 54 0 0 0,-9-65-148 0 0,-10-21-644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9:59.4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375 54 4664 0 0,'-23'-13'2557'0'0,"13"7"-1769"0"0,0 1-1 0 0,-1-1 1 0 0,1 2 0 0 0,-1 0-1 0 0,0 0 1 0 0,0 1-1 0 0,-15-3 1 0 0,19 5-390 0 0,0 1 0 0 0,-1-1 0 0 0,1 1 0 0 0,0 0 0 0 0,-1 1 0 0 0,1 0 0 0 0,0 0 0 0 0,0 0 1 0 0,0 1-1 0 0,0 0 0 0 0,0 0 0 0 0,0 1 0 0 0,-6 4 0 0 0,6-3-286 0 0,1 0 0 0 0,0 1 0 0 0,0 0 0 0 0,0 0 0 0 0,1 0 0 0 0,0 1 0 0 0,0 0 0 0 0,0 0 0 0 0,1 0 0 0 0,0 1 0 0 0,0-1 0 0 0,1 1 0 0 0,-5 11 0 0 0,-7 23 128 0 0,1 1-1 0 0,2 1 1 0 0,2 1 0 0 0,2-1 0 0 0,2 1 0 0 0,2 1 0 0 0,1-1 0 0 0,8 84 0 0 0,-3-115-209 0 0,0 0 0 0 0,1-1-1 0 0,1 1 1 0 0,0-1 0 0 0,1 0 0 0 0,0 0-1 0 0,1-1 1 0 0,0 0 0 0 0,1 0 0 0 0,0 0-1 0 0,1-1 1 0 0,0 0 0 0 0,1 0 0 0 0,0-1 0 0 0,0 0-1 0 0,1 0 1 0 0,0-1 0 0 0,0-1 0 0 0,1 1-1 0 0,0-2 1 0 0,20 9 0 0 0,-16-8-18 0 0,1-1 0 0 0,-1 0 0 0 0,1-1 0 0 0,1-1 0 0 0,-1 0 0 0 0,1-2-1 0 0,-1 0 1 0 0,1 0 0 0 0,0-2 0 0 0,0 0 0 0 0,-1-1 0 0 0,1-1 0 0 0,0 0 0 0 0,-1-1 0 0 0,0-1 0 0 0,22-8 0 0 0,-1-4-3 0 0,0-2 0 0 0,-2-2-1 0 0,0-2 1 0 0,-1 0 0 0 0,-1-3 0 0 0,-2 0 0 0 0,0-3 0 0 0,-2 0 0 0 0,35-43 0 0 0,-54 58 14 0 0,-1-1 1 0 0,-1 0 0 0 0,0 0 0 0 0,-1-1 0 0 0,0 0 0 0 0,-1 0 0 0 0,-1-1 0 0 0,0 0 0 0 0,-2 0 0 0 0,1 0 0 0 0,-2 0-1 0 0,0 0 1 0 0,-1-1 0 0 0,-1 1 0 0 0,0 0 0 0 0,-1-1 0 0 0,-1 1 0 0 0,-1 0 0 0 0,0 0 0 0 0,-1 0 0 0 0,-8-22 0 0 0,8 30 20 0 0,0 1 0 0 0,-1-1 0 0 0,0 1 0 0 0,0 0 0 0 0,-1 0 0 0 0,1 0 0 0 0,-2 1 0 0 0,1-1 0 0 0,-1 2 0 0 0,1-1 0 0 0,-2 1 0 0 0,1 0 0 0 0,-1 0 0 0 0,1 1 0 0 0,-1 0 1 0 0,0 1-1 0 0,-1-1 0 0 0,1 1 0 0 0,-1 1 0 0 0,-15-3 0 0 0,-15-1 20 0 0,0 2 1 0 0,0 1 0 0 0,-56 4-1 0 0,41 0-262 0 0,42-1 69 0 0,0 1 0 0 0,0 0 0 0 0,0 0-1 0 0,0 1 1 0 0,-17 5 0 0 0,-8 12-2510 0 0,31-15 1255 0 0,1 0-1 0 0,1 0 1 0 0,-1 1-1 0 0,1-1 1 0 0,-5 6-1 0 0,-3 8-3172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9:59.4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46 117 1928 0 0,'-1'-12'3082'0'0,"-1"-13"26"0"0,2 21-2458 0 0,0 1 0 0 0,-1-1 1 0 0,0 1-1 0 0,1-1 0 0 0,-1 1 0 0 0,0 0 1 0 0,-1-1-1 0 0,1 1 0 0 0,0 0 0 0 0,-1 0 0 0 0,0 0 1 0 0,-3-5-1 0 0,-3-5 572 0 0,2 2 94 0 0,1 4 1084 0 0,4 26-1770 0 0,1 402 534 0 0,4-438-1143 0 0,1 1 0 0 0,0 0 0 0 0,2 0 0 0 0,9-19 0 0 0,-10 23-11 0 0,1-3-8 0 0,0-1 1 0 0,18-24-1 0 0,-23 37 3 0 0,1-1-1 0 0,0 1 1 0 0,-1 0-1 0 0,1 0 1 0 0,0 0-1 0 0,1 0 1 0 0,-1 0-1 0 0,1 1 1 0 0,-1 0-1 0 0,1-1 1 0 0,0 1-1 0 0,-1 0 1 0 0,1 1-1 0 0,0-1 1 0 0,0 1-1 0 0,7-2 0 0 0,-9 3 8 0 0,1 0 0 0 0,0 0 0 0 0,0 1 0 0 0,0-1-1 0 0,0 1 1 0 0,0 0 0 0 0,-1-1 0 0 0,1 1 0 0 0,0 0-1 0 0,-1 1 1 0 0,1-1 0 0 0,-1 0 0 0 0,1 1 0 0 0,-1-1-1 0 0,1 1 1 0 0,-1 0 0 0 0,0 0 0 0 0,0 0-1 0 0,0 0 1 0 0,0 0 0 0 0,0 0 0 0 0,-1 1 0 0 0,1-1-1 0 0,0 0 1 0 0,1 6 0 0 0,2 0 57 0 0,-1 0 0 0 0,-1 1-1 0 0,0 0 1 0 0,0 0 0 0 0,0 0 0 0 0,1 15 0 0 0,-2-14 24 0 0,-1 0 1 0 0,-1 0 0 0 0,0 0 0 0 0,0-1-1 0 0,-1 1 1 0 0,0 0 0 0 0,-3 10 0 0 0,3-17-58 0 0,0 1 0 0 0,0-1 1 0 0,-1 0-1 0 0,1 0 0 0 0,-1 0 0 0 0,0 0 1 0 0,0 0-1 0 0,0 0 0 0 0,0-1 1 0 0,0 1-1 0 0,-1-1 0 0 0,1 1 0 0 0,-1-1 1 0 0,1 0-1 0 0,-1 0 0 0 0,0 0 0 0 0,0 0 1 0 0,0 0-1 0 0,0-1 0 0 0,0 0 1 0 0,-1 1-1 0 0,1-1 0 0 0,-6 1 0 0 0,-5 1 173 0 0,0-1-1 0 0,0 0 1 0 0,-26-1 0 0 0,-2-7-2055 0 0,37 5 449 0 0,1-1-1 0 0,0 1 1 0 0,-1-1-1 0 0,1 0 1 0 0,0 0 0 0 0,-6-5-1 0 0,1-1-3638 0 0,3-4-1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9:59.4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1 321 4712 0 0,'0'0'6820'0'0,"32"0"-927"0"0,-14-1-5080 0 0,0-2 0 0 0,0 0 1 0 0,-1-1-1 0 0,1 0 0 0 0,20-9 0 0 0,33-8-130 0 0,193-15 696 0 0,-148 23-1081 0 0,671-63 304 0 0,-591 71-508 0 0,-101 5-44 0 0,184-25-1 0 0,-71-6-58 0 0,27-5 133 0 0,34-8 800 0 0,-209 39-271 0 0,114 5 0 0 0,-72 2 175 0 0,360-2 2815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9:59.4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 52 4212 0 0,'-16'-17'15839'0'0,"150"4"-12802"0"0,-57 4-2586 0 0,-37 7-274 0 0,-22 2-101 0 0,-1-2 1 0 0,23-3 0 0 0,-30 2 44 0 0,-10 3-113 0 0,0 0 0 0 0,0 0 0 0 0,0 0 0 0 0,0 0 0 0 0,0 0 1 0 0,0 0-1 0 0,0 0 0 0 0,0 0 0 0 0,0 1 0 0 0,0-1 0 0 0,0 0 0 0 0,0 0 0 0 0,0 0 0 0 0,0 0 1 0 0,0 0-1 0 0,0 0 0 0 0,0 0 0 0 0,0 0 0 0 0,0 0 0 0 0,0 0 0 0 0,0 0 0 0 0,0 0 1 0 0,0 0-1 0 0,0 0 0 0 0,0 0 0 0 0,0 0 0 0 0,0 0 0 0 0,0 0 0 0 0,0 0 0 0 0,0 0 0 0 0,0 1 1 0 0,0-1-1 0 0,0 0 0 0 0,0 0 0 0 0,1 0 0 0 0,-1 0 0 0 0,0 0 0 0 0,0 0 0 0 0,0 0 1 0 0,0 0-1 0 0,0 0 0 0 0,0 0 0 0 0,0 0 0 0 0,0 0 0 0 0,0 0 0 0 0,0 0 0 0 0,0 0 0 0 0,0 0 1 0 0,0 0-1 0 0,0 0 0 0 0,0 0 0 0 0,1 0 0 0 0,-1-1 0 0 0,0 1 0 0 0,-2 13 35 0 0,-3 470 1027 0 0,9-418-900 0 0,-1-41-271 0 0,-2-22-204 0 0,0-11-250 0 0,-1 3 575 0 0,-1-23-3767 0 0,-4 1-8284 0 0,2 19 7498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9:59.4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 84 3976 0 0,'-1'0'143'0'0,"1"0"0"0"0,0 1-1 0 0,-1-1 1 0 0,1 0-1 0 0,0 0 1 0 0,-1 0 0 0 0,1 0-1 0 0,0 0 1 0 0,-1 0-1 0 0,1 0 1 0 0,0 0-1 0 0,-1 0 1 0 0,1 0 0 0 0,0-1-1 0 0,-1 1 1 0 0,1 0-1 0 0,0 0 1 0 0,0 0 0 0 0,-1 0-1 0 0,1 0 1 0 0,0-1-1 0 0,-1 1 1 0 0,1 0 0 0 0,0 0-1 0 0,0 0 1 0 0,-1-1-1 0 0,1 1 1 0 0,0 0 0 0 0,0 0-1 0 0,0-1 1 0 0,-1 1-1 0 0,1 0 1 0 0,0-1 0 0 0,0 1-1 0 0,0 0 1 0 0,0-1-1 0 0,0 1 1 0 0,0 0 0 0 0,-1-1-1 0 0,1 1 1 0 0,0 0-1 0 0,0-1 1 0 0,0 1-1 0 0,0 0 1 0 0,0-1 0 0 0,0 1-1 0 0,0 0 1 0 0,1-1-1 0 0,-1 0 67 0 0,0 0 0 0 0,1 0 0 0 0,-1 0 0 0 0,1 1 0 0 0,-1-1 0 0 0,1 0-1 0 0,0 0 1 0 0,-1 1 0 0 0,1-1 0 0 0,0 0 0 0 0,-1 1 0 0 0,1-1-1 0 0,0 1 1 0 0,0-1 0 0 0,0 1 0 0 0,-1-1 0 0 0,3 0 0 0 0,19-6 2023 0 0,1 0 1 0 0,43-5 0 0 0,49 1 700 0 0,-41 5-2070 0 0,-43 3-794 0 0,26-2 896 0 0,-22-6-6454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9:59.4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292 100 4108 0 0,'0'-5'586'0'0,"0"0"1"0"0,0 0-1 0 0,0 0 0 0 0,-1 0 0 0 0,0 1 0 0 0,0-1 0 0 0,0 0 0 0 0,-1 0 0 0 0,1 1 0 0 0,-1-1 0 0 0,0 0 0 0 0,-4-5 0 0 0,3 7-314 0 0,1 0 0 0 0,-1 1 0 0 0,1 0-1 0 0,-1-1 1 0 0,0 1 0 0 0,1 0-1 0 0,-1 1 1 0 0,0-1 0 0 0,-1 0 0 0 0,1 1-1 0 0,0-1 1 0 0,0 1 0 0 0,-1 0 0 0 0,1 0-1 0 0,0 1 1 0 0,-1-1 0 0 0,1 1-1 0 0,-6-1 1 0 0,-4 0 166 0 0,1 1 1 0 0,-1 0-1 0 0,1 1 0 0 0,-1 0 1 0 0,1 0-1 0 0,0 2 0 0 0,-23 6 0 0 0,30-7-399 0 0,0 0-1 0 0,0 1 0 0 0,0-1 1 0 0,1 1-1 0 0,-1 0 1 0 0,1 1-1 0 0,-1-1 0 0 0,1 1 1 0 0,0-1-1 0 0,1 1 0 0 0,-1 0 1 0 0,0 1-1 0 0,1-1 0 0 0,0 1 1 0 0,0-1-1 0 0,1 1 1 0 0,-1 0-1 0 0,1 0 0 0 0,0 0 1 0 0,-1 6-1 0 0,-1 2 39 0 0,2 1 1 0 0,-1-1-1 0 0,2 0 0 0 0,0 1 1 0 0,0-1-1 0 0,2 1 0 0 0,0-1 1 0 0,0 1-1 0 0,1-1 0 0 0,0 0 1 0 0,2 0-1 0 0,-1 0 0 0 0,9 19 1 0 0,-10-26-50 0 0,1-1 1 0 0,0 1 0 0 0,0-1 0 0 0,0 0 0 0 0,1 1 0 0 0,0-2 0 0 0,0 1 0 0 0,0 0 0 0 0,1-1 0 0 0,-1 0 0 0 0,1 0 0 0 0,0 0 0 0 0,0-1 0 0 0,0 1-1 0 0,1-1 1 0 0,-1 0 0 0 0,1-1 0 0 0,0 1 0 0 0,-1-1 0 0 0,1 0 0 0 0,0-1 0 0 0,1 0 0 0 0,-1 0 0 0 0,0 0 0 0 0,0 0 0 0 0,0-1 0 0 0,0 0-1 0 0,1 0 1 0 0,-1-1 0 0 0,0 0 0 0 0,8-2 0 0 0,7-2 44 0 0,-1-1-1 0 0,1-2 1 0 0,-2 1-1 0 0,35-20 1 0 0,68-52-3235 0 0,-120 78 1657 0 0,1-1 0 0 0,-1-1-1 0 0,1 1 1 0 0,-1 0 0 0 0,0 0-1 0 0,0-1 1 0 0,4-4 0 0 0,1-2-2672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9:59.4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701 14 3344 0 0,'-24'-7'2583'0'0,"-8"4"-1274"0"0,0 0 1 0 0,0 2-1 0 0,0 1 1 0 0,0 2-1 0 0,-61 11 1 0 0,71-8-703 0 0,0 1 1 0 0,1 2 0 0 0,-1 0-1 0 0,1 0 1 0 0,1 2-1 0 0,0 1 1 0 0,-26 18-1 0 0,28-15-408 0 0,0 0 0 0 0,2 1 1 0 0,0 0-1 0 0,1 2 0 0 0,0 0 0 0 0,1 0 0 0 0,1 1 0 0 0,1 1 0 0 0,1 0 0 0 0,0 1 0 0 0,2 0 1 0 0,-10 27-1 0 0,8-9-89 0 0,1 1 0 0 0,3 0 0 0 0,1 1 0 0 0,1-1 0 0 0,3 1 1 0 0,1 0-1 0 0,6 64 0 0 0,-4-92-98 0 0,1 0 1 0 0,0 0-1 0 0,0 1 0 0 0,1-2 1 0 0,1 1-1 0 0,0 0 0 0 0,1-1 1 0 0,0 1-1 0 0,0-1 0 0 0,1-1 1 0 0,1 1-1 0 0,0-1 1 0 0,0 0-1 0 0,1-1 0 0 0,0 1 1 0 0,1-2-1 0 0,0 1 0 0 0,0-1 1 0 0,1 0-1 0 0,0-1 0 0 0,0 0 1 0 0,1-1-1 0 0,0 0 0 0 0,12 4 1 0 0,14 4 18 0 0,2-1-1 0 0,-1-3 1 0 0,1 0 0 0 0,79 7 0 0 0,163-9 89 0 0,-238-8-115 0 0,-21 0-5 0 0,0-1-1 0 0,0-1 1 0 0,0-1-1 0 0,0-1 1 0 0,-1-1-1 0 0,1-1 1 0 0,38-16 0 0 0,-47 16 3 0 0,0-1 1 0 0,-1 0 0 0 0,0-1 0 0 0,0 0 0 0 0,-1-1 0 0 0,0 0 0 0 0,0-1 0 0 0,-1 0 0 0 0,-1-1 0 0 0,0 0 0 0 0,0 0 0 0 0,-1-1 0 0 0,9-17 0 0 0,-6 6 20 0 0,-1 0 0 0 0,-1-1-1 0 0,-1-1 1 0 0,0 1 0 0 0,-3-1-1 0 0,5-31 1 0 0,-6 7 177 0 0,-2 0 0 0 0,-5-64-1 0 0,2 99-146 0 0,-2 0 0 0 0,0 0 0 0 0,-1 1-1 0 0,0-1 1 0 0,-1 1 0 0 0,0 0 0 0 0,-1 0 0 0 0,0 1 0 0 0,-16-22-1 0 0,4 9 54 0 0,0 1-1 0 0,-2 1 1 0 0,-36-33-1 0 0,37 40-46 0 0,0 0 0 0 0,-1 2 0 0 0,-1 0 1 0 0,0 1-1 0 0,-1 1 0 0 0,0 1 0 0 0,-1 1 0 0 0,-31-10 0 0 0,50 19-34 0 0,1 1 0 0 0,0-1 1 0 0,-1 1-1 0 0,1-1 0 0 0,-1 1 0 0 0,1 0 1 0 0,0 1-1 0 0,-7 0 0 0 0,-19 9-4910 0 0,-8 3-5914 0 0,14-9 6009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9:59.4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 2213 3208 0 0,'-3'0'12983'0'0,"8"-1"-12742"0"0,1-1 0 0 0,-1-1 0 0 0,0 1-1 0 0,0-1 1 0 0,0 0 0 0 0,0 0 0 0 0,-1 0 0 0 0,1-1 0 0 0,-1 1 0 0 0,0-1 0 0 0,7-8 0 0 0,9-6 132 0 0,90-70 513 0 0,277-207 107 0 0,-138 107-840 0 0,-61 42-107 0 0,-122 93-6 0 0,101-105-1 0 0,-89 80-15 0 0,82-62-112 0 0,-10 10 153 0 0,78-54 85 0 0,-114 98-188 0 0,-12 0 107 0 0,-59 47 51 0 0,89-60 0 0 0,-58 43 46 0 0,-14 10-93 0 0,13-5 443 0 0,86-79 0 0 0,-149 121-423 0 0,0 0-1 0 0,1 1 1 0 0,-1 1 0 0 0,2-1 0 0 0,-1 2-1 0 0,1 0 1 0 0,18-7 0 0 0,1-2 503 0 0,-7 3-1707 0 0,-6 7-3551 0 0,-5 5-4771 0 0,-7 0 4716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9:59.4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255 54 3540 0 0,'0'-40'7332'0'0,"0"39"-7204"0"0,0 1 1 0 0,0-1-1 0 0,0 1 1 0 0,0-1-1 0 0,0 1 1 0 0,0-1-1 0 0,0 1 1 0 0,0 0-1 0 0,0-1 1 0 0,0 1-1 0 0,0-1 1 0 0,-1 1 0 0 0,1-1-1 0 0,0 1 1 0 0,0-1-1 0 0,0 1 1 0 0,-1 0-1 0 0,1-1 1 0 0,0 1-1 0 0,-1-1 1 0 0,1 1-1 0 0,0 0 1 0 0,-1-1-1 0 0,1 1 1 0 0,0 0-1 0 0,-1 0 1 0 0,1-1-1 0 0,0 1 1 0 0,-1 0-1 0 0,1 0 1 0 0,-1-1 0 0 0,1 1-1 0 0,-1 0 1 0 0,1 0-1 0 0,-1 0 1 0 0,-20 5 1405 0 0,-14 18-1145 0 0,22-11-288 0 0,1 1 0 0 0,0 1 1 0 0,1 0-1 0 0,0 1 1 0 0,2 0-1 0 0,-1 0 0 0 0,2 1 1 0 0,0 0-1 0 0,1 1 1 0 0,-9 32-1 0 0,13-39-37 0 0,0 0 0 0 0,1 1-1 0 0,0-1 1 0 0,1 0 0 0 0,0 17 0 0 0,1-25-52 0 0,1 0 1 0 0,-1 0-1 0 0,0 0 0 0 0,1 0 1 0 0,-1 0-1 0 0,1 0 1 0 0,0 0-1 0 0,-1 0 1 0 0,1-1-1 0 0,0 1 0 0 0,0 0 1 0 0,0 0-1 0 0,1-1 1 0 0,-1 1-1 0 0,0-1 1 0 0,1 1-1 0 0,-1-1 1 0 0,1 1-1 0 0,-1-1 0 0 0,1 0 1 0 0,-1 0-1 0 0,1 1 1 0 0,0-1-1 0 0,0-1 1 0 0,0 1-1 0 0,0 0 0 0 0,-1 0 1 0 0,1-1-1 0 0,0 1 1 0 0,0-1-1 0 0,0 1 1 0 0,0-1-1 0 0,4 0 0 0 0,-1 1 1 0 0,0-1-1 0 0,0 1 0 0 0,0-1 0 0 0,0-1 1 0 0,0 1-1 0 0,0 0 0 0 0,0-1 0 0 0,0 0 1 0 0,0-1-1 0 0,0 1 0 0 0,-1-1 0 0 0,1 0 1 0 0,0 0-1 0 0,-1 0 0 0 0,0 0 0 0 0,1-1 0 0 0,-1 0 1 0 0,0 0-1 0 0,0 0 0 0 0,-1 0 0 0 0,1-1 1 0 0,-1 1-1 0 0,1-1 0 0 0,-1 0 0 0 0,0 0 1 0 0,-1 0-1 0 0,1-1 0 0 0,-1 1 0 0 0,0-1 1 0 0,4-8-1 0 0,52-126 132 0 0,-47 90-127 0 0,-6 25 42 0 0,-3 20 58 0 0,0 9 89 0 0,61 291 79 0 0,-59-280-287 0 0,-1 1 0 0 0,0-1 0 0 0,-1 1 0 0 0,0 32 0 0 0,-2-41 10 0 0,0 1 0 0 0,-1-1 0 0 0,-1 0 0 0 0,1 0-1 0 0,-1 0 1 0 0,-1 0 0 0 0,1 0 0 0 0,-1-1 0 0 0,-1 1 0 0 0,1-1 0 0 0,-1 0 0 0 0,-6 8 0 0 0,1-2 23 0 0,-2 0 1 0 0,0 0 0 0 0,-24 20 0 0 0,30-29-5 0 0,0-1 1 0 0,0 1-1 0 0,-1-1 0 0 0,1 0 1 0 0,-1-1-1 0 0,0 0 0 0 0,0 1 1 0 0,0-2-1 0 0,0 1 0 0 0,0-1 1 0 0,0 0-1 0 0,0 0 0 0 0,-11 0 1 0 0,17-1-27 0 0,-28 0 112 0 0,0-1 0 0 0,1 0 0 0 0,-50-11 0 0 0,63 5-2270 0 0,-3-9-8148 0 0,16 15 9366 0 0,-8-7-3158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9:59.5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 47 1256 0 0,'0'0'444'0'0,"-1"-32"2981"0"0,-4 21-2758 0 0,-1 7-3051 0 0,3 4 1248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9:59.5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56 128 1608 0 0,'0'0'290'0'0,"0"-35"4680"0"0,0 26-3458 0 0,0 0 1 0 0,0 1-1 0 0,-2-1 1 0 0,-2-12-1 0 0,3 18-1270 0 0,0 1 1 0 0,0 0-1 0 0,-1-1 0 0 0,1 1 1 0 0,-1 0-1 0 0,1 0 1 0 0,-1 0-1 0 0,0 0 0 0 0,0 0 1 0 0,0 0-1 0 0,0 1 0 0 0,0-1 1 0 0,-1 1-1 0 0,1-1 1 0 0,0 1-1 0 0,-1 0 0 0 0,1 0 1 0 0,-1 0-1 0 0,1 0 0 0 0,-3 0 1 0 0,4 1-194 0 0,1 0 0 0 0,0 0 0 0 0,0 0-1 0 0,-1 0 1 0 0,1 0 0 0 0,0 0 0 0 0,0 0 0 0 0,-1 0 0 0 0,1 0 0 0 0,0 0 0 0 0,0 0 0 0 0,-1 1 0 0 0,1-1 0 0 0,0 0 0 0 0,0 0 0 0 0,0 0 0 0 0,-1 0-1 0 0,1 1 1 0 0,0-1 0 0 0,0 0 0 0 0,0 0 0 0 0,-1 0 0 0 0,1 1 0 0 0,0-1 0 0 0,0 0 0 0 0,0 0 0 0 0,0 0 0 0 0,0 1 0 0 0,0-1 0 0 0,0 0 0 0 0,0 0-1 0 0,-1 1 1 0 0,1-1 0 0 0,0 0 0 0 0,0 1 0 0 0,0-1 0 0 0,0 0 0 0 0,0 0 0 0 0,0 1 0 0 0,1-1 0 0 0,-2 21 356 0 0,6 16-476 0 0,-3-31 85 0 0,7 40 129 0 0,2 0 0 0 0,3-2 1 0 0,24 58-1 0 0,87 139 237 0 0,-66-134-293 0 0,70 100 82 0 0,-15-27 5 0 0,-86-124-158 0 0,35 102 0 0 0,-51-124-10 0 0,6 15 8 0 0,-9-21-8 0 0,0-1-1 0 0,2-1 1 0 0,1 1 0 0 0,1-2 0 0 0,2 0 0 0 0,21 30 0 0 0,-19-36-13 0 0,-2 1 0 0 0,0 1 0 0 0,18 34-1 0 0,-10-17-17 0 0,-18-30 16 0 0,0-1 0 0 0,-1 1 0 0 0,0 0 0 0 0,0 0-1 0 0,0 0 1 0 0,-1 0 0 0 0,-1 0 0 0 0,4 16 0 0 0,-5-19 5 0 0,0 1 0 0 0,0 0 0 0 0,1-1 0 0 0,0 0 1 0 0,3 6-1 0 0,4 17-13 0 0,-8-26 16 0 0,1 0 0 0 0,-1 1-1 0 0,0-1 1 0 0,0 0 0 0 0,1 0-1 0 0,0 0 1 0 0,-1 0 0 0 0,1 0 0 0 0,0 0-1 0 0,0-1 1 0 0,0 1 0 0 0,0 0-1 0 0,0-1 1 0 0,0 0 0 0 0,0 1 0 0 0,1-1-1 0 0,-1 0 1 0 0,0 0 0 0 0,1 0-1 0 0,4 0 1 0 0,14 9-7 0 0,-19-9 8 0 0,0 1 0 0 0,-1-1 0 0 0,1 1 0 0 0,0-1 0 0 0,-1 1 0 0 0,0 0 0 0 0,1 0 0 0 0,-1 0 0 0 0,0 0 0 0 0,0-1 0 0 0,0 2 0 0 0,0-1 0 0 0,0 0 0 0 0,-1 0 0 0 0,1 0 0 0 0,-1 0 0 0 0,1 0 0 0 0,-1 1 0 0 0,0-1 0 0 0,1 0 0 0 0,-2 4 0 0 0,1-3-1 0 0,1 0 0 0 0,-1 0 0 0 0,0 0 0 0 0,1 0 0 0 0,0 0 0 0 0,-1 0 0 0 0,1 0 0 0 0,0 0 0 0 0,3 4 0 0 0,-4-6-1213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9:59.5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84 4260 0 0,'0'-60'6004'0'0,"0"37"349"0"0,0 31-2034 0 0,1 106-2735 0 0,19 137 0 0 0,-18-227-1446 0 0,-2-19-169 0 0,0 0-1 0 0,0-1 0 0 0,1 1 1 0 0,0 0-1 0 0,0 0 0 0 0,0 0 1 0 0,0 0-1 0 0,1-1 0 0 0,2 7 1 0 0,-4-11-34 0 0,0 0 1 0 0,0 0 0 0 0,0 0 0 0 0,0 0 0 0 0,0 0 0 0 0,1 0 0 0 0,-1 1 0 0 0,0-1 0 0 0,0 0-1 0 0,0 0 1 0 0,0 0 0 0 0,0 0 0 0 0,0 0 0 0 0,0 0 0 0 0,0 0 0 0 0,0 0 0 0 0,0 0 0 0 0,0 0 0 0 0,1 0-1 0 0,-1 0 1 0 0,0 0 0 0 0,0 0 0 0 0,0 1 0 0 0,0-1 0 0 0,0 0 0 0 0,0 0 0 0 0,0 0 0 0 0,0 0-1 0 0,1 0 1 0 0,-1 0 0 0 0,0 0 0 0 0,0 0 0 0 0,0 0 0 0 0,0 0 0 0 0,0 0 0 0 0,0-1 0 0 0,0 1 0 0 0,0 0-1 0 0,1 0 1 0 0,-1 0 0 0 0,0 0 0 0 0,0 0 0 0 0,0 0 0 0 0,0 0 0 0 0,0 0 0 0 0,0 0 0 0 0,0 0-1 0 0,0 0 1 0 0,0 0 0 0 0,1 0 0 0 0,-1 0 0 0 0,0-1 0 0 0,0 1 0 0 0,0 0 0 0 0,0 0 0 0 0,0 0 0 0 0,0 0-1 0 0,0 0 1 0 0,0 0 0 0 0,0 0 0 0 0,0 0 0 0 0,0-1 0 0 0,0 1 0 0 0,3-10-6802 0 0,3-1-1691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9:59.5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56 113 3496 0 0,'-27'-4'8512'0'0,"25"7"-8185"0"0,-1 0-1 0 0,1-1 0 0 0,0 1 0 0 0,0 0 0 0 0,0 0 1 0 0,0 0-1 0 0,0 0 0 0 0,1 0 0 0 0,0 1 0 0 0,-1-1 1 0 0,1 0-1 0 0,0 1 0 0 0,0-1 0 0 0,1 1 1 0 0,-1 6-1 0 0,-3 58 1329 0 0,4-62-1628 0 0,0 10 116 0 0,1 1-1 0 0,1-1 0 0 0,0 1 0 0 0,1-1 0 0 0,0 0 1 0 0,11 29-1 0 0,-12-39-116 0 0,1 0 0 0 0,0-1-1 0 0,0 1 1 0 0,0 0 0 0 0,1-1 0 0 0,-1 0 0 0 0,1 1 0 0 0,1-2 0 0 0,-1 1 0 0 0,1 0-1 0 0,0-1 1 0 0,0 0 0 0 0,0 0 0 0 0,0 0 0 0 0,1-1 0 0 0,0 0 0 0 0,-1 0-1 0 0,1 0 1 0 0,11 3 0 0 0,-6-4-6 0 0,0 0-1 0 0,1 0 1 0 0,-1-1-1 0 0,1 0 1 0 0,-1-1-1 0 0,1 0 1 0 0,-1-1-1 0 0,1-1 1 0 0,-1 1-1 0 0,19-7 0 0 0,-24 7 14 0 0,0-1-1 0 0,-1 0 0 0 0,1-1 0 0 0,-1 1 0 0 0,0-1 1 0 0,1 0-1 0 0,-1 0 0 0 0,0-1 0 0 0,-1 0 0 0 0,1 1 0 0 0,-1-2 1 0 0,0 1-1 0 0,0 0 0 0 0,0-1 0 0 0,0 0 0 0 0,-1 0 0 0 0,0 0 1 0 0,0 0-1 0 0,0 0 0 0 0,0-1 0 0 0,2-10 0 0 0,-1-1 158 0 0,0 0-1 0 0,-2 0 0 0 0,0 0 0 0 0,-1 0 1 0 0,-1-1-1 0 0,0 1 0 0 0,-4-19 0 0 0,3 26-75 0 0,-1 1 0 0 0,0 0 0 0 0,-1-1 0 0 0,0 1 0 0 0,-1 0 0 0 0,1 0 0 0 0,-2 1 0 0 0,1-1 0 0 0,-1 1 0 0 0,-1 0 1 0 0,1 0-1 0 0,-1 1 0 0 0,0-1 0 0 0,-10-7 0 0 0,-2-1 229 0 0,-38-24 1 0 0,50 36-329 0 0,-1 1 1 0 0,1-1-1 0 0,-1 1 1 0 0,0 0-1 0 0,0 0 1 0 0,0 1-1 0 0,-1 0 0 0 0,1 1 1 0 0,0-1-1 0 0,-10 1 1 0 0,15 1-91 0 0,0 0 0 0 0,-1 0 0 0 0,1 0 0 0 0,0 1-1 0 0,0-1 1 0 0,-1 1 0 0 0,1 0 0 0 0,0 0 0 0 0,0 0 0 0 0,0 0 0 0 0,0 0 0 0 0,0 0 0 0 0,0 0 0 0 0,0 1-1 0 0,0-1 1 0 0,1 1 0 0 0,-1-1 0 0 0,-2 4 0 0 0,-21 36-8832 0 0,16-23 3459 0 0,-2-1 631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9:59.5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0 887 3868 0 0,'19'0'3071'0'0,"18"-3"-1463"0"0,-1-2-1 0 0,0-1 1 0 0,-1-2-1 0 0,1-1 1 0 0,39-16 0 0 0,27-7-555 0 0,440-108 806 0 0,-446 116-1718 0 0,83-27 243 0 0,177-76 0 0 0,-107 36 58 0 0,13-6-156 0 0,-185 69-56 0 0,151-33 0 0 0,-189 51-151 0 0,46-20-1 0 0,-6 3 34 0 0,59-29 333 0 0,-125 52-328 0 0,-5 1-64 0 0,0 0 0 0 0,1 1 1 0 0,-1 0-1 0 0,1 0 0 0 0,-1 1 0 0 0,1 0 0 0 0,0 0 0 0 0,12 2 0 0 0,-10 0-82 0 0,1 0 0 0 0,-1-1 0 0 0,1 0 0 0 0,-1 0 0 0 0,0-2 0 0 0,1 1 0 0 0,-1-1 0 0 0,19-6 0 0 0,-25 4-86 0 0,-19-19-18172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9:59.50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0 376 3932 0 0,'1'-3'14434'0'0,"7"-12"-13410"0"0,49-67-292 0 0,59-113 0 0 0,-112 188-719 0 0,0-1 7 0 0,0 1 0 0 0,0-1 0 0 0,0 1 0 0 0,-1-1 0 0 0,0 0 0 0 0,-1-1 0 0 0,2-9 0 0 0,-4 18-16 0 0,0 0 1 0 0,0 0 0 0 0,1 0-1 0 0,-1 0 1 0 0,0 0 0 0 0,0 0 0 0 0,0 0-1 0 0,0 0 1 0 0,0 0 0 0 0,0 0-1 0 0,0 0 1 0 0,0 0 0 0 0,0 0 0 0 0,0 0-1 0 0,1 0 1 0 0,-1 0 0 0 0,0 0-1 0 0,0 0 1 0 0,0 0 0 0 0,0 0-1 0 0,0 0 1 0 0,0 0 0 0 0,0 0 0 0 0,0 0-1 0 0,0 0 1 0 0,0 0 0 0 0,1 0-1 0 0,-1 0 1 0 0,0 0 0 0 0,0 0 0 0 0,0 0-1 0 0,0 0 1 0 0,0 0 0 0 0,3 11 102 0 0,-3 48 139 0 0,10 277 884 0 0,-10-332-1165 0 0,2 12 157 0 0,0 1 1 0 0,0-1-1 0 0,7 18 1 0 0,-9-32-202 0 0,1 1 1 0 0,0 0-1 0 0,0-1 0 0 0,0 1 1 0 0,0 0-1 0 0,0-1 0 0 0,1 1 1 0 0,-1-1-1 0 0,1 0 0 0 0,-1 1 1 0 0,1-1-1 0 0,0 0 0 0 0,0 0 1 0 0,0 0-1 0 0,0 0 0 0 0,1 0 1 0 0,-1-1-1 0 0,0 1 0 0 0,1-1 1 0 0,-1 1-1 0 0,1-1 1 0 0,-1 0-1 0 0,1 0 0 0 0,0 0 1 0 0,3 0-1 0 0,-5 0-322 0 0,0-1 1 0 0,-1 0-1 0 0,1 0 0 0 0,0-1 1 0 0,0 1-1 0 0,-1 0 1 0 0,1 0-1 0 0,0 0 0 0 0,-1 0 1 0 0,1 0-1 0 0,0-1 1 0 0,-1 1-1 0 0,1 0 0 0 0,-1-1 1 0 0,1 1-1 0 0,0 0 0 0 0,-1-1 1 0 0,1 1-1 0 0,-1-1 1 0 0,1 1-1 0 0,-1-1 0 0 0,1 1 1 0 0,-1-1-1 0 0,0 1 1 0 0,1-1-1 0 0,-1 0 0 0 0,1 1 1 0 0,-1-1-1 0 0,0 1 0 0 0,1-2 1 0 0,0-6-3929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9:59.5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10 379 3480 0 0,'-1'0'175'0'0,"0"1"0"0"0,0-1 0 0 0,1 1 0 0 0,-1 0 0 0 0,1-1 0 0 0,-1 1 0 0 0,0 0 0 0 0,1-1 0 0 0,-1 1 0 0 0,1 0-1 0 0,-1 0 1 0 0,1-1 0 0 0,0 1 0 0 0,-1 0 0 0 0,1 0 0 0 0,0 0 0 0 0,0 0 0 0 0,-1-1 0 0 0,1 1 0 0 0,0 0 0 0 0,0 0 0 0 0,0 0-1 0 0,0 0 1 0 0,0 0 0 0 0,0 0 0 0 0,0-1 0 0 0,0 1 0 0 0,1 0 0 0 0,-1 0 0 0 0,0 0 0 0 0,0 0 0 0 0,1-1 0 0 0,-1 1 0 0 0,1 0-1 0 0,-1 0 1 0 0,1 0 0 0 0,-1-1 0 0 0,1 1 0 0 0,-1 0 0 0 0,1-1 0 0 0,-1 1 0 0 0,1 0 0 0 0,0-1 0 0 0,-1 1 0 0 0,1-1 0 0 0,0 1 0 0 0,0-1-1 0 0,0 0 1 0 0,-1 1 0 0 0,1-1 0 0 0,0 0 0 0 0,0 1 0 0 0,0-1 0 0 0,0 0 0 0 0,-1 0 0 0 0,1 0 0 0 0,0 0 0 0 0,0 0 0 0 0,0 0-1 0 0,0 0 1 0 0,1 0 0 0 0,5-1 286 0 0,0-1-1 0 0,-1 0 1 0 0,1 0-1 0 0,-1 0 1 0 0,1-1-1 0 0,-1 0 1 0 0,0 0-1 0 0,0-1 1 0 0,0 1-1 0 0,7-8 1 0 0,-5 4-246 0 0,-1 0 1 0 0,-1 0-1 0 0,1-1 1 0 0,-1 0-1 0 0,0 0 1 0 0,7-14-1 0 0,-4 4-183 0 0,-1-1 0 0 0,-1 0 0 0 0,-1 0-1 0 0,-1-1 1 0 0,0 1 0 0 0,2-33 0 0 0,2-95 827 0 0,-9 257-201 0 0,7 255 563 0 0,-5-343-986 0 0,2-1 1 0 0,0 1-1 0 0,9 26 0 0 0,3-1-3798 0 0,-2-3-8286 0 0,-11-36 7156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9:59.5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 3462 3432 0 0,'-1'-1'278'0'0,"1"1"0"0"0,-1-1 0 0 0,0 0 0 0 0,0 1-1 0 0,1-1 1 0 0,-1 0 0 0 0,0 1 0 0 0,1-1-1 0 0,-1 0 1 0 0,1 0 0 0 0,-1 1 0 0 0,1-1 0 0 0,0 0-1 0 0,-1 0 1 0 0,1 0 0 0 0,0 0 0 0 0,-1 0 0 0 0,1 1-1 0 0,0-1 1 0 0,0 0 0 0 0,0 0 0 0 0,0 0 0 0 0,0 0-1 0 0,0 0 1 0 0,0 0 0 0 0,0-1 0 0 0,1-38 2979 0 0,-1 28-2506 0 0,0-9-78 0 0,0 0 99 0 0,0 0 1 0 0,5-26 0 0 0,-4 38-684 0 0,1 1 0 0 0,1 0 1 0 0,0 0-1 0 0,0 0 0 0 0,0 0 0 0 0,1 0 1 0 0,0 0-1 0 0,9-11 0 0 0,29-46 33 0 0,-3-1-1 0 0,32-74 1 0 0,20-37-60 0 0,-52 103-35 0 0,36-100 1 0 0,-47 103 36 0 0,73-132 1 0 0,28 5 97 0 0,43-71-93 0 0,-124 189-57 0 0,-2 3-40 0 0,38-85 0 0 0,-60 108 20 0 0,0-3-1 0 0,2 0 0 0 0,57-88 0 0 0,-76 135 11 0 0,28-38 40 0 0,-2-1-1 0 0,-3-2 0 0 0,25-55 1 0 0,18-32 53 0 0,-8 17-34 0 0,-58 104-60 0 0,-2 1-1 0 0,6-25 1 0 0,7-19 13 0 0,-11 43 18 0 0,0 1 1 0 0,1 0 0 0 0,0 0 0 0 0,2 1-1 0 0,14-19 1 0 0,-21 30 22 0 0,-1 0-1 0 0,1 0 1 0 0,-1 0 0 0 0,0-1 0 0 0,0 1 0 0 0,0-1 0 0 0,0 1-1 0 0,-1-1 1 0 0,0 0 0 0 0,0 0 0 0 0,0 1 0 0 0,-1-1-1 0 0,1-7 1 0 0,1 5-4 0 0,1 0 0 0 0,0 0-1 0 0,0 0 1 0 0,1 0 0 0 0,-1 0 0 0 0,1 1-1 0 0,1 0 1 0 0,0 0 0 0 0,6-7 0 0 0,-3 3-27 0 0,0 0 0 0 0,-1 0 1 0 0,0 0-1 0 0,-1-1 1 0 0,0 0-1 0 0,-1 0 1 0 0,0-1-1 0 0,0 0 0 0 0,-1 0 1 0 0,4-22-1 0 0,-7 27-4 0 0,8-28 55 0 0,-8 33-71 0 0,-1 1 0 0 0,1-1 0 0 0,-1 1 0 0 0,1-1 0 0 0,-1 1-1 0 0,1-1 1 0 0,0 1 0 0 0,0 0 0 0 0,0-1 0 0 0,0 1 0 0 0,0 0 0 0 0,0 0 0 0 0,0 0-1 0 0,0 0 1 0 0,1 0 0 0 0,-1 0 0 0 0,2-1 0 0 0,-3 2-16 0 0,1 1 0 0 0,0 0-1 0 0,-1-1 1 0 0,1 1 0 0 0,-1-1 0 0 0,1 1 0 0 0,0 0-1 0 0,-1 0 1 0 0,0-1 0 0 0,1 1 0 0 0,-1 0-1 0 0,0 0 1 0 0,1 0 0 0 0,-1 0 0 0 0,0-1 0 0 0,0 1-1 0 0,0 0 1 0 0,1 0 0 0 0,-1 0 0 0 0,0 0 0 0 0,0 0-1 0 0,0-1 1 0 0,-1 3 0 0 0,2 24-1500 0 0,-2-19-502 0 0,0-1 0 0 0,-1 1 0 0 0,0-1 0 0 0,-4 10 0 0 0,4-9 356 0 0,-6 12-2439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9:59.5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131 85 424 0 0,'0'-32'4298'0'0,"1"1"-670"0"0,-1 9 3770 0 0,-7 51-4700 0 0,0 14-2234 0 0,-26 113 469 0 0,27-132-805 0 0,-2 1 1 0 0,-1-1-1 0 0,0-1 0 0 0,-16 26 1 0 0,24-47-597 0 0,-15 22 1965 0 0,5-13-3783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9:59.5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5 284 3148 0 0,'-2'-75'3552'0'0,"0"39"-1356"0"0,2-1-1 0 0,7-65 1 0 0,3 71 1629 0 0,-10 30-3776 0 0,0 1 1 0 0,0 0-1 0 0,0 0 0 0 0,0 0 0 0 0,1 0 0 0 0,-1 0 0 0 0,0-1 0 0 0,0 1 1 0 0,0 0-1 0 0,0 0 0 0 0,0 0 0 0 0,0 0 0 0 0,1 0 0 0 0,-1 0 0 0 0,0 0 1 0 0,0 0-1 0 0,0-1 0 0 0,0 1 0 0 0,0 0 0 0 0,1 0 0 0 0,-1 0 0 0 0,0 0 1 0 0,0 0-1 0 0,0 0 0 0 0,0 0 0 0 0,0 0 0 0 0,1 0 0 0 0,-1 0 0 0 0,0 0 1 0 0,0 0-1 0 0,0 0 0 0 0,0 0 0 0 0,1 0 0 0 0,-1 0 0 0 0,0 0 0 0 0,0 0 1 0 0,0 0-1 0 0,0 1 0 0 0,1-1 0 0 0,-1 0 0 0 0,0 0 0 0 0,0 0 0 0 0,0 0 1 0 0,0 0-1 0 0,0 0 0 0 0,1 0 0 0 0,5 18 806 0 0,0 26-215 0 0,-2 1 0 0 0,-2 0 0 0 0,-3 45-1 0 0,1 19-78 0 0,0-64-311 0 0,-1-28-185 0 0,1 0 1 0 0,0-1-1 0 0,2 1 0 0 0,5 29 0 0 0,-6-44-101 0 0,-1-1 1 0 0,0 0-1 0 0,1 0 0 0 0,-1 1 1 0 0,1-1-1 0 0,0 0 0 0 0,-1 0 1 0 0,1 0-1 0 0,0 0 0 0 0,0 1 1 0 0,-1-1-1 0 0,1 0 0 0 0,0-1 1 0 0,0 1-1 0 0,0 0 0 0 0,0 0 1 0 0,0 0-1 0 0,1 0 0 0 0,-1-1 1 0 0,0 1-1 0 0,0-1 0 0 0,0 1 1 0 0,1-1-1 0 0,-1 1 1 0 0,2-1-1 0 0,14-2-2958 0 0,0-11-4193 0 0,-6 1 2899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9:59.5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 64 2320 0 0,'0'-36'7240'0'0,"0"22"-3978"0"0,0 0 3086 0 0,-8 27-4811 0 0,3-1-1412 0 0,0 1 0 0 0,2 0-1 0 0,-1-1 1 0 0,2 1 0 0 0,0 1 0 0 0,0-1-1 0 0,1 0 1 0 0,1 23 0 0 0,-1-14-52 0 0,1-17-61 0 0,-1-1 0 0 0,1 0 0 0 0,0 1 1 0 0,0-1-1 0 0,1 0 0 0 0,-1 1 0 0 0,3 6 1 0 0,-3-9-9 0 0,1-1-1 0 0,0 0 1 0 0,0 1 0 0 0,0-1 0 0 0,0 0 0 0 0,0 0 0 0 0,0 0 0 0 0,0 1 0 0 0,0-1 0 0 0,0 0 0 0 0,1-1 0 0 0,-1 1 0 0 0,0 0 0 0 0,1 0 0 0 0,-1 0-1 0 0,1-1 1 0 0,-1 1 0 0 0,1-1 0 0 0,-1 1 0 0 0,1-1 0 0 0,-1 0 0 0 0,1 1 0 0 0,-1-1 0 0 0,1 0 0 0 0,-1 0 0 0 0,3 0 0 0 0,50 0 38 0 0,-43-1-24 0 0,0 0-1 0 0,1 1 0 0 0,-1 1 1 0 0,1-1-1 0 0,-1 2 0 0 0,0 0 1 0 0,0 0-1 0 0,18 7 0 0 0,-27-8-4 0 0,0 0 0 0 0,-1 1 0 0 0,0-1 0 0 0,1 0 0 0 0,-1 1 0 0 0,0-1 0 0 0,1 1 0 0 0,-1 0 0 0 0,0-1 0 0 0,0 1 0 0 0,0 0 0 0 0,-1 0 0 0 0,1-1 0 0 0,0 1 0 0 0,-1 0 0 0 0,1 0 0 0 0,-1 0 0 0 0,0 0 0 0 0,1 0 0 0 0,-1 0 0 0 0,0 0 0 0 0,0 0 0 0 0,-1 3 0 0 0,1 2 34 0 0,-1 0 1 0 0,1 0-1 0 0,-2 0 0 0 0,1 0 0 0 0,-4 9 1 0 0,-2 1 77 0 0,0-1 1 0 0,0-1-1 0 0,-2 1 0 0 0,1-1 1 0 0,-2-1-1 0 0,0 0 1 0 0,-20 21-1 0 0,-4-1 319 0 0,33-33-480 0 0,1-77-3073 0 0,0-2-9681 0 0,0 55 8585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9:59.5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42 130 3112 0 0,'-26'-11'4694'0'0,"25"10"-4383"0"0,0 1 0 0 0,0-1 0 0 0,1 1 0 0 0,-1-1 0 0 0,0 1 0 0 0,0-1 0 0 0,0 0 0 0 0,0 1 0 0 0,1-1 0 0 0,-1 0 0 0 0,0 1 0 0 0,0-1 0 0 0,1 0-1 0 0,-1 0 1 0 0,1 0 0 0 0,-1 0 0 0 0,1 0 0 0 0,-1 0 0 0 0,1 0 0 0 0,0 0 0 0 0,-1-1 0 0 0,4 0 91 0 0,-1 0-1 0 0,1 1 1 0 0,0-1 0 0 0,0 1-1 0 0,0 0 1 0 0,0-1-1 0 0,0 1 1 0 0,0 0 0 0 0,0 1-1 0 0,5-2 1 0 0,5-1 604 0 0,76-23 993 0 0,149-23 0 0 0,-235 48-1960 0 0,62-5 574 0 0,-37 6-6132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9:59.5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34 345 3264 0 0,'-2'0'295'0'0,"0"1"0"0"0,1 0 0 0 0,-1 0 0 0 0,0 0 0 0 0,1 0-1 0 0,-1 0 1 0 0,0 0 0 0 0,1 0 0 0 0,-1 0 0 0 0,1 1 0 0 0,0-1 0 0 0,-1 0-1 0 0,1 1 1 0 0,0-1 0 0 0,0 1 0 0 0,0 0 0 0 0,0-1 0 0 0,0 1 0 0 0,0 0-1 0 0,1-1 1 0 0,-2 4 0 0 0,2-4-169 0 0,-1 0 0 0 0,1 0 1 0 0,-1 0-1 0 0,1 0 0 0 0,0 0 0 0 0,0 0 0 0 0,-1 0 0 0 0,1 0 0 0 0,0 0 1 0 0,0 0-1 0 0,0 0 0 0 0,0 0 0 0 0,0 0 0 0 0,0 0 0 0 0,0 0 0 0 0,0 0 1 0 0,1 0-1 0 0,-1 0 0 0 0,0 0 0 0 0,1 0 0 0 0,-1 0 0 0 0,0 0 0 0 0,1 0 0 0 0,-1-1 1 0 0,1 1-1 0 0,0 0 0 0 0,-1 0 0 0 0,1 0 0 0 0,0-1 0 0 0,-1 1 0 0 0,1 0 1 0 0,0-1-1 0 0,0 1 0 0 0,-1 0 0 0 0,1-1 0 0 0,0 1 0 0 0,0-1 0 0 0,0 0 0 0 0,0 1 1 0 0,0-1-1 0 0,0 0 0 0 0,0 1 0 0 0,0-1 0 0 0,0 0 0 0 0,2 0 0 0 0,6 0 155 0 0,1 0 0 0 0,0-1 0 0 0,-1 0 0 0 0,1 0 0 0 0,-1-1-1 0 0,1-1 1 0 0,-1 1 0 0 0,0-2 0 0 0,0 1 0 0 0,0-1 0 0 0,10-6-1 0 0,3-3-112 0 0,0-1 0 0 0,-1-1 0 0 0,19-18-1 0 0,-29 24-128 0 0,-1 0 0 0 0,0-1 0 0 0,-1 0 0 0 0,0-1-1 0 0,-1 0 1 0 0,0 0 0 0 0,0-1 0 0 0,-2 0-1 0 0,1 0 1 0 0,-1-1 0 0 0,-1 0 0 0 0,0 0-1 0 0,-1 0 1 0 0,-1-1 0 0 0,0 1 0 0 0,-1-1 0 0 0,0 0-1 0 0,-1 0 1 0 0,-1-22 0 0 0,0 34-34 0 0,0 1 0 0 0,0-1 1 0 0,0 0-1 0 0,0 0 0 0 0,-1 1 0 0 0,1-1 1 0 0,-1 0-1 0 0,1 1 0 0 0,-1-1 0 0 0,0 1 1 0 0,0-1-1 0 0,1 1 0 0 0,-1-1 0 0 0,0 1 1 0 0,0-1-1 0 0,-1 1 0 0 0,1 0 1 0 0,0 0-1 0 0,0 0 0 0 0,-1-1 0 0 0,1 1 1 0 0,0 0-1 0 0,-4-1 0 0 0,2 1 3 0 0,0 0-1 0 0,0 0 1 0 0,-1 0 0 0 0,1 1-1 0 0,0 0 1 0 0,0-1 0 0 0,-1 1-1 0 0,1 0 1 0 0,-1 1 0 0 0,1-1-1 0 0,-5 1 1 0 0,-5 2 12 0 0,1 1 1 0 0,0 0-1 0 0,1 1 1 0 0,-1 0-1 0 0,-16 9 1 0 0,22-9 2 0 0,0-1 0 0 0,0 1 1 0 0,0 0-1 0 0,0 1 1 0 0,1-1-1 0 0,0 1 0 0 0,0 0 1 0 0,0 0-1 0 0,1 1 1 0 0,0 0-1 0 0,0-1 0 0 0,1 1 1 0 0,0 1-1 0 0,0-1 1 0 0,0 0-1 0 0,1 1 1 0 0,0-1-1 0 0,1 1 0 0 0,0-1 1 0 0,0 1-1 0 0,0 0 1 0 0,1 0-1 0 0,0 0 0 0 0,3 14 1 0 0,-2-14 10 0 0,0 0 0 0 0,1 0 0 0 0,0 0 0 0 0,1 0 0 0 0,0 0 0 0 0,0-1 0 0 0,0 0 0 0 0,1 1 0 0 0,0-1 0 0 0,1-1 0 0 0,0 1 0 0 0,0-1 0 0 0,0 1 0 0 0,1-1 0 0 0,-1-1-1 0 0,1 1 1 0 0,1-1 0 0 0,-1 0 0 0 0,1-1 0 0 0,0 1 0 0 0,0-1 0 0 0,0-1 0 0 0,15 6 0 0 0,-7-5 58 0 0,0 0-1 0 0,0-2 1 0 0,0 1-1 0 0,0-2 1 0 0,0 0-1 0 0,1-1 1 0 0,-1-1-1 0 0,0 0 0 0 0,27-6 1 0 0,-29 4-534 0 0,-1 0-1 0 0,0-1 1 0 0,0-1 0 0 0,-1 0-1 0 0,13-8 1 0 0,-16 8-1057 0 0,0 0-1 0 0,0-1 1 0 0,-1 0-1 0 0,0 0 1 0 0,0-1 0 0 0,0 0-1 0 0,7-10 1 0 0,0-4-2682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9:59.5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471 18 2992 0 0,'-54'-9'3569'0'0,"6"1"-1902"0"0,35 7-1275 0 0,0 1 0 0 0,0 1 0 0 0,0 0 0 0 0,1 1 0 0 0,-1 0 0 0 0,0 1 0 0 0,1 0 0 0 0,-1 1-1 0 0,1 0 1 0 0,0 1 0 0 0,0 0 0 0 0,1 1 0 0 0,0 1 0 0 0,-18 12 0 0 0,17-9-163 0 0,1 0-1 0 0,0 1 1 0 0,0 0 0 0 0,1 0 0 0 0,0 1-1 0 0,1 1 1 0 0,1 0 0 0 0,0 0-1 0 0,0 0 1 0 0,2 1 0 0 0,-1 0 0 0 0,-4 18-1 0 0,-1 8-46 0 0,2 0 0 0 0,2 1 0 0 0,2-1-1 0 0,1 2 1 0 0,3-1 0 0 0,1 0 0 0 0,2 1 0 0 0,1-1 0 0 0,16 76-1 0 0,-13-99-104 0 0,0-1 0 0 0,2 1 0 0 0,0-1 0 0 0,1 0 1 0 0,0-1-1 0 0,2 0 0 0 0,0 0 0 0 0,0-1 0 0 0,26 27 0 0 0,-20-26 2 0 0,1 0 1 0 0,1-1 0 0 0,0-1 0 0 0,1-1-1 0 0,1 0 1 0 0,0-2 0 0 0,37 16-1 0 0,-36-18-15 0 0,0-2 0 0 0,1-1 0 0 0,0-1-1 0 0,0 0 1 0 0,0-2 0 0 0,1 0-1 0 0,44-2 1 0 0,-50-2-29 0 0,1-1 0 0 0,0-1 0 0 0,0 0 0 0 0,-1-1 0 0 0,0-1 1 0 0,0-1-1 0 0,0 0 0 0 0,-1-2 0 0 0,1 1 0 0 0,21-16 0 0 0,-10 3-10 0 0,-2-2 1 0 0,0 0-1 0 0,-1-2 1 0 0,-1-1-1 0 0,-1-1 1 0 0,-1-1-1 0 0,32-52 1 0 0,-43 58-1 0 0,-1-1 1 0 0,-1 0-1 0 0,-1 0 0 0 0,-1-1 1 0 0,-1 1-1 0 0,0-2 1 0 0,2-33-1 0 0,-3-11 101 0 0,-5-89-1 0 0,0 144-103 0 0,-1-1 0 0 0,-1 0 1 0 0,0 1-1 0 0,0-1 0 0 0,-2 1 0 0 0,0 0 0 0 0,0 0 1 0 0,-10-20-1 0 0,10 26-12 0 0,0 1 0 0 0,0-1-1 0 0,-1 1 1 0 0,1 0 0 0 0,-1 1 0 0 0,-1-1 0 0 0,1 1 0 0 0,-1 0 0 0 0,0 1-1 0 0,0-1 1 0 0,0 1 0 0 0,-1 0 0 0 0,1 0 0 0 0,-1 1 0 0 0,0 0 0 0 0,0 0-1 0 0,-9-1 1 0 0,-21-6 271 0 0,-1 2 0 0 0,-38-2 0 0 0,-1 9-1769 0 0,60 2-1393 0 0,0 1 0 0 0,-23 6 0 0 0,21-3-1435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9:59.5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13 476 4324 0 0,'-1'0'148'0'0,"1"0"0"0"0,-1 0 0 0 0,1 0 0 0 0,0 0 0 0 0,-1 0-1 0 0,1 0 1 0 0,0 0 0 0 0,-1 0 0 0 0,1 0 0 0 0,-1 0 0 0 0,1 0 0 0 0,0 0-1 0 0,-1 0 1 0 0,1 0 0 0 0,0 0 0 0 0,-1 0 0 0 0,1 0 0 0 0,-1-1-1 0 0,1 1 1 0 0,0 0 0 0 0,-1 0 0 0 0,1 0 0 0 0,0-1 0 0 0,-1 1 0 0 0,1 0-1 0 0,0 0 1 0 0,0-1 0 0 0,-1 1 0 0 0,1 0 0 0 0,0-1 0 0 0,0 1-1 0 0,-1 0 1 0 0,1-1 0 0 0,0 1 0 0 0,0 0 0 0 0,0-1 0 0 0,0 1 0 0 0,0 0-1 0 0,-1-1 1 0 0,11-15 2652 0 0,18-9-581 0 0,11 1-140 0 0,100-71 54 0 0,-125 84-2130 0 0,0 0-1 0 0,-1-2 0 0 0,-1 1 1 0 0,0-2-1 0 0,-1 1 0 0 0,0-2 0 0 0,10-18 1 0 0,-16 24 6 0 0,-1-1-1 0 0,0 0 1 0 0,-1 1 0 0 0,0-1 0 0 0,0 0-1 0 0,1-19 1 0 0,-3 23 6 0 0,-1-1-1 0 0,0 1 1 0 0,0-1-1 0 0,0 1 1 0 0,-1-1 0 0 0,0 1-1 0 0,0-1 1 0 0,-1 1 0 0 0,0 0-1 0 0,0 0 1 0 0,-5-11-1 0 0,7 16-6 0 0,-1 0-1 0 0,0 0 0 0 0,1 1 0 0 0,-1-1 0 0 0,0 0 0 0 0,0 0 1 0 0,0 0-1 0 0,0 0 0 0 0,0 1 0 0 0,0-1 0 0 0,0 0 0 0 0,0 1 1 0 0,0-1-1 0 0,0 1 0 0 0,-1 0 0 0 0,1-1 0 0 0,0 1 0 0 0,0 0 1 0 0,0-1-1 0 0,-1 1 0 0 0,1 0 0 0 0,0 0 0 0 0,0 0 0 0 0,0 0 1 0 0,-1 0-1 0 0,1 0 0 0 0,0 1 0 0 0,0-1 0 0 0,0 0 0 0 0,-1 1 1 0 0,1-1-1 0 0,0 1 0 0 0,0-1 0 0 0,0 1 0 0 0,0-1 0 0 0,0 1 1 0 0,0 0-1 0 0,0-1 0 0 0,0 1 0 0 0,0 0 0 0 0,0 0 0 0 0,0 0 1 0 0,1 0-1 0 0,-1 0 0 0 0,0 0 0 0 0,1 0 0 0 0,-1 0 0 0 0,0 0 0 0 0,1 0 1 0 0,-1 0-1 0 0,1 0 0 0 0,0 0 0 0 0,-1 1 0 0 0,1 0 1 0 0,0 17 46 0 0,1-1 1 0 0,1 0-1 0 0,0 0 1 0 0,2 0-1 0 0,0 0 1 0 0,1-1-1 0 0,12 30 1 0 0,6 23 65 0 0,3 21 9 0 0,-12-49-29 0 0,-1 1 1 0 0,-3 1 0 0 0,-1 0-1 0 0,4 79 1 0 0,-13-119-92 0 0,0 0 1 0 0,-1 1 0 0 0,0-1-1 0 0,0 0 1 0 0,0 0 0 0 0,0-1-1 0 0,-1 1 1 0 0,1 0 0 0 0,-1 0 0 0 0,0-1-1 0 0,0 1 1 0 0,0-1 0 0 0,-1 1-1 0 0,1-1 1 0 0,-7 6 0 0 0,8-8-4 0 0,0 0 0 0 0,-1 0 0 0 0,1 0 0 0 0,-1 0 1 0 0,1 0-1 0 0,-1 0 0 0 0,1 0 0 0 0,-1 0 0 0 0,0 0 1 0 0,1-1-1 0 0,-1 1 0 0 0,0-1 0 0 0,0 0 0 0 0,1 1 0 0 0,-1-1 1 0 0,0 0-1 0 0,0 0 0 0 0,0 0 0 0 0,1 0 0 0 0,-1 0 0 0 0,0 0 1 0 0,0-1-1 0 0,0 1 0 0 0,1-1 0 0 0,-1 1 0 0 0,0-1 1 0 0,1 0-1 0 0,-1 1 0 0 0,0-1 0 0 0,1 0 0 0 0,-1 0 0 0 0,1 0 1 0 0,-1 0-1 0 0,1-1 0 0 0,0 1 0 0 0,0 0 0 0 0,-1 0 0 0 0,0-3 1 0 0,-2 0 7 0 0,1-1 1 0 0,0 0-1 0 0,0 0 1 0 0,1 0 0 0 0,0-1-1 0 0,-1 1 1 0 0,2-1-1 0 0,-1 1 1 0 0,1-1-1 0 0,0 1 1 0 0,0-1 0 0 0,0 0-1 0 0,1 0 1 0 0,0-7-1 0 0,0-4 22 0 0,2 0 0 0 0,0-1-1 0 0,6-23 1 0 0,-4 23-6 0 0,1 0 0 0 0,1 1-1 0 0,0 0 1 0 0,1 0 0 0 0,1 1 0 0 0,1 0-1 0 0,0 0 1 0 0,1 1 0 0 0,1 0 0 0 0,0 1-1 0 0,1 0 1 0 0,1 1 0 0 0,0 0 0 0 0,0 1 0 0 0,1 1-1 0 0,20-13 1 0 0,-30 22 80 0 0,0 0 0 0 0,0 0 0 0 0,0 0-1 0 0,0 1 1 0 0,0 0 0 0 0,0 0 0 0 0,0 0 0 0 0,1 0 0 0 0,-1 1 0 0 0,7-1-1 0 0,11 2-3320 0 0,-1-1-8823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9:59.5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587 9 3664 0 0,'-65'-4'3582'0'0,"43"1"-2557"0"0,-39 2 0 0 0,46 2-706 0 0,0 1 0 0 0,-1 0 0 0 0,1 1 0 0 0,0 1 0 0 0,1 0-1 0 0,-1 1 1 0 0,1 1 0 0 0,0 0 0 0 0,0 1 0 0 0,1 0 0 0 0,0 2 0 0 0,0-1 0 0 0,-15 14 0 0 0,11-7 76 0 0,2 1 0 0 0,0 1 0 0 0,0 0 1 0 0,2 1-1 0 0,0 0 0 0 0,1 1 1 0 0,1 0-1 0 0,-14 37 0 0 0,6-6-175 0 0,2 1-1 0 0,3 1 1 0 0,1 0 0 0 0,4 1-1 0 0,1 0 1 0 0,3 1 0 0 0,2-1-1 0 0,2 1 1 0 0,10 82-1 0 0,-4-104-90 0 0,1 1 0 0 0,1-2-1 0 0,1 1 1 0 0,2-1 0 0 0,24 51 0 0 0,-24-64-61 0 0,0 0 1 0 0,0-1 0 0 0,2 0 0 0 0,0-1 0 0 0,1-1-1 0 0,1 0 1 0 0,0 0 0 0 0,1-2 0 0 0,0 0-1 0 0,24 16 1 0 0,-20-17-29 0 0,0-1-1 0 0,1-1 1 0 0,0 0 0 0 0,0-2-1 0 0,1 0 1 0 0,0-2-1 0 0,1 0 1 0 0,-1-1-1 0 0,32 3 1 0 0,-38-7-32 0 0,0-1 0 0 0,0-1-1 0 0,0 0 1 0 0,0-1 0 0 0,0 0 0 0 0,0-1 0 0 0,-1-1 0 0 0,1 0 0 0 0,-1-1 0 0 0,0-1-1 0 0,0 0 1 0 0,-1-1 0 0 0,0 0 0 0 0,0-1 0 0 0,14-12 0 0 0,12-12 19 0 0,-1-1 0 0 0,-2-2 0 0 0,-2-2 0 0 0,-1-1 0 0 0,38-57 0 0 0,-53 68-9 0 0,-1-2 0 0 0,-1 0 0 0 0,-2-1 0 0 0,-1-1 0 0 0,-1 0 0 0 0,-2 0-1 0 0,0-1 1 0 0,-3-1 0 0 0,6-43 0 0 0,-12 64-7 0 0,0 0 1 0 0,-1 0-1 0 0,0 0 0 0 0,-1 0 1 0 0,0 1-1 0 0,-1-1 1 0 0,-1 0-1 0 0,1 1 0 0 0,-2-1 1 0 0,0 1-1 0 0,0 0 0 0 0,-1 0 1 0 0,0 0-1 0 0,-1 1 0 0 0,0 0 1 0 0,0 0-1 0 0,-2 0 0 0 0,1 1 1 0 0,-1 0-1 0 0,0 0 1 0 0,-1 1-1 0 0,0 0 0 0 0,0 1 1 0 0,0 0-1 0 0,-1 0 0 0 0,-1 1 1 0 0,-13-7-1 0 0,-5 0 90 0 0,-1 1-1 0 0,0 1 1 0 0,-58-12-1 0 0,-4 7-928 0 0,-1 6-3672 0 0,65 6 175 0 0,5-4 1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9:59.5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 1507 3280 0 0,'-1'-8'7596'0'0,"1"8"-7441"0"0,0 0 0 0 0,0 0 0 0 0,0 0 0 0 0,0 0 0 0 0,-1 0 0 0 0,1 0 0 0 0,0 0 0 0 0,0 0 0 0 0,0 0 0 0 0,-1 0 0 0 0,1 0 0 0 0,0 0 0 0 0,0 0 0 0 0,0 0 0 0 0,-1 0 0 0 0,1 0 0 0 0,0 0 0 0 0,0 0 0 0 0,22-18 3120 0 0,38-18-2211 0 0,99-44-334 0 0,206-108-63 0 0,-128 49-390 0 0,635-408 404 0 0,-531 319-125 0 0,-170 110 0 0 0,-142 98-359 0 0,0 1 1 0 0,2 2-1 0 0,44-18 0 0 0,24-11-24 0 0,-96 43-2271 0 0,-18 2-9624 0 0,2-3 7345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9:59.5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235 93 3596 0 0,'0'-4'305'0'0,"0"0"0"0"0,0 0 0 0 0,-1 0-1 0 0,1 0 1 0 0,-1-1 0 0 0,0 1 0 0 0,-1 0 0 0 0,1 0-1 0 0,-1 1 1 0 0,1-1 0 0 0,-1 0 0 0 0,0 0-1 0 0,-1 1 1 0 0,1-1 0 0 0,-1 1 0 0 0,1 0-1 0 0,-1 0 1 0 0,0 0 0 0 0,0 0 0 0 0,0 0 0 0 0,-5-2-1 0 0,6 3-137 0 0,-1 1 0 0 0,0 0-1 0 0,0-1 1 0 0,0 1 0 0 0,0 1-1 0 0,0-1 1 0 0,0 0-1 0 0,0 1 1 0 0,0-1 0 0 0,0 1-1 0 0,0 0 1 0 0,0 0 0 0 0,0 0-1 0 0,0 0 1 0 0,0 1 0 0 0,0-1-1 0 0,0 1 1 0 0,0 0 0 0 0,0 0-1 0 0,0 0 1 0 0,0 0 0 0 0,0 0-1 0 0,0 1 1 0 0,1-1-1 0 0,-1 1 1 0 0,1 0 0 0 0,-1 0-1 0 0,1 0 1 0 0,-3 2 0 0 0,-4 5-7 0 0,1 0 0 0 0,0 1 0 0 0,0 0 0 0 0,1 0 0 0 0,0 0 0 0 0,1 1 0 0 0,0 0-1 0 0,-5 16 1 0 0,4-7-98 0 0,0-1 0 0 0,2 2 0 0 0,0-1-1 0 0,-2 27 1 0 0,6-35-23 0 0,0-1 1 0 0,0 1-1 0 0,1-1 0 0 0,1 1 1 0 0,2 14-1 0 0,-2-24-25 0 0,-1 1-1 0 0,1-1 1 0 0,0 1-1 0 0,-1-1 1 0 0,1 0 0 0 0,0 1-1 0 0,1-1 1 0 0,-1 0-1 0 0,0 0 1 0 0,1 0-1 0 0,-1 0 1 0 0,1 0 0 0 0,0 0-1 0 0,-1 0 1 0 0,1 0-1 0 0,0-1 1 0 0,0 1-1 0 0,0-1 1 0 0,0 0 0 0 0,1 1-1 0 0,-1-1 1 0 0,0 0-1 0 0,0 0 1 0 0,1 0-1 0 0,-1 0 1 0 0,1-1 0 0 0,-1 1-1 0 0,1-1 1 0 0,2 1-1 0 0,3-1 17 0 0,0 1 0 0 0,0-2-1 0 0,0 1 1 0 0,0-1 0 0 0,-1 0-1 0 0,1 0 1 0 0,0-1 0 0 0,0 0-1 0 0,-1-1 1 0 0,1 0 0 0 0,-1 0 0 0 0,1 0-1 0 0,-1-1 1 0 0,-1 0 0 0 0,1-1-1 0 0,0 1 1 0 0,-1-1 0 0 0,0-1-1 0 0,0 1 1 0 0,-1-1 0 0 0,8-8-1 0 0,-5 3-17 0 0,-1 0 0 0 0,1 0 0 0 0,-2-1-1 0 0,1 1 1 0 0,-2-2 0 0 0,0 1 0 0 0,0 0-1 0 0,-1-1 1 0 0,0 0 0 0 0,-1 0 0 0 0,2-26-1 0 0,-7-57-163 0 0,1 90 126 0 0,-2 15 24 0 0,-1 13 6 0 0,2-5-5 0 0,1 1 1 0 0,1 0 0 0 0,1 0-1 0 0,1-1 1 0 0,5 26 0 0 0,2-3 13 0 0,17 47 0 0 0,5-1 20 0 0,-7-24 38 0 0,-3 1 1 0 0,-2 1 0 0 0,11 79-1 0 0,-29-134-33 0 0,0 0 0 0 0,-1 0 1 0 0,0 1-1 0 0,0-1 0 0 0,-1 0 0 0 0,0 0 0 0 0,-1 1 1 0 0,0-1-1 0 0,0-1 0 0 0,-1 1 0 0 0,0 0 0 0 0,-1 0 1 0 0,-7 12-1 0 0,4-11 19 0 0,0 0 0 0 0,0-1 1 0 0,-1 0-1 0 0,0-1 0 0 0,-1 1 1 0 0,0-2-1 0 0,0 1 0 0 0,-1-1 1 0 0,0-1-1 0 0,-12 7 0 0 0,16-10-47 0 0,-2 2-1 0 0,0 0 0 0 0,-1 0 0 0 0,0-1-1 0 0,0 0 1 0 0,0-1 0 0 0,0 0 0 0 0,-1-1-1 0 0,1 1 1 0 0,-20 0 0 0 0,28-3-326 0 0,0 0-1 0 0,0 0 1 0 0,1 0 0 0 0,-1-1 0 0 0,0 1-1 0 0,0 0 1 0 0,0-1 0 0 0,0 1 0 0 0,0-1-1 0 0,1 1 1 0 0,-1-1 0 0 0,0 1 0 0 0,0-1-1 0 0,1 1 1 0 0,-1-1 0 0 0,0 0 0 0 0,1 1-1 0 0,-1-1 1 0 0,1 0 0 0 0,-1 0 0 0 0,1 0-1 0 0,-1 1 1 0 0,1-1 0 0 0,-1 0 0 0 0,1 0-1 0 0,0 0 1 0 0,-1 0 0 0 0,1 0 0 0 0,0 0-1 0 0,0-1 1 0 0,-4-8-2035 0 0,-4-5-1505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9:59.5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114 0 1268 0 0,'-45'4'4727'0'0,"35"-4"-1976"0"0,-31 0 2013 0 0,40 0-4702 0 0,1 0 1 0 0,-1-1 0 0 0,0 1 0 0 0,1 0 0 0 0,-1 0-1 0 0,1 0 1 0 0,-1 0 0 0 0,0 0 0 0 0,1 1 0 0 0,-1-1-1 0 0,1 0 1 0 0,-1 0 0 0 0,0 0 0 0 0,1 0 0 0 0,-1 1-1 0 0,1-1 1 0 0,-1 0 0 0 0,1 0 0 0 0,-1 1 0 0 0,1-1 0 0 0,-1 1-1 0 0,1-1 1 0 0,-1 0 0 0 0,1 1 0 0 0,-1-1 0 0 0,1 1-1 0 0,0-1 1 0 0,-1 1 0 0 0,1-1 0 0 0,0 1 0 0 0,-1-1-1 0 0,1 1 1 0 0,0-1 0 0 0,0 1 0 0 0,0 0 0 0 0,-1-1-1 0 0,1 1 1 0 0,0-1 0 0 0,0 1 0 0 0,0 0 0 0 0,0-1-1 0 0,0 1 1 0 0,0-1 0 0 0,0 1 0 0 0,0 0 0 0 0,1 0 0 0 0,0 0-16 0 0,-1 1 1 0 0,1-1 0 0 0,0 0 0 0 0,1 0-1 0 0,-1 0 1 0 0,0 0 0 0 0,0 0 0 0 0,0 0 0 0 0,1-1-1 0 0,-1 1 1 0 0,0 0 0 0 0,1 0 0 0 0,-1-1-1 0 0,1 1 1 0 0,-1-1 0 0 0,0 0 0 0 0,1 1 0 0 0,-1-1-1 0 0,3 0 1 0 0,35 4 253 0 0,-26-4-194 0 0,23 3 90 0 0,172 19 420 0 0,-71 4-337 0 0,144 28 261 0 0,-185-38-372 0 0,489 112 656 0 0,-508-109-761 0 0,82 12 181 0 0,278 17 1 0 0,-281-36-145 0 0,-70-4-31 0 0,243 15 117 0 0,-299-21-169 0 0,0 1 0 0 0,41 11 1 0 0,-45-8 27 0 0,0-1 0 0 0,1-1 0 0 0,41 0 0 0 0,107-7 398 0 0,-174 3-405 0 0,1 0 0 0 0,-1 1 1 0 0,1-1-1 0 0,-1 1 0 0 0,1-1 0 0 0,-1 1 1 0 0,1-1-1 0 0,-1 1 0 0 0,0 0 0 0 0,1 0 1 0 0,-1 0-1 0 0,0 0 0 0 0,0 0 0 0 0,0 0 1 0 0,0 0-1 0 0,0 0 0 0 0,0 1 0 0 0,0-1 0 0 0,1 2 1 0 0,17 16-2870 0 0,1-16-9174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9:59.5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132 232 4308 0 0,'-2'-47'3412'0'0,"0"31"-2485"0"0,1 1-1 0 0,0-1 1 0 0,2 0-1 0 0,3-28 1 0 0,-3 40-717 0 0,0 1-1 0 0,0-1 1 0 0,0 0 0 0 0,1 1 0 0 0,-1-1 0 0 0,1 1 0 0 0,0 0 0 0 0,0-1 0 0 0,0 1 0 0 0,0 0 0 0 0,0 0 0 0 0,1 0 0 0 0,-1 0 0 0 0,1 1 0 0 0,0-1 0 0 0,0 1-1 0 0,0 0 1 0 0,0-1 0 0 0,1 1 0 0 0,-1 1 0 0 0,0-1 0 0 0,1 0 0 0 0,-1 1 0 0 0,8-2 0 0 0,-5 1-21 0 0,0 0 0 0 0,0 1 0 0 0,1 0 0 0 0,-1 0 0 0 0,0 1 0 0 0,0 0 0 0 0,10 1 0 0 0,-14-1-168 0 0,0 0 0 0 0,0 1 0 0 0,-1-1 0 0 0,1 1 0 0 0,0 0 0 0 0,0 0 0 0 0,-1-1 0 0 0,1 1 0 0 0,0 0 0 0 0,-1 0 0 0 0,1 1 0 0 0,-1-1 0 0 0,0 0 0 0 0,1 0 0 0 0,-1 1 0 0 0,0-1 0 0 0,0 1 0 0 0,0-1 0 0 0,0 1 0 0 0,0 0 0 0 0,0-1 0 0 0,0 1 0 0 0,0 0 0 0 0,-1-1 0 0 0,1 1 0 0 0,-1 0 0 0 0,1 0 0 0 0,-1 0 0 0 0,1 2 0 0 0,-1 5 13 0 0,0 0-1 0 0,0 0 0 0 0,-1 0 1 0 0,0 0-1 0 0,0 0 0 0 0,-1-1 1 0 0,0 1-1 0 0,0 0 0 0 0,-1-1 1 0 0,-1 1-1 0 0,1-1 1 0 0,-6 9-1 0 0,-6 10 14 0 0,-2-1-1 0 0,-22 29 1 0 0,12-24 24 0 0,-1-2 0 0 0,-1-1 0 0 0,-52 37-1 0 0,75-60-47 0 0,4-3-22 0 0,-19 16 128 0 0,20-10-14 0 0,14-4 12 0 0,19-4-11 0 0,0-2 0 0 0,0-1 0 0 0,36-8 1 0 0,-9 1 29 0 0,16-2 26 0 0,-12 1 151 0 0,112-4-1 0 0,-174 14-350 0 0,1 1 0 0 0,-1 0 1 0 0,0 0-1 0 0,0 1 0 0 0,0-1 0 0 0,1 0 1 0 0,-1 0-1 0 0,0 1 0 0 0,0-1 0 0 0,0 0 1 0 0,0 1-1 0 0,0-1 0 0 0,0 1 1 0 0,0-1-1 0 0,0 1 0 0 0,0 0 0 0 0,0 0 1 0 0,0-1-1 0 0,0 1 0 0 0,0 0 0 0 0,0 0 1 0 0,-1 0-1 0 0,1 0 0 0 0,0 0 1 0 0,-1 0-1 0 0,1 0 0 0 0,0 1 0 0 0,0 15-4259 0 0,-10 0-4239 0 0,1-8 4113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9:59.5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0 145 304 0 0,'4'-8'479'0'0,"-2"1"-1"0"0,1-1 1 0 0,-1 0 0 0 0,0 0-1 0 0,0 0 1 0 0,-1 0 0 0 0,0-16-1 0 0,-1-11 3801 0 0,0 16-516 0 0,0 18-3709 0 0,0 1 1 0 0,0-1-1 0 0,0 1 0 0 0,1-1 0 0 0,-1 1 0 0 0,0-1 1 0 0,0 1-1 0 0,0-1 0 0 0,0 1 0 0 0,1 0 0 0 0,-1-1 1 0 0,0 1-1 0 0,0-1 0 0 0,1 1 0 0 0,-1 0 0 0 0,0-1 1 0 0,1 1-1 0 0,-1 0 0 0 0,0-1 0 0 0,1 1 0 0 0,-1 0 1 0 0,1-1-1 0 0,-1 1 0 0 0,0 0 0 0 0,1 0 1 0 0,-1-1-1 0 0,1 1 0 0 0,-1 0 0 0 0,1 0 0 0 0,-1 0 1 0 0,1 0-1 0 0,-1 0 0 0 0,1 0 0 0 0,-1 0 0 0 0,1 0 1 0 0,-1 0-1 0 0,1 0 0 0 0,-1 0 0 0 0,1 0 0 0 0,0 0 1 0 0,0 0-24 0 0,0 0 1 0 0,0 0 0 0 0,0 1-1 0 0,0-1 1 0 0,-1 0 0 0 0,1 1-1 0 0,0-1 1 0 0,0 0 0 0 0,0 1-1 0 0,0-1 1 0 0,0 1 0 0 0,0-1-1 0 0,-1 1 1 0 0,1-1 0 0 0,0 1-1 0 0,0 0 1 0 0,-1 0 0 0 0,1-1-1 0 0,-1 1 1 0 0,2 1 0 0 0,24 81 442 0 0,-5-10-245 0 0,270 734 1437 0 0,-178-535-1079 0 0,15 13-170 0 0,-101-220-308 0 0,17 67 0 0 0,-28-82-70 0 0,106 319 238 0 0,-77-203 0 0 0,16 51 198 0 0,-53-190-385 0 0,4 34 0 0 0,-10-43-25 0 0,2-1 1 0 0,0 1-1 0 0,0-1 0 0 0,2 0 1 0 0,14 31-1 0 0,38 36 202 0 0,-58-83-314 0 0,0-1 1 0 0,1 1-1 0 0,-1-1 0 0 0,0 1 0 0 0,0-1 0 0 0,1 0 1 0 0,-1 1-1 0 0,0-1 0 0 0,0 0 0 0 0,1 1 0 0 0,-1-1 1 0 0,0 0-1 0 0,1 1 0 0 0,-1-1 0 0 0,1 0 0 0 0,-1 0 0 0 0,0 1 1 0 0,1-1-1 0 0,-1 0 0 0 0,1 0 0 0 0,-1 0 0 0 0,1 0 1 0 0,-1 0-1 0 0,1 1 0 0 0,-1-1 0 0 0,0 0 0 0 0,1 0 1 0 0,-1 0-1 0 0,1 0 0 0 0,-1 0 0 0 0,1-1 0 0 0,-1 1 1 0 0,1 0-1 0 0,-1 0 0 0 0,1 0 0 0 0,-1 0 0 0 0,1 0 1 0 0,-1-1-1 0 0,0 1 0 0 0,1 0 0 0 0,-1 0 0 0 0,1 0 1 0 0,-1-1-1 0 0,0 1 0 0 0,1 0 0 0 0,-1-1 0 0 0,0 1 0 0 0,1 0 1 0 0,-1-1-1 0 0,0 1 0 0 0,1-1 0 0 0,11-23-10123 0 0,-9 13 6197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9:59.5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 84 3672 0 0,'0'-6'956'0'0,"-1"-1"0"0"0,0 1 0 0 0,0 0 0 0 0,-4-11 0 0 0,3 11-133 0 0,0 0 1 0 0,1 0 0 0 0,-1 0-1 0 0,0-11 1 0 0,1 157 5014 0 0,1 163-4312 0 0,10-100-612 0 0,-8-183-859 0 0,0-1 1 0 0,1 0-1 0 0,1 0 0 0 0,11 31 1 0 0,-15-49-60 0 0,0 0 1 0 0,1 0-1 0 0,-1-1 1 0 0,0 1-1 0 0,1 0 1 0 0,-1 0 0 0 0,1-1-1 0 0,-1 1 1 0 0,1 0-1 0 0,-1-1 1 0 0,1 1-1 0 0,-1-1 1 0 0,1 1 0 0 0,0-1-1 0 0,-1 1 1 0 0,1-1-1 0 0,0 1 1 0 0,0 0-1 0 0,10-6-3159 0 0,-9 3 1923 0 0,0-1 1 0 0,0 0 0 0 0,0 0-1 0 0,-1 0 1 0 0,1 0-1 0 0,-1 0 1 0 0,2-6 0 0 0,1-9-2750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9:59.5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127 1 3888 0 0,'-1'-1'6379'0'0,"-2"5"-5114"0"0,-5 17 105 0 0,1 1 0 0 0,-4 25 0 0 0,0-4-236 0 0,-17 47 644 0 0,13-46-1402 0 0,3 0 0 0 0,1 0-1 0 0,-8 70 1 0 0,19-113-362 0 0,0 1 0 0 0,-1-1 0 0 0,1 1-1 0 0,0-1 1 0 0,0 1 0 0 0,0-1 0 0 0,1 0-1 0 0,-1 1 1 0 0,0-1 0 0 0,1 1 0 0 0,-1-1-1 0 0,0 0 1 0 0,1 1 0 0 0,0-1 0 0 0,-1 0 0 0 0,1 1-1 0 0,0-1 1 0 0,-1 0 0 0 0,1 0 0 0 0,0 0-1 0 0,0 0 1 0 0,0 0 0 0 0,0 0 0 0 0,0 0 0 0 0,1 0-1 0 0,-1 0 1 0 0,0 0 0 0 0,0 0 0 0 0,0-1-1 0 0,1 1 1 0 0,-1 0 0 0 0,0-1 0 0 0,1 0 0 0 0,-1 1-1 0 0,1-1 1 0 0,-1 0 0 0 0,0 1 0 0 0,1-1-1 0 0,-1 0 1 0 0,3 0 0 0 0,6-1 56 0 0,-1 1-1 0 0,1-1 1 0 0,-1-1-1 0 0,18-5 1 0 0,-16 4-38 0 0,50-15 159 0 0,-40 12-88 0 0,0 0-1 0 0,42-6 1 0 0,-51 10-1110 0 0,-5 1 1392 0 0,-1 1 0 0 0,1-1-1 0 0,-1 1 1 0 0,1 0 0 0 0,7 2 0 0 0,3 7-3529 0 0,-16-8 2419 0 0,0 0-1 0 0,0 0 1 0 0,-1 0 0 0 0,1 0 0 0 0,-1 1 0 0 0,1-1 0 0 0,-1 0 0 0 0,1 0 0 0 0,-1 1-1 0 0,1-1 1 0 0,-1 0 0 0 0,0 0 0 0 0,0 1 0 0 0,0-1 0 0 0,0 2 0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9:59.5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41 45 3440 0 0,'-1'-2'448'0'0,"0"-1"-1"0"0,0 1 0 0 0,0 0 0 0 0,-1 0 1 0 0,1 0-1 0 0,-1-1 0 0 0,1 1 0 0 0,-1 0 1 0 0,0 1-1 0 0,0-1 0 0 0,-3-3 0 0 0,-9-11 3096 0 0,11 26 369 0 0,0 23-2160 0 0,5 190 1485 0 0,-1-113-5360 0 0,0 0-9028 0 0,-1-83 7170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9:59.5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 2 1076 0 0,'-3'-2'7137'0'0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29:59.5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1580 0 0,'0'0'14115'0'0,"26"0"-12946"0"0,-13 0-1045 0 0,-1 2 0 0 0,1 0 0 0 0,-1 0 0 0 0,0 1 0 0 0,1 1 1 0 0,-1 0-1 0 0,-1 0 0 0 0,1 1 0 0 0,-1 1 0 0 0,0 0 1 0 0,17 12-1 0 0,-20-13-75 0 0,0-1-1 0 0,-1-1 1 0 0,2 1 0 0 0,-1-1 0 0 0,0-1 0 0 0,1 1 0 0 0,-1-1-1 0 0,16 1 1 0 0,-19-3-1244 0 0,0 0 0 0 0,0 0 1 0 0,0 0-1 0 0,-1-1 0 0 0,1 0 0 0 0,5-1 0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5.9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142 308 2232 0 0,'-39'-105'4177'0'0,"28"70"-2232"0"0,-2 0 0 0 0,-1 1 0 0 0,-2 1 0 0 0,-20-32 0 0 0,36 65-1909 0 0,0 0 0 0 0,0 1 1 0 0,0-1-1 0 0,0 0 0 0 0,0 0 0 0 0,0 0 0 0 0,-1 1 0 0 0,1-1 0 0 0,0 0 1 0 0,0 0-1 0 0,0 1 0 0 0,0-1 0 0 0,0 0 0 0 0,0 0 0 0 0,-1 0 1 0 0,1 1-1 0 0,0-1 0 0 0,0 0 0 0 0,0 0 0 0 0,-1 0 0 0 0,1 0 0 0 0,0 1 1 0 0,0-1-1 0 0,-1 0 0 0 0,1 0 0 0 0,0 0 0 0 0,0 0 0 0 0,-1 0 0 0 0,1 0 1 0 0,0 0-1 0 0,0 0 0 0 0,-1 0 0 0 0,1 0 0 0 0,0 0 0 0 0,0 0 1 0 0,-1 0-1 0 0,1 0 0 0 0,0 0 0 0 0,0 0 0 0 0,-1 0 0 0 0,1 0 0 0 0,0 0 1 0 0,0 0-1 0 0,-1 0 0 0 0,1 0 0 0 0,0-1 0 0 0,0 1 0 0 0,0 0 0 0 0,-1 0 1 0 0,1 0-1 0 0,0 0 0 0 0,0-1 0 0 0,0 1 0 0 0,-1 0 0 0 0,1 0 0 0 0,0 0 1 0 0,0-1-1 0 0,0 1 0 0 0,0 0 0 0 0,-1 28 199 0 0,1-24-87 0 0,23 255 860 0 0,-14-190-895 0 0,36 297 311 0 0,-44-359-421 0 0,2 19 17 0 0,2-1 1 0 0,7 28 0 0 0,-15-131-1426 0 0,-38-146-268 0 0,6 40 747 0 0,30 146 855 0 0,1 0 0 0 0,3-70 0 0 0,1 106 95 0 0,0 0-1 0 0,1-1 1 0 0,-1 1-1 0 0,0 0 1 0 0,1 0-1 0 0,-1-1 1 0 0,1 1-1 0 0,0 0 0 0 0,0 0 1 0 0,0 0-1 0 0,0 0 1 0 0,0 0-1 0 0,0 0 1 0 0,0 0-1 0 0,1 0 0 0 0,-1 0 1 0 0,1 1-1 0 0,-1-1 1 0 0,1 1-1 0 0,0-1 1 0 0,3-2-1 0 0,-2 3 9 0 0,1-1 0 0 0,-1 1 0 0 0,1 0 1 0 0,-1 0-1 0 0,1 0 0 0 0,0 1 0 0 0,-1-1 0 0 0,1 1 0 0 0,0 0 0 0 0,-1 0 0 0 0,1 0 1 0 0,5 1-1 0 0,3 1 49 0 0,0 1-1 0 0,0 0 1 0 0,0 1 0 0 0,0 0 0 0 0,-1 1-1 0 0,0 0 1 0 0,13 9 0 0 0,-9-3-2 0 0,0 2 0 0 0,-1-1 0 0 0,-1 2 0 0 0,0 0 0 0 0,-1 0 0 0 0,0 1 0 0 0,-1 1 0 0 0,-1 0 0 0 0,-1 0 0 0 0,0 1 0 0 0,-1 0 1 0 0,-1 1-1 0 0,0-1 0 0 0,-2 2 0 0 0,6 25 0 0 0,-7-21 2 0 0,-2 0 1 0 0,0 0 0 0 0,-2 0-1 0 0,0 1 1 0 0,-2-1 0 0 0,0 0-1 0 0,-2 0 1 0 0,0 0 0 0 0,-2-1-1 0 0,0 0 1 0 0,-2 0-1 0 0,-19 41 1 0 0,13-38-15 0 0,0 0-1 0 0,-1-2 1 0 0,-2 0 0 0 0,0 0-1 0 0,-2-2 1 0 0,0 0-1 0 0,-1-2 1 0 0,-2 0 0 0 0,1-1-1 0 0,-32 19 1 0 0,49-34-58 0 0,-1 0 0 0 0,1-1 0 0 0,-1 1 0 0 0,0-1 0 0 0,0 0 0 0 0,-5 1 0 0 0,37-41-577 0 0,81-75-1638 0 0,117-115-4061 0 0,-220 223 6217 0 0,1 0 0 0 0,-1 0-1 0 0,1 1 1 0 0,0 0-1 0 0,1 0 1 0 0,9-5-1 0 0,-15 9 106 0 0,1 0-1 0 0,-1-1 1 0 0,0 1-1 0 0,0 0 1 0 0,0-1-1 0 0,1 1 1 0 0,-1 0 0 0 0,0 0-1 0 0,1 0 1 0 0,-1 0-1 0 0,0 0 1 0 0,0 0-1 0 0,1 1 1 0 0,-1-1-1 0 0,0 0 1 0 0,0 1-1 0 0,0-1 1 0 0,2 1-1 0 0,-2 0 93 0 0,0 0-1 0 0,1 1 1 0 0,-1-1-1 0 0,0 0 1 0 0,0 1-1 0 0,0-1 1 0 0,0 0-1 0 0,0 1 1 0 0,0-1-1 0 0,0 1 1 0 0,0 0-1 0 0,-1-1 0 0 0,1 1 1 0 0,-1 0-1 0 0,1-1 1 0 0,0 4-1 0 0,5 35 1566 0 0,-2 0 0 0 0,-2 76-1 0 0,-2-83-1274 0 0,-1 5-351 0 0,0 15-134 0 0,6-17-8366 0 0,-2-28 4378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5.9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107 24 4536 0 0,'-3'0'788'0'0,"-6"-3"25"0"0,1 2 15 0 0,-3-3 4 0 0,-1 0 12 0 0,1 2 4 0 0,-6-2 0 0 0,5 3 0 0 0,1-3-20 0 0,2 4-32 0 0,6 2-124 0 0,6 4-644 0 0,6 1-2728 0 0,5 3 0 0 0,0-1-1 0 0,3 4 1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5.9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104 34 3448 0 0,'-1'-1'351'0'0,"-1"0"0"0"0,1 0 0 0 0,0 0 0 0 0,-1-1 0 0 0,1 1 0 0 0,0 0 0 0 0,0 0 0 0 0,0-1 0 0 0,0 1 0 0 0,0 0 0 0 0,0-1 0 0 0,1 1 0 0 0,-1-1 0 0 0,0 1 0 0 0,1-1 0 0 0,-2-2 0 0 0,1-5 2827 0 0,9 24-1038 0 0,36 88 972 0 0,-25-52-2780 0 0,-2 1 0 0 0,17 95 0 0 0,-27-109-163 0 0,-2 1 0 0 0,-2 1 0 0 0,-1-1 0 0 0,-5 50 0 0 0,2-76-101 0 0,-1 0 1 0 0,-1 0-1 0 0,0-1 0 0 0,-1 1 1 0 0,-1 0-1 0 0,1-1 0 0 0,-9 14 1 0 0,9-19-19 0 0,-1 0 0 0 0,1-1 1 0 0,-1 1-1 0 0,-1-1 0 0 0,1 0 0 0 0,-1 0 1 0 0,0-1-1 0 0,-1 0 0 0 0,1 0 1 0 0,-1 0-1 0 0,0-1 0 0 0,-13 6 1 0 0,17-8-22 0 0,0-1 0 0 0,0 0 0 0 0,0 1 0 0 0,0-1 0 0 0,0 0-1 0 0,-1-1 1 0 0,1 1 0 0 0,0-1 0 0 0,-1 1 0 0 0,1-1 0 0 0,0 0 0 0 0,-1 0 0 0 0,1 0 0 0 0,0-1 0 0 0,-1 1 0 0 0,1-1 0 0 0,0 0 0 0 0,-5-2 0 0 0,5 2-80 0 0,1-1-1 0 0,0 0 1 0 0,-1 0-1 0 0,1 0 1 0 0,0 0-1 0 0,0 0 1 0 0,1 0-1 0 0,-1-1 1 0 0,0 1-1 0 0,1 0 1 0 0,-1-1-1 0 0,1 0 1 0 0,0 1-1 0 0,0-1 1 0 0,0 0-1 0 0,0 1 1 0 0,0-1 0 0 0,1 0-1 0 0,-1 0 1 0 0,1 0-1 0 0,0-4 1 0 0,-1-13-5244 0 0,4-37 1 0 0,-2 45 3959 0 0,1-27-2854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5.9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63 8 4528 0 0,'-5'0'772'0'0,"3"0"17"0"0,-7 0 23 0 0,3 0 16 0 0,-3-3-4 0 0,1 2 4 0 0,2 1 20 0 0,-3-1-4 0 0,0-2 1640 0 0,16 3-1776 0 0,4 4-352 0 0,3 3-3280 0 0,10 1 0 0 0,-5-1 0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5.9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18 200 3232 0 0,'-10'-158'7132'0'0,"10"142"-6653"0"0,-2-10 4673 0 0,0 42-3925 0 0,-2 50 565 0 0,10 119 0 0 0,-1-81-1383 0 0,-2 8-119 0 0,6 114 130 0 0,-8-212-544 0 0,2 1-1 0 0,-1-1 0 0 0,1 0 0 0 0,1 0 0 0 0,1 0 1 0 0,6 13-1 0 0,-11-26 15 0 0,0-1 0 0 0,1 1 0 0 0,-1-1 0 0 0,0 1 0 0 0,1-1 1 0 0,-1 0-1 0 0,0 1 0 0 0,1-1 0 0 0,-1 0 0 0 0,0 1 0 0 0,1-1 0 0 0,-1 0 0 0 0,1 0 0 0 0,-1 1 1 0 0,1-1-1 0 0,-1 0 0 0 0,1 0 0 0 0,-1 0 0 0 0,0 0 0 0 0,1 1 0 0 0,-1-1 0 0 0,1 0 0 0 0,-1 0 1 0 0,1 0-1 0 0,-1 0 0 0 0,1 0 0 0 0,-1 0 0 0 0,1 0 0 0 0,-1 0 0 0 0,1-1 0 0 0,-1 1 0 0 0,1 0 1 0 0,-1 0-1 0 0,1 0 0 0 0,-1 0 0 0 0,1-1 0 0 0,-1 1 0 0 0,0 0 0 0 0,1 0 0 0 0,-1-1 0 0 0,1 1 0 0 0,-1 0 1 0 0,0-1-1 0 0,1 1 0 0 0,-1 0 0 0 0,0-1 0 0 0,1 1 0 0 0,-1-1 0 0 0,0 1 0 0 0,0-1 0 0 0,1 1 1 0 0,-1 0-1 0 0,0-1 0 0 0,0 1 0 0 0,0-1 0 0 0,16-27-6863 0 0,-7 5 3012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5.9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228 146 2856 0 0,'6'-10'667'0'0,"-1"0"0"0"0,0 0 0 0 0,0 0 0 0 0,3-13-1 0 0,1-1 286 0 0,-6 17-617 0 0,-1 2 67 0 0,1-1 1 0 0,-1 1-1 0 0,0-1 0 0 0,-1 0 0 0 0,0 0 1 0 0,1-7-1 0 0,-2 13-361 0 0,0-1-1 0 0,0 1 1 0 0,0 0 0 0 0,0 0-1 0 0,0 0 1 0 0,0 0 0 0 0,0-1 0 0 0,0 1-1 0 0,0 0 1 0 0,0 0 0 0 0,0 0-1 0 0,0 0 1 0 0,0 0 0 0 0,0-1-1 0 0,0 1 1 0 0,0 0 0 0 0,0 0-1 0 0,-1 0 1 0 0,1 0 0 0 0,0 0 0 0 0,0 0-1 0 0,0-1 1 0 0,0 1 0 0 0,0 0-1 0 0,-1 0 1 0 0,1 0 0 0 0,0 0-1 0 0,0 0 1 0 0,0 0 0 0 0,0 0-1 0 0,0 0 1 0 0,-1 0 0 0 0,1 0 0 0 0,0 0-1 0 0,0 0 1 0 0,0 0 0 0 0,0 0-1 0 0,-1 0 1 0 0,1 0 0 0 0,0 0-1 0 0,0 0 1 0 0,0 0 0 0 0,0 0 0 0 0,-1 0-1 0 0,1 0 1 0 0,0 0 0 0 0,0 0-1 0 0,0 0 1 0 0,0 0 0 0 0,-1 0-1 0 0,-13 8 1019 0 0,-11 12 166 0 0,-9 10-32 0 0,1 1 1 0 0,-52 65-1 0 0,75-83-1066 0 0,0 0-1 0 0,1 1 1 0 0,0 1 0 0 0,2-1-1 0 0,-1 1 1 0 0,2 1-1 0 0,0-1 1 0 0,1 1-1 0 0,0 0 1 0 0,1 1 0 0 0,-1 16-1 0 0,5-27-95 0 0,0 0-1 0 0,0 0 1 0 0,1-1 0 0 0,-1 1-1 0 0,1 0 1 0 0,1-1-1 0 0,-1 1 1 0 0,1-1 0 0 0,0 1-1 0 0,0-1 1 0 0,1 0-1 0 0,-1 0 1 0 0,1 0-1 0 0,0 0 1 0 0,1 0 0 0 0,-1 0-1 0 0,1-1 1 0 0,0 0-1 0 0,0 0 1 0 0,0 0 0 0 0,1 0-1 0 0,-1-1 1 0 0,7 4-1 0 0,12 7 7 0 0,0-2-1 0 0,1-1 0 0 0,48 16 0 0 0,-4-1-441 0 0,-35-11-1996 0 0,18 1-7574 0 0,-36-13 6058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5.9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194 97 4384 0 0,'-3'-3'805'0'0,"-1"-1"-1"0"0,1 1 1 0 0,0-1 0 0 0,0 0-1 0 0,0-1 1 0 0,0 1-1 0 0,-3-9 1 0 0,5 10-518 0 0,-1-1 1 0 0,0 1-1 0 0,1-1 1 0 0,-1 1 0 0 0,-1 0-1 0 0,1 0 1 0 0,0 0-1 0 0,-1 0 1 0 0,1 0-1 0 0,-1 0 1 0 0,0 1 0 0 0,0-1-1 0 0,0 1 1 0 0,0 0-1 0 0,0 0 1 0 0,-5-2-1 0 0,5 3-109 0 0,-1 0-1 0 0,1 0 0 0 0,-1 0 0 0 0,1 0 0 0 0,-1 0 0 0 0,0 1 0 0 0,1 0 1 0 0,-1 0-1 0 0,0 0 0 0 0,1 0 0 0 0,-1 0 0 0 0,1 1 0 0 0,-1 0 0 0 0,1 0 1 0 0,-1 0-1 0 0,1 0 0 0 0,-1 0 0 0 0,1 1 0 0 0,0-1 0 0 0,-1 1 0 0 0,1 0 1 0 0,0 0-1 0 0,0 0 0 0 0,1 0 0 0 0,-1 1 0 0 0,0-1 0 0 0,-2 4 0 0 0,2-2-155 0 0,0 0 1 0 0,1 0-1 0 0,0 0 0 0 0,-1 0 0 0 0,2 0 0 0 0,-1 0 0 0 0,0 1 0 0 0,1-1 0 0 0,0 0 1 0 0,0 1-1 0 0,0-1 0 0 0,0 1 0 0 0,1 0 0 0 0,0-1 0 0 0,0 1 0 0 0,0 0 0 0 0,0-1 0 0 0,1 1 1 0 0,0-1-1 0 0,0 1 0 0 0,2 5 0 0 0,1 1-5 0 0,1 1-1 0 0,0-1 1 0 0,1-1 0 0 0,1 1-1 0 0,-1-1 1 0 0,1 0 0 0 0,13 13 0 0 0,5 2 52 0 0,34 26 1 0 0,-40-35-23 0 0,0 0 0 0 0,-1 1 0 0 0,-1 1 1 0 0,25 32-1 0 0,-39-45-30 0 0,0 0 1 0 0,0 0-1 0 0,0 0 1 0 0,-1 0-1 0 0,0 1 1 0 0,0-1-1 0 0,0 1 1 0 0,-1-1 0 0 0,0 1-1 0 0,0 0 1 0 0,0 0-1 0 0,0-1 1 0 0,-1 1-1 0 0,-1 10 1 0 0,0-12-2 0 0,0 0 0 0 0,0 0 0 0 0,0 0 1 0 0,0-1-1 0 0,-1 1 0 0 0,0 0 0 0 0,0-1 0 0 0,0 1 1 0 0,0-1-1 0 0,0 0 0 0 0,-1 1 0 0 0,1-1 0 0 0,-1 0 0 0 0,0 0 1 0 0,0-1-1 0 0,0 1 0 0 0,0-1 0 0 0,-1 0 0 0 0,1 1 1 0 0,-1-1-1 0 0,-6 2 0 0 0,7-2-17 0 0,0-1-1 0 0,0 1 1 0 0,0-1-1 0 0,0 0 1 0 0,0 0 0 0 0,0-1-1 0 0,0 1 1 0 0,0-1 0 0 0,0 1-1 0 0,0-1 1 0 0,0 0-1 0 0,0 0 1 0 0,-1 0 0 0 0,1-1-1 0 0,0 1 1 0 0,0-1-1 0 0,0 1 1 0 0,0-1 0 0 0,0 0-1 0 0,0 0 1 0 0,0-1-1 0 0,-5-2 1 0 0,7 2-87 0 0,-1 0 1 0 0,0 0-1 0 0,1 0 0 0 0,-1 0 1 0 0,1-1-1 0 0,-1 1 0 0 0,1 0 1 0 0,0-1-1 0 0,0 1 1 0 0,0 0-1 0 0,1-1 0 0 0,-1 0 1 0 0,0 1-1 0 0,1-1 0 0 0,0 1 1 0 0,0-1-1 0 0,-1 0 0 0 0,2 1 1 0 0,-1-1-1 0 0,0 1 0 0 0,0-1 1 0 0,1 0-1 0 0,-1 1 0 0 0,1-1 1 0 0,0 1-1 0 0,0-1 0 0 0,2-3 1 0 0,8-18-3454 0 0,3-2-523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5.9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82 66 4312 0 0,'-3'-3'466'0'0,"0"0"0"0"0,0 0-1 0 0,0 0 1 0 0,0 0-1 0 0,1-1 1 0 0,-3-4 0 0 0,-10-12 1222 0 0,-7 3 682 0 0,22 17-2319 0 0,-1-1 0 0 0,1 1 0 0 0,-1 0 1 0 0,1 0-1 0 0,-1 0 0 0 0,1 0 0 0 0,-1 0 0 0 0,1 0 0 0 0,-1 0 0 0 0,1 0 0 0 0,0 0 0 0 0,-1 0 0 0 0,1 0 0 0 0,-1 0 0 0 0,1 0 0 0 0,-1 1 0 0 0,1-1 0 0 0,-1 0 0 0 0,1 0 0 0 0,-1 0 0 0 0,1 1 0 0 0,0-1 0 0 0,-1 0 0 0 0,1 1 1 0 0,-1-1-1 0 0,1 0 0 0 0,0 1 0 0 0,-1-1 0 0 0,1 0 0 0 0,0 1 0 0 0,-1-1 0 0 0,1 1 0 0 0,0-1 0 0 0,0 0 0 0 0,0 1 0 0 0,-1-1 0 0 0,1 1 0 0 0,0-1 0 0 0,0 1 0 0 0,0-1 0 0 0,0 1 0 0 0,0-1 0 0 0,0 1 0 0 0,0-1 0 0 0,0 1 1 0 0,0-1-1 0 0,0 2 0 0 0,-4 28 1178 0 0,2 0 0 0 0,0 1 1 0 0,5 44-1 0 0,18 92 1234 0 0,-17-143-2265 0 0,12 54 362 0 0,44 131 0 0 0,-16-66-944 0 0,-33-96-1456 0 0,-9-17-5982 0 0,-3-20 3578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5.9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44 255 4000 0 0,'-4'-4'271'0'0,"0"1"-1"0"0,1-1 0 0 0,-1 0 1 0 0,1 0-1 0 0,0 0 0 0 0,0 0 0 0 0,0 0 1 0 0,1-1-1 0 0,0 1 0 0 0,-1-1 1 0 0,2 0-1 0 0,-1 0 0 0 0,0 1 1 0 0,1-1-1 0 0,0 0 0 0 0,0-1 0 0 0,0 1 1 0 0,1 0-1 0 0,0 0 0 0 0,0 0 1 0 0,0 0-1 0 0,1 0 0 0 0,-1 0 0 0 0,1 0 1 0 0,0 0-1 0 0,1 0 0 0 0,-1 0 1 0 0,1 0-1 0 0,0 0 0 0 0,0 1 1 0 0,5-7-1 0 0,-1 4 15 0 0,1 0 1 0 0,1 0 0 0 0,-1 1-1 0 0,1 0 1 0 0,0 0 0 0 0,1 1-1 0 0,-1 0 1 0 0,1 0-1 0 0,0 1 1 0 0,12-3 0 0 0,3-1 381 0 0,0 2 0 0 0,37-5 0 0 0,18 2-1867 0 0,-51 8-3398 0 0,52 5 0 0 0,-43 2 901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5.9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112 279 4448 0 0,'-5'13'919'0'0,"0"1"0"0"0,1 1-1 0 0,1-1 1 0 0,0 0-1 0 0,1 1 1 0 0,-1 25-1 0 0,0-9 340 0 0,2-4-245 0 0,1-18-335 0 0,-1-1 0 0 0,1 0 0 0 0,-1 1 0 0 0,-1-1-1 0 0,0 0 1 0 0,-3 9 0 0 0,0-15 1295 0 0,-2-9-1046 0 0,-5-15-558 0 0,11 19-268 0 0,-6-13 1 0 0,0 1-1 0 0,1-1 1 0 0,1-1 0 0 0,1 1-1 0 0,-4-24 1 0 0,4 5-8 0 0,-1-56 1 0 0,5 77-85 0 0,0 1 0 0 0,1 0 0 0 0,1 0-1 0 0,1-1 1 0 0,-1 2 0 0 0,2-1 0 0 0,0 0 0 0 0,0 0 0 0 0,1 1 0 0 0,8-12 0 0 0,-9 17-42 0 0,0 0 1 0 0,1 0-1 0 0,0 1 0 0 0,1 0 1 0 0,-1 0-1 0 0,1 0 0 0 0,0 0 0 0 0,1 1 1 0 0,-1 0-1 0 0,1 1 0 0 0,0 0 1 0 0,0 0-1 0 0,1 0 0 0 0,-1 1 0 0 0,1 0 1 0 0,0 0-1 0 0,12-2 0 0 0,-4 2-331 0 0,-1 1 0 0 0,0 1 1 0 0,1 0-1 0 0,-1 1 0 0 0,1 1 0 0 0,-1 0 0 0 0,29 6 0 0 0,-10 2-1212 0 0,-1 2 0 0 0,45 19 0 0 0,-63-26 1215 0 0,1 0 0 0 0,0-1 0 0 0,28 3 4555 0 0,-48-6-4063 0 0,0 1 0 0 0,0 0 0 0 0,0 0 0 0 0,1 0 0 0 0,-1 0 0 0 0,0 1 0 0 0,0 0 0 0 0,1 0 0 0 0,-1 0 0 0 0,1 0 0 0 0,-1 0 0 0 0,1 1 0 0 0,0-1 0 0 0,0 1 0 0 0,-5 6 0 0 0,-5 6 145 0 0,-20 30 0 0 0,30-42-217 0 0,-13 21 119 0 0,2 1 0 0 0,0 0 0 0 0,-11 29 0 0 0,19-38-97 0 0,1 0 1 0 0,0 1-1 0 0,1-1 0 0 0,0 1 0 0 0,1 0 1 0 0,0 25-1 0 0,3-40-71 0 0,0 0 0 0 0,-1-1 1 0 0,1 1-1 0 0,1 0 0 0 0,-1 0 1 0 0,0 0-1 0 0,0-1 0 0 0,1 1 0 0 0,-1 0 1 0 0,1 0-1 0 0,-1-1 0 0 0,1 1 1 0 0,0 0-1 0 0,0-1 0 0 0,0 1 0 0 0,0-1 1 0 0,0 1-1 0 0,0-1 0 0 0,0 1 0 0 0,0-1 1 0 0,3 2-1 0 0,-3-2-2 0 0,1 0 0 0 0,0-1 0 0 0,-1 1 0 0 0,1-1 0 0 0,0 1 0 0 0,0-1 0 0 0,0 0 0 0 0,-1 0 0 0 0,1 0 0 0 0,0 0 0 0 0,0 0 0 0 0,0 0 0 0 0,-1 0-1 0 0,1-1 1 0 0,0 1 0 0 0,0-1 0 0 0,2 0 0 0 0,4-2 9 0 0,0-1 0 0 0,0 0 0 0 0,-1 0 0 0 0,1-1 0 0 0,-1 0 0 0 0,0 0 0 0 0,10-10 0 0 0,11-16 30 0 0,43-65 0 0 0,-15 20 36 0 0,-56 76-83 0 0,0-1 0 0 0,1 1 0 0 0,-1 0 0 0 0,0-1 0 0 0,1 1 0 0 0,-1-1 1 0 0,0 1-1 0 0,1 0 0 0 0,-1 0 0 0 0,0-1 0 0 0,1 1 0 0 0,-1 0 0 0 0,1 0 1 0 0,-1-1-1 0 0,1 1 0 0 0,-1 0 0 0 0,1 0 0 0 0,-1 0 0 0 0,0 0 0 0 0,1 0 0 0 0,-1-1 1 0 0,1 1-1 0 0,-1 0 0 0 0,1 0 0 0 0,-1 0 0 0 0,1 0 0 0 0,-1 1 0 0 0,1-1 0 0 0,0 0 1 0 0,11 12 33 0 0,8 30 25 0 0,-15-29-42 0 0,-1-5-65 0 0,1 0 1 0 0,0 0-1 0 0,0 0 1 0 0,0-1-1 0 0,1 1 0 0 0,0-1 1 0 0,0-1-1 0 0,1 1 0 0 0,-1-1 1 0 0,2 0-1 0 0,-1-1 1 0 0,10 6-1 0 0,-11-8-1233 0 0,1 0 0 0 0,0 0 0 0 0,-1-1 1 0 0,1 0-1 0 0,0 0 0 0 0,8 0 0 0 0,2-1-2860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5.9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 3 4872 0 0,'-4'0'829'0'0,"2"0"7"0"0,-1 0 16 0 0,-1-2 4 0 0,-1 2 868 0 0,2 0-848 0 0,0 0 0 0 0,1 2-20 0 0,4 1-68 0 0,4 5-104 0 0,3 2-612 0 0,-4 5-2896 0 0,4 3 0 0 0,-1 3 0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5.9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55 5080 0 0,'0'-1'865'0'0,"0"-3"15"0"0,0 1 16 0 0,0-4 20 0 0,-3 0-4 0 0,3 2 4 0 0,0-1 0 0 0,0-2-4 0 0,0 3-16 0 0,0 0-68 0 0,3 4-124 0 0,6-1-732 0 0,-3 4-2908 0 0,5-2 0 0 0,0 1 0 0 0,0-1-1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5.9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0 175 2752 0 0,'0'-152'7109'0'0,"0"130"-830"0"0,14 367-3031 0 0,-4-254-2777 0 0,38 160 0 0 0,-41-224-370 0 0,1 0 1 0 0,2 0 0 0 0,14 29-1 0 0,-21-49-79 0 0,1 0 0 0 0,0-1 0 0 0,0 1 1 0 0,1-1-1 0 0,0 0 0 0 0,0 0 0 0 0,0 0 0 0 0,0 0 0 0 0,1-1 0 0 0,0 0 0 0 0,0-1 0 0 0,1 1 0 0 0,-1-1 0 0 0,1 0 0 0 0,0-1 0 0 0,10 5 0 0 0,-12-7-14 0 0,-1 0 0 0 0,0 0 0 0 0,1 0 0 0 0,-1-1 0 0 0,0 0-1 0 0,1 0 1 0 0,-1 0 0 0 0,1 0 0 0 0,-1 0 0 0 0,0-1 0 0 0,1 0 0 0 0,-1 0-1 0 0,0 0 1 0 0,0-1 0 0 0,6-2 0 0 0,-4 1-6 0 0,1-1 1 0 0,-1 0-1 0 0,0-1 0 0 0,0 1 0 0 0,-1-1 1 0 0,0 0-1 0 0,1-1 0 0 0,5-8 1 0 0,1-3-11 0 0,-1-1 1 0 0,0 0-1 0 0,-2-1 1 0 0,0 0 0 0 0,9-30-1 0 0,-15 42 4 0 0,8-25-21 0 0,0-1 1 0 0,-2 0-1 0 0,-2 0 0 0 0,-1-1 1 0 0,1-35-1 0 0,-8 103 101 0 0,-8 39 0 0 0,4-50-13 0 0,2 0 0 0 0,0 0 0 0 0,2 1 0 0 0,1-1 0 0 0,0 0 0 0 0,2 0 0 0 0,5 28 0 0 0,-5-44-34 0 0,0 1-1 0 0,1-2 0 0 0,0 1 0 0 0,0 0 0 0 0,1 0 1 0 0,-1-1-1 0 0,1 0 0 0 0,1 0 0 0 0,-1 0 0 0 0,1 0 1 0 0,0 0-1 0 0,8 6 0 0 0,-10-10-23 0 0,0 0 0 0 0,0 0 1 0 0,0 0-1 0 0,1 0 0 0 0,-1-1 0 0 0,0 1 1 0 0,1-1-1 0 0,-1 0 0 0 0,1 0 0 0 0,-1 0 1 0 0,1-1-1 0 0,-1 1 0 0 0,1-1 0 0 0,-1 0 1 0 0,1 0-1 0 0,0 0 0 0 0,-1 0 0 0 0,1-1 1 0 0,-1 1-1 0 0,1-1 0 0 0,-1 0 0 0 0,1 0 0 0 0,-1 0 1 0 0,1-1-1 0 0,-1 1 0 0 0,0-1 0 0 0,5-3 1 0 0,-2 1-19 0 0,-1-1 0 0 0,1 1 0 0 0,-1-1 0 0 0,0-1 0 0 0,0 1 0 0 0,-1-1 0 0 0,0 0 0 0 0,0 0 0 0 0,0 0 0 0 0,-1 0 0 0 0,0-1 0 0 0,0 1 0 0 0,0-1 0 0 0,2-11 0 0 0,1-5-47 0 0,-2 0 1 0 0,0-1-1 0 0,1-25 1 0 0,-5 5-119 0 0,0 68 233 0 0,0 20 148 0 0,6 53 1 0 0,-4-82-128 0 0,0-1 0 0 0,2 0 1 0 0,-1 1-1 0 0,2-1 1 0 0,0-1-1 0 0,1 1 0 0 0,13 23 1 0 0,-6-23 706 0 0,1-9-3507 0 0,-13-5 2378 0 0,-1 0 1 0 0,1 0-1 0 0,0 0 0 0 0,0 0 0 0 0,0-1 0 0 0,0 1 0 0 0,-1 0 0 0 0,1 0 0 0 0,0-1 1 0 0,0 1-1 0 0,-1-1 0 0 0,1 1 0 0 0,0-1 0 0 0,-1 1 0 0 0,1-1 0 0 0,0 1 0 0 0,-1-1 1 0 0,1 1-1 0 0,-1-1 0 0 0,1 0 0 0 0,-1 1 0 0 0,1-1 0 0 0,-1 0 0 0 0,1 0 0 0 0,-1 1 1 0 0,0-1-1 0 0,0 0 0 0 0,1 0 0 0 0,-1 0 0 0 0,0 1 0 0 0,0-1 0 0 0,0 0 0 0 0,0 0 1 0 0,0 0-1 0 0,0-1 0 0 0,3-13-3799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 2 4312 0 0,'3'-2'6586'0'0,"-1"4"-5247"0"0,2 21 1736 0 0,2 39-1 0 0,-8-18-3434 0 0,-8-6-6341 0 0,1-25 2929 0 0,-2-4-1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63 4584 0 0,'0'-2'780'0'0,"0"-6"833"0"0,3 4-781 0 0,11-3 16 0 0,1-1 20 0 0,5 1 20 0 0,6 0-4 0 0,2-1 4 0 0,4 4 0 0 0,5 1-36 0 0,0-2-84 0 0,-3 5-176 0 0,-5 2-3648 0 0,-6 1 0 0 0,-8 2 0 0 0,-4 0-1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38 201 4728 0 0,'-8'-1'805'0'0,"2"-6"23"0"0,-3 2-4 0 0,0-2 4 0 0,4-5 0 0 0,5-1-4 0 0,5-5 4 0 0,8-4 0 0 0,11 0 16 0 0,17 0 0 0 0,13 2-12 0 0,13 3-92 0 0,13 3-468 0 0,5 5-3240 0 0,6 3 0 0 0,7 4 0 0 0,-4-1-1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235 88 3824 0 0,'1'-6'841'0'0,"-3"-30"2309"0"0,2 35-3023 0 0,0 0 0 0 0,0 0-1 0 0,0 0 1 0 0,-1 0 0 0 0,1 0 0 0 0,0 0-1 0 0,0 0 1 0 0,-1 0 0 0 0,1 0-1 0 0,0 0 1 0 0,-1 0 0 0 0,1 0-1 0 0,-1 0 1 0 0,0 0 0 0 0,1 0 0 0 0,-1 0-1 0 0,0 0 1 0 0,1 1 0 0 0,-1-1-1 0 0,0 0 1 0 0,0 1 0 0 0,0-1 0 0 0,0 0-1 0 0,1 1 1 0 0,-1-1 0 0 0,-2 0-1 0 0,2 1-43 0 0,0 0 0 0 0,0 1-1 0 0,0-1 1 0 0,0 0 0 0 0,0 0 0 0 0,1 1-1 0 0,-1-1 1 0 0,0 1 0 0 0,0-1-1 0 0,0 1 1 0 0,1-1 0 0 0,-1 1-1 0 0,0-1 1 0 0,0 1 0 0 0,1 0 0 0 0,-1-1-1 0 0,0 1 1 0 0,1 0 0 0 0,-1-1-1 0 0,0 3 1 0 0,-13 20 808 0 0,11-17-578 0 0,-27 54 796 0 0,3 1 0 0 0,2 1 0 0 0,3 1 0 0 0,3 1 1 0 0,-12 71-1 0 0,20-77-747 0 0,3 0 1 0 0,-2 100-1 0 0,10-158-361 0 0,0 1 0 0 0,0 0 0 0 0,0 0 0 0 0,0-1 0 0 0,0 1 0 0 0,0 0 0 0 0,0 0 0 0 0,0-1 0 0 0,0 1 0 0 0,0 0 0 0 0,0 0 0 0 0,1-1 0 0 0,-1 1 0 0 0,0 0 0 0 0,0-1 0 0 0,1 1 0 0 0,-1 0 0 0 0,1-1 0 0 0,-1 1 0 0 0,0 0 0 0 0,1-1 0 0 0,0 1 0 0 0,0 0 0 0 0,-1-1-5 0 0,1 0 1 0 0,0 0 0 0 0,-1 0 0 0 0,1 0 0 0 0,0 0 0 0 0,-1 0 0 0 0,1 0 0 0 0,-1 0 0 0 0,1-1 0 0 0,0 1 0 0 0,-1 0 0 0 0,1 0 0 0 0,-1-1-1 0 0,1 1 1 0 0,0 0 0 0 0,-1-1 0 0 0,1 1 0 0 0,-1 0 0 0 0,1-1 0 0 0,-1 1 0 0 0,1-1 0 0 0,23-31-173 0 0,5-35-78 0 0,-4-1 0 0 0,-2-1 0 0 0,21-111-1 0 0,-25 96 21 0 0,3 2 0 0 0,33-82 0 0 0,-53 159 227 0 0,1 0-1 0 0,-1-1 1 0 0,1 1 0 0 0,0 0 0 0 0,1 0-1 0 0,5-6 1 0 0,-9 10 10 0 0,1 1-1 0 0,-1-1 0 0 0,1 1 1 0 0,-1-1-1 0 0,1 1 1 0 0,-1 0-1 0 0,1-1 1 0 0,0 1-1 0 0,-1 0 0 0 0,1-1 1 0 0,-1 1-1 0 0,1 0 1 0 0,0 0-1 0 0,-1 0 1 0 0,1-1-1 0 0,-1 1 0 0 0,1 0 1 0 0,0 0-1 0 0,-1 0 1 0 0,1 0-1 0 0,0 0 0 0 0,-1 0 1 0 0,1 1-1 0 0,1-1 1 0 0,-1 1 6 0 0,0 0 0 0 0,1 0 0 0 0,-1 0-1 0 0,0 0 1 0 0,0 0 0 0 0,0 0 0 0 0,0 0 0 0 0,0 0 0 0 0,0 1 0 0 0,0-1 0 0 0,0 0 0 0 0,-1 1 0 0 0,1-1 0 0 0,0 1 0 0 0,0 1 0 0 0,12 33 288 0 0,16 73 0 0 0,0 5 70 0 0,7-23 170 0 0,75 140 0 0 0,-103-216-506 0 0,9 17-223 0 0,13 37 1 0 0,-17-23-5095 0 0,-13-46 4991 0 0,0 1 0 0 0,1 0 0 0 0,-1 0 0 0 0,0-1 0 0 0,0 1 0 0 0,0 0 0 0 0,0-1 0 0 0,0 1 1 0 0,0 0-1 0 0,0 0 0 0 0,0-1 0 0 0,0 1 0 0 0,0 0 0 0 0,0-1 0 0 0,-1 1 0 0 0,1 0 0 0 0,0 0 1 0 0,0-1-1 0 0,-1 1 0 0 0,1-1 0 0 0,-1 1 0 0 0,1 0 0 0 0,0-1 0 0 0,-1 1 0 0 0,1-1 1 0 0,-1 1-1 0 0,0 0 0 0 0,-5 3-3834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54 191 4760 0 0,'-16'-2'1689'0'0,"4"-2"-793"0"0,3 2 36 0 0,-2 0 20 0 0,5-1 12 0 0,6-2 4 0 0,6-4 0 0 0,9 0 0 0 0,16-1 0 0 0,14-3 16 0 0,16 0 0 0 0,7-4-63 0 0,9 0-161 0 0,7-2-4301 0 0,-4-2 1 0 0,5 0 0 0 0,-7-3-1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0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58 116 3656 0 0,'-2'-8'726'0'0,"0"1"-1"0"0,0-1 0 0 0,-1 0 1 0 0,0 1-1 0 0,0-1 0 0 0,-8-12 0 0 0,3 4 442 0 0,2 3-1040 0 0,-6-8 3802 0 0,9 24-1684 0 0,2 15-969 0 0,0 119 1506 0 0,4 197-1270 0 0,-3-332-1505 0 0,3 43 259 0 0,10 61 0 0 0,-11-95-218 0 0,1 1 1 0 0,0 0-1 0 0,1-1 1 0 0,0 0-1 0 0,1 0 0 0 0,0 0 1 0 0,0 0-1 0 0,1-1 1 0 0,1 0-1 0 0,11 14 1 0 0,-15-21-38 0 0,1 1 0 0 0,0 0 0 0 0,0-1 1 0 0,0 0-1 0 0,0 0 0 0 0,0 0 0 0 0,1-1 0 0 0,-1 1 0 0 0,1-1 1 0 0,0 0-1 0 0,0 0 0 0 0,0-1 0 0 0,0 1 0 0 0,0-1 1 0 0,0 0-1 0 0,0-1 0 0 0,0 1 0 0 0,1-1 0 0 0,-1 0 1 0 0,8-1-1 0 0,-6 0-24 0 0,0-1 1 0 0,0 0-1 0 0,-1 0 1 0 0,1-1-1 0 0,-1 1 1 0 0,0-1-1 0 0,1-1 1 0 0,-1 1-1 0 0,-1-1 1 0 0,1 0-1 0 0,-1 0 1 0 0,1-1 0 0 0,-1 0-1 0 0,0 0 1 0 0,4-6-1 0 0,-1 1-34 0 0,-1 0 0 0 0,-1-1 0 0 0,0 1 0 0 0,0-2 1 0 0,-1 1-1 0 0,0 0 0 0 0,-1-1 0 0 0,-1 0 0 0 0,0 0 0 0 0,0 0 0 0 0,-1 0 0 0 0,-1 0 0 0 0,1-14 0 0 0,-2 26 44 0 0,0 0 0 0 0,0 0 0 0 0,0 0 0 0 0,0 0 0 0 0,0 0 0 0 0,0 0 0 0 0,0 0 0 0 0,0-1 0 0 0,0 1 0 0 0,0 0 0 0 0,0 0 0 0 0,0 0 0 0 0,0 0-1 0 0,0 0 1 0 0,0 0 0 0 0,0-1 0 0 0,0 1 0 0 0,0 0 0 0 0,0 0 0 0 0,0 0 0 0 0,0 0 0 0 0,0 0 0 0 0,0 0 0 0 0,0-1 0 0 0,0 1 0 0 0,0 0 0 0 0,0 0 0 0 0,0 0 0 0 0,0 0-1 0 0,0 0 1 0 0,0 0 0 0 0,0-1 0 0 0,0 1 0 0 0,0 0 0 0 0,0 0 0 0 0,-1 0 0 0 0,1 0 0 0 0,0 0 0 0 0,0 0 0 0 0,0 0 0 0 0,0 0 0 0 0,0 0 0 0 0,0 0 0 0 0,0 0 0 0 0,-1-1-1 0 0,1 1 1 0 0,0 0 0 0 0,0 0 0 0 0,0 0 0 0 0,0 0 0 0 0,0 0 0 0 0,0 0 0 0 0,-1 0 0 0 0,1 0 0 0 0,0 0 0 0 0,0 0 0 0 0,0 0 0 0 0,-7 9-99 0 0,-3 17-4 0 0,7-14 93 0 0,1 0-1 0 0,1 1 1 0 0,1-1 0 0 0,-1 0-1 0 0,2 0 1 0 0,2 18 0 0 0,-2-27 15 0 0,-1 0 1 0 0,1-1 0 0 0,0 1-1 0 0,0 0 1 0 0,0-1-1 0 0,0 1 1 0 0,1-1 0 0 0,-1 0-1 0 0,1 1 1 0 0,-1-1 0 0 0,1 0-1 0 0,0 0 1 0 0,0 0-1 0 0,0 0 1 0 0,0-1 0 0 0,0 1-1 0 0,0 0 1 0 0,1-1-1 0 0,-1 1 1 0 0,1-1 0 0 0,-1 0-1 0 0,1 0 1 0 0,-1 0-1 0 0,1 0 1 0 0,-1 0 0 0 0,1-1-1 0 0,0 1 1 0 0,0-1-1 0 0,-1 1 1 0 0,1-1 0 0 0,0 0-1 0 0,-1 0 1 0 0,1-1-1 0 0,0 1 1 0 0,3-1 0 0 0,6 0 15 0 0,0-1 0 0 0,0 0 0 0 0,-1-1 0 0 0,1 0 0 0 0,-1-1 0 0 0,0 0 0 0 0,0-1 0 0 0,20-12 0 0 0,-25 14-6 0 0,0-1 0 0 0,-1-1 0 0 0,0 1 1 0 0,0-1-1 0 0,0 0 0 0 0,0 0 0 0 0,-1 0 0 0 0,0-1 0 0 0,0 1 0 0 0,0-1 1 0 0,-1 0-1 0 0,0 0 0 0 0,0 0 0 0 0,0-1 0 0 0,-1 1 0 0 0,3-12 0 0 0,-4 10 2 0 0,0 0-1 0 0,0 0 1 0 0,-1 0-1 0 0,-1 0 0 0 0,1 0 1 0 0,-1 0-1 0 0,0 0 1 0 0,-1 0-1 0 0,0 0 1 0 0,0 1-1 0 0,-1-1 0 0 0,0 1 1 0 0,0-1-1 0 0,0 1 1 0 0,-1 0-1 0 0,0 0 0 0 0,-1 1 1 0 0,-6-9-1 0 0,7 11-9 0 0,0 0 0 0 0,0 0 0 0 0,0 0 0 0 0,0 1 1 0 0,0-1-1 0 0,-1 1 0 0 0,1 0 0 0 0,-1 1 0 0 0,0-1 0 0 0,0 1 0 0 0,0 0 0 0 0,0 0 0 0 0,0 0 0 0 0,-1 1 0 0 0,1 0 0 0 0,0 0 0 0 0,-1 0 0 0 0,1 1 0 0 0,-1-1 1 0 0,1 1-1 0 0,-1 1 0 0 0,1-1 0 0 0,0 1 0 0 0,-1 0 0 0 0,1 0 0 0 0,0 1 0 0 0,-10 3 0 0 0,13-4-3 0 0,-1 0 0 0 0,1 0 0 0 0,0 0 0 0 0,-1 0-1 0 0,1 1 1 0 0,0-1 0 0 0,0 1 0 0 0,-1 0 0 0 0,1-1 0 0 0,1 1 0 0 0,-1 0-1 0 0,0 0 1 0 0,0 0 0 0 0,1 1 0 0 0,-1-1 0 0 0,1 0 0 0 0,0 1 0 0 0,0-1-1 0 0,0 0 1 0 0,0 1 0 0 0,-1 4 0 0 0,2-5 0 0 0,0-1-1 0 0,0 1 1 0 0,0 0-1 0 0,0 0 1 0 0,1-1-1 0 0,-1 1 0 0 0,0 0 1 0 0,1-1-1 0 0,0 1 1 0 0,-1-1-1 0 0,1 1 1 0 0,0-1-1 0 0,0 1 1 0 0,0-1-1 0 0,0 1 1 0 0,0-1-1 0 0,0 0 1 0 0,0 0-1 0 0,1 1 1 0 0,-1-1-1 0 0,0 0 1 0 0,1 0-1 0 0,-1 0 1 0 0,1 0-1 0 0,-1-1 1 0 0,1 1-1 0 0,-1 0 1 0 0,1 0-1 0 0,-1-1 1 0 0,1 1-1 0 0,0-1 1 0 0,-1 0-1 0 0,1 1 1 0 0,2-1-1 0 0,10 2 0 0 0,0 0 0 0 0,0 0 0 0 0,0-2 0 0 0,0 1 0 0 0,0-2 0 0 0,26-4 0 0 0,81-25-1 0 0,-87 20 0 0 0,0 1-1 0 0,41-6 1 0 0,-73 15 0 0 0,0 0-1 0 0,0 0 1 0 0,0 0-1 0 0,0 0 1 0 0,0 0-1 0 0,-1 0 1 0 0,1 1-1 0 0,0-1 1 0 0,0 1-1 0 0,0-1 1 0 0,-1 1-1 0 0,1-1 1 0 0,0 1-1 0 0,0 0 1 0 0,-1 0-1 0 0,1 0 1 0 0,-1 0-1 0 0,1 0 1 0 0,-1 0-1 0 0,3 3 1 0 0,-2-1 0 0 0,0 0 0 0 0,0 0 0 0 0,0 0 0 0 0,0 0 0 0 0,-1 1 0 0 0,1-1 1 0 0,-1 1-1 0 0,0-1 0 0 0,2 8 0 0 0,-1 7 4 0 0,0-1-1 0 0,-1 1 1 0 0,-2 27 0 0 0,0-34-2 0 0,1 2-14 0 0,-1 0 0 0 0,0 1 0 0 0,-1-1 0 0 0,0 0 0 0 0,-1 0 0 0 0,-1 0 0 0 0,0 0 0 0 0,-1-1 0 0 0,0 1 0 0 0,-1-1 0 0 0,-10 17 0 0 0,13-26-184 0 0,-2 5-1521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 0 4304 0 0,'25'2'5013'0'0,"-23"1"-4799"0"0,0-1 1 0 0,0 0-1 0 0,0 0 1 0 0,0 1-1 0 0,0-1 1 0 0,-1 1-1 0 0,1-1 0 0 0,-1 1 1 0 0,0 0-1 0 0,0-1 1 0 0,0 1-1 0 0,0 0 1 0 0,0 0-1 0 0,0 0 1 0 0,-1 0-1 0 0,1 3 0 0 0,3 49 1797 0 0,-5-32-1197 0 0,-1 1 0 0 0,-1-1 1 0 0,-9 35-1 0 0,-3-4-4487 0 0,14-50 2865 0 0,0 0 0 0 0,-1 0 0 0 0,1 0 0 0 0,-1 0 0 0 0,0-1 0 0 0,0 1 0 0 0,-1-1 0 0 0,-2 5 0 0 0,-7 4-2829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62 4368 0 0,'9'-10'1509'0'0,"-1"5"-729"0"0,9-5 36 0 0,1 2 4 0 0,4 0 12 0 0,1 0 0 0 0,3 3 0 0 0,22-2 796 0 0,-30 10-920 0 0,-7 6-296 0 0,-5 7-3116 0 0,-6 2 0 0 0,-9 4-1 0 0,-8 4 1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19 112 4448 0 0,'-4'0'760'0'0,"2"0"17"0"0,-7 0 39 0 0,6-4 16 0 0,3-1 0 0 0,3-1 16 0 0,8-3 4 0 0,6-1-4 0 0,9 1 4 0 0,20-3-4 0 0,12-1-36 0 0,13 4-312 0 0,7-1-3304 0 0,10 0 0 0 0,4 3 0 0 0,-1-1-1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338 68 4136 0 0,'-6'-7'492'0'0,"-1"1"-1"0"0,0 0 0 0 0,0 0 0 0 0,-1 1 1 0 0,1 0-1 0 0,-1 0 0 0 0,0 1 0 0 0,-1 0 1 0 0,1 0-1 0 0,-1 1 0 0 0,0 0 0 0 0,0 1 1 0 0,0-1-1 0 0,0 2 0 0 0,-18-2 0 0 0,20 3-279 0 0,0 0 0 0 0,0 1-1 0 0,0 0 1 0 0,1 0 0 0 0,-1 0 0 0 0,0 1-1 0 0,1 0 1 0 0,-1 1 0 0 0,1-1-1 0 0,0 1 1 0 0,0 0 0 0 0,0 1 0 0 0,0-1-1 0 0,0 1 1 0 0,1 0 0 0 0,-1 1 0 0 0,1 0-1 0 0,0-1 1 0 0,1 1 0 0 0,-1 1-1 0 0,-6 9 1 0 0,4-2 191 0 0,0 0 0 0 0,1 1 0 0 0,0 0-1 0 0,1 0 1 0 0,0 0 0 0 0,2 0 0 0 0,-4 23 0 0 0,4-14-139 0 0,1 1 0 0 0,1-1 0 0 0,1 1 0 0 0,3 23 0 0 0,-1-33-212 0 0,1-1 0 0 0,0 0 1 0 0,1 1-1 0 0,0-1 1 0 0,1-1-1 0 0,1 1 1 0 0,0-1-1 0 0,1 0 1 0 0,0 0-1 0 0,1-1 0 0 0,0 0 1 0 0,1 0-1 0 0,16 16 1 0 0,-19-22-62 0 0,0 0 1 0 0,1-1-1 0 0,-1 0 0 0 0,1 0 1 0 0,0 0-1 0 0,0-1 1 0 0,1 0-1 0 0,-1 0 1 0 0,0-1-1 0 0,13 3 1 0 0,-13-3-5 0 0,3 0-49 0 0,0 0-1 0 0,0 0 1 0 0,0-1 0 0 0,1 0-1 0 0,-1 0 1 0 0,0-1 0 0 0,1-1-1 0 0,-1 0 1 0 0,0 0 0 0 0,1-1 0 0 0,-1 0-1 0 0,0-1 1 0 0,0 0 0 0 0,-1-1-1 0 0,1 0 1 0 0,-1 0 0 0 0,0-1-1 0 0,0-1 1 0 0,0 1 0 0 0,9-8-1 0 0,-7 2-62 0 0,0 0 1 0 0,0 0-1 0 0,-1-1 0 0 0,0 0 0 0 0,-1-1 0 0 0,-1 0 0 0 0,0 0 1 0 0,-1-1-1 0 0,0 0 0 0 0,-1 0 0 0 0,0-1 0 0 0,5-26 0 0 0,-8 31 53 0 0,1-7-43 0 0,0 1-1 0 0,-1-1 0 0 0,0 0 1 0 0,-2-1-1 0 0,0-20 0 0 0,-1 37 119 0 0,0 0-1 0 0,0-1 0 0 0,0 1 1 0 0,0 0-1 0 0,-1 0 0 0 0,1 0 0 0 0,0 0 1 0 0,-1 0-1 0 0,1 0 0 0 0,-1 0 1 0 0,1 0-1 0 0,-1 1 0 0 0,1-1 0 0 0,-1 0 1 0 0,0 0-1 0 0,1 0 0 0 0,-1 0 1 0 0,0 1-1 0 0,0-1 0 0 0,1 0 1 0 0,-1 1-1 0 0,0-1 0 0 0,0 1 0 0 0,-1-2 1 0 0,-1 2 12 0 0,1-1 0 0 0,0 1 0 0 0,0 0 0 0 0,-1-1 0 0 0,1 1 0 0 0,0 0 0 0 0,0 0 0 0 0,-1 0 1 0 0,1 1-1 0 0,0-1 0 0 0,-3 1 0 0 0,-4 1 65 0 0,1 1 0 0 0,-1 0 0 0 0,1 1-1 0 0,-13 7 1 0 0,-7 5 138 0 0,1 2 0 0 0,1 0-1 0 0,-24 23 1 0 0,42-33-129 0 0,0-1 0 0 0,0 2 0 0 0,1-1 0 0 0,0 1 0 0 0,0 0-1 0 0,1 0 1 0 0,1 1 0 0 0,-1 0 0 0 0,1 0 0 0 0,1 0 0 0 0,0 1 0 0 0,-3 13 0 0 0,6-22-68 0 0,1 0-1 0 0,0-1 1 0 0,-1 1-1 0 0,1 0 0 0 0,0-1 1 0 0,0 1-1 0 0,0 0 1 0 0,0 0-1 0 0,0-1 1 0 0,0 1-1 0 0,1 0 1 0 0,-1-1-1 0 0,0 1 0 0 0,1 0 1 0 0,0-1-1 0 0,-1 1 1 0 0,1-1-1 0 0,0 1 1 0 0,0-1-1 0 0,0 1 1 0 0,0-1-1 0 0,0 1 1 0 0,0-1-1 0 0,2 2 0 0 0,-1-2 3 0 0,1 1-1 0 0,-1-1 1 0 0,1 1-1 0 0,0-1 1 0 0,0 0-1 0 0,0 0 0 0 0,-1 0 1 0 0,1-1-1 0 0,0 1 1 0 0,0-1-1 0 0,0 1 1 0 0,6-1-1 0 0,5-1 18 0 0,0 0-1 0 0,-1-1 1 0 0,1 0-1 0 0,24-9 1 0 0,-27 8-62 0 0,0-2-1 0 0,0 1 1 0 0,0-1-1 0 0,-1-1 1 0 0,0 0 0 0 0,0 0-1 0 0,-1-1 1 0 0,1-1-1 0 0,-2 1 1 0 0,1-1-1 0 0,-1-1 1 0 0,0 0 0 0 0,-1 0-1 0 0,0 0 1 0 0,0-1-1 0 0,-1 0 1 0 0,7-15 0 0 0,-15 42-21 0 0,1 1 0 0 0,1 28 0 0 0,1-20 56 0 0,-2-12-8 0 0,1-1 32 0 0,0 1 1 0 0,1 0 0 0 0,0 0-1 0 0,5 21 1 0 0,-5-31-45 0 0,1-1 0 0 0,-1 1 0 0 0,0-1 0 0 0,1 1 0 0 0,-1-1 0 0 0,1 0 0 0 0,0 0 0 0 0,0 0 0 0 0,1 0 0 0 0,-1 0 0 0 0,1 0-1 0 0,-1-1 1 0 0,1 1 0 0 0,0-1 0 0 0,0 0 0 0 0,0 1 0 0 0,0-1 0 0 0,0-1 0 0 0,0 1 0 0 0,1 0 0 0 0,-1-1 0 0 0,6 2 0 0 0,-3-1-181 0 0,0-1 1 0 0,1 0-1 0 0,-1 0 1 0 0,1 0-1 0 0,-1-1 0 0 0,1 0 1 0 0,0-1-1 0 0,7 0 1 0 0,-6-1-982 0 0,0 0 0 0 0,0 0 1 0 0,0-1-1 0 0,0 0 0 0 0,0 0 1 0 0,0-1-1 0 0,-1 0 0 0 0,1 0 0 0 0,12-11 1 0 0,1-5-2789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168 1 3128 0 0,'0'0'636'0'0,"-17"5"2507"0"0,4 5-2588 0 0,1 1 0 0 0,0 0 0 0 0,0 0-1 0 0,1 1 1 0 0,1 1 0 0 0,0-1 0 0 0,1 2-1 0 0,0-1 1 0 0,1 1 0 0 0,1 1 0 0 0,0 0-1 0 0,1 0 1 0 0,0 0 0 0 0,1 0 0 0 0,1 1-1 0 0,1 0 1 0 0,-3 21 0 0 0,6-34-420 0 0,0-1 0 0 0,0 1 0 0 0,0 0 0 0 0,0 0-1 0 0,0 0 1 0 0,1 0 0 0 0,-1-1 0 0 0,1 1 0 0 0,0 0 0 0 0,0 0 0 0 0,0-1 0 0 0,0 1 0 0 0,0 0 0 0 0,1-1 0 0 0,-1 0-1 0 0,1 1 1 0 0,-1-1 0 0 0,1 0 0 0 0,3 3 0 0 0,-2-2-24 0 0,1-1 0 0 0,-1 1 1 0 0,1-1-1 0 0,0 0 0 0 0,0 0 0 0 0,0 0 0 0 0,0-1 1 0 0,0 0-1 0 0,0 1 0 0 0,0-1 0 0 0,7 0 0 0 0,8 0-279 0 0,1 0 0 0 0,0-2 0 0 0,-1 0 0 0 0,28-5 0 0 0,-45 5 91 0 0,98-21-11674 0 0,-73 16 7630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732 0 4744 0 0,'-5'0'805'0'0,"-4"3"19"0"0,-8 2 36 0 0,-9 4 16 0 0,-2 5 0 0 0,-9 4 0 0 0,-7 9 0 0 0,-7 4 0 0 0,-10 10 4 0 0,-2 4-36 0 0,-2 5-68 0 0,5 6-136 0 0,2-2-684 0 0,-5 1-2896 0 0,9 1 0 0 0,6-6 0 0 0,5-3-1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465 694 4056 0 0,'-1'-2'203'0'0,"1"1"-1"0"0,-1-1 1 0 0,0 0 0 0 0,1 1-1 0 0,-1-1 1 0 0,0 1-1 0 0,0-1 1 0 0,0 1-1 0 0,0-1 1 0 0,0 1 0 0 0,0 0-1 0 0,-1 0 1 0 0,1-1-1 0 0,0 1 1 0 0,-1 0-1 0 0,1 0 1 0 0,-1 0-1 0 0,-2-1 1 0 0,-28-14 1496 0 0,21 13-1335 0 0,1 0 1 0 0,-1 1-1 0 0,0 0 1 0 0,0 0 0 0 0,0 1-1 0 0,-1 1 1 0 0,1 0 0 0 0,0 1-1 0 0,0 0 1 0 0,0 0 0 0 0,0 1-1 0 0,0 1 1 0 0,1 0-1 0 0,-15 5 1 0 0,6 0 214 0 0,0 1 1 0 0,1 1-1 0 0,0 1 1 0 0,0 0-1 0 0,1 1 1 0 0,-27 25-1 0 0,35-28-420 0 0,1 0-1 0 0,0 0 1 0 0,1 1-1 0 0,0 0 1 0 0,1 1 0 0 0,0-1-1 0 0,0 1 1 0 0,1 0-1 0 0,1 1 1 0 0,0-1-1 0 0,-3 14 1 0 0,6-23-148 0 0,1 0-1 0 0,0-1 1 0 0,0 1 0 0 0,0 0 0 0 0,0-1 0 0 0,0 1-1 0 0,0-1 1 0 0,0 1 0 0 0,0 0 0 0 0,0-1-1 0 0,1 1 1 0 0,-1-1 0 0 0,1 1 0 0 0,-1-1 0 0 0,1 1-1 0 0,0-1 1 0 0,-1 1 0 0 0,1-1 0 0 0,0 1-1 0 0,0-1 1 0 0,0 0 0 0 0,0 1 0 0 0,0-1 0 0 0,1 0-1 0 0,-1 0 1 0 0,0 0 0 0 0,0 0 0 0 0,1 0-1 0 0,-1 0 1 0 0,1-1 0 0 0,-1 1 0 0 0,0 0 0 0 0,1-1-1 0 0,0 1 1 0 0,-1-1 0 0 0,1 1 0 0 0,-1-1-1 0 0,1 0 1 0 0,0 1 0 0 0,-1-1 0 0 0,3 0-1 0 0,5 1-8 0 0,0-1-1 0 0,1 0 0 0 0,-1 0 1 0 0,0-1-1 0 0,0 0 0 0 0,12-4 0 0 0,4-2 627 0 0,47-19 0 0 0,-51 16-1586 0 0,-1-1 0 0 0,0 0 0 0 0,0-2 0 0 0,28-23 0 0 0,-34 23 276 0 0,0 0 0 0 0,-1-1 0 0 0,0-1 0 0 0,-2 0 0 0 0,20-31 1 0 0,-22 30 1305 0 0,-1 0 1 0 0,-1-1 0 0 0,9-30 0 0 0,-6 0-783 0 0,-1 1 1 0 0,-3-2-1 0 0,-1 1 1 0 0,-3 0-1 0 0,-2-1 1 0 0,-1 0-1 0 0,-3 1 1 0 0,-13-64-1 0 0,14 98 99 0 0,0 1-1 0 0,-1-1 0 0 0,-1 1 0 0 0,1-1 0 0 0,-8-11 0 0 0,11 22 66 0 0,-1-1-1 0 0,0 0 1 0 0,0 1-1 0 0,0-1 1 0 0,0 1-1 0 0,0 0 0 0 0,0 0 1 0 0,-1 0-1 0 0,1 0 1 0 0,-1 0-1 0 0,-4-3 1 0 0,5 5 19 0 0,0-1-1 0 0,0 0 1 0 0,0 1 0 0 0,0 0 0 0 0,1-1 0 0 0,-1 1 0 0 0,0 0 0 0 0,0 0 0 0 0,0 0 0 0 0,0 0 0 0 0,0 0 0 0 0,0 1 0 0 0,0-1 0 0 0,0 1 0 0 0,0-1 0 0 0,0 1 0 0 0,1 0 0 0 0,-1-1 0 0 0,0 1-1 0 0,-2 2 1 0 0,0 0 111 0 0,0 0-1 0 0,1 0 1 0 0,0 0-1 0 0,-1 0 1 0 0,1 0-1 0 0,0 1 1 0 0,1 0-1 0 0,-1-1 1 0 0,1 1-1 0 0,0 0 1 0 0,0 0-1 0 0,0 1 1 0 0,0-1-1 0 0,1 0 1 0 0,-1 1-1 0 0,0 4 1 0 0,-2 12 286 0 0,1-1 0 0 0,-1 26 1 0 0,4-33-277 0 0,-8 122 1251 0 0,17 239 1 0 0,-8-356-1327 0 0,2-1 0 0 0,0 1 1 0 0,1-1-1 0 0,0 0 0 0 0,12 28 0 0 0,-13-39-52 0 0,-1-1-1 0 0,1 0 0 0 0,0 0 0 0 0,0 0 0 0 0,1 0 0 0 0,0-1 0 0 0,0 1 0 0 0,0-1 0 0 0,0 0 0 0 0,0 0 0 0 0,1-1 0 0 0,0 1 0 0 0,0-1 0 0 0,0 0 0 0 0,0 0 0 0 0,0-1 0 0 0,1 1 0 0 0,-1-1 0 0 0,1 0 0 0 0,8 1 0 0 0,-4-1-33 0 0,0 0 0 0 0,0-1 0 0 0,-1-1-1 0 0,1 1 1 0 0,0-2 0 0 0,0 1 0 0 0,0-1-1 0 0,0-1 1 0 0,-1 0 0 0 0,1 0-1 0 0,-1-1 1 0 0,1 0 0 0 0,-1-1 0 0 0,0 0-1 0 0,0 0 1 0 0,-1-1 0 0 0,1 0 0 0 0,-1-1-1 0 0,0 0 1 0 0,-1 0 0 0 0,1 0 0 0 0,-1-1-1 0 0,0-1 1 0 0,-1 1 0 0 0,0-1-1 0 0,0 0 1 0 0,0 0 0 0 0,4-11 0 0 0,-2 2-72 0 0,-2-1 0 0 0,8-30 0 0 0,-12 40 35 0 0,-1-1 0 0 0,0 1-1 0 0,0-1 1 0 0,0 1 0 0 0,-1-1 0 0 0,-1 0-1 0 0,1 1 1 0 0,-4-15 0 0 0,-6 40-16 0 0,4 5 95 0 0,1-1 1 0 0,1 1-1 0 0,1 0 1 0 0,1 0-1 0 0,1 1 0 0 0,1-1 1 0 0,1 0-1 0 0,1 0 1 0 0,1 0-1 0 0,7 28 0 0 0,-10-47-22 0 0,1 0 0 0 0,0 1 0 0 0,0-1 0 0 0,0-1 0 0 0,0 1 0 0 0,0 0 0 0 0,1 0 0 0 0,-1 0 0 0 0,1-1 0 0 0,0 1-1 0 0,0-1 1 0 0,0 1 0 0 0,0-1 0 0 0,0 0 0 0 0,0 0 0 0 0,1 0 0 0 0,-1 0 0 0 0,1 0 0 0 0,0 0 0 0 0,-1-1 0 0 0,1 1 0 0 0,0-1 0 0 0,0 0 0 0 0,0 0-1 0 0,0 0 1 0 0,0 0 0 0 0,0 0 0 0 0,0-1 0 0 0,0 1 0 0 0,5-1 0 0 0,-2-1-5 0 0,1 1 0 0 0,-1-1 0 0 0,0 0 1 0 0,0-1-1 0 0,0 0 0 0 0,0 0 0 0 0,0 0 0 0 0,-1 0 0 0 0,1-1 0 0 0,-1 0 0 0 0,1 0 1 0 0,-1-1-1 0 0,0 0 0 0 0,7-6 0 0 0,9-13-54 0 0,-1-1 0 0 0,-1-1 0 0 0,-1 0 0 0 0,-1-2 0 0 0,-1 0 0 0 0,16-40 0 0 0,3-1-101 0 0,-23 49 74 0 0,-12 19 79 0 0,0 0 0 0 0,0 0 0 0 0,1 0 0 0 0,-1-1 1 0 0,0 1-1 0 0,0 0 0 0 0,0 0 0 0 0,0 0 0 0 0,0 0 0 0 0,0 0 0 0 0,0 0 0 0 0,0 0 0 0 0,1 0 0 0 0,-1-1 0 0 0,0 1 0 0 0,0 0 0 0 0,0 0 0 0 0,0 0 1 0 0,0 0-1 0 0,0 0 0 0 0,1 0 0 0 0,-1 0 0 0 0,0 0 0 0 0,0 0 0 0 0,0 0 0 0 0,0 0 0 0 0,0 0 0 0 0,1 0 0 0 0,-1 0 0 0 0,0 0 0 0 0,0 0 0 0 0,0 0 0 0 0,0 0 1 0 0,0 0-1 0 0,1 0 0 0 0,-1 0 0 0 0,0 0 0 0 0,0 0 0 0 0,0 0 0 0 0,0 1 0 0 0,0-1 0 0 0,0 0 0 0 0,0 0 0 0 0,1 0 0 0 0,-1 0 0 0 0,0 0 0 0 0,0 0 1 0 0,0 0-1 0 0,0 0 0 0 0,0 1 0 0 0,0-1 0 0 0,2 30-154 0 0,-2-16 147 0 0,-3 39-66 0 0,2-34 76 0 0,0 1 0 0 0,1-1-1 0 0,4 29 1 0 0,-4-48 0 0 0,0 0 0 0 0,0 0 1 0 0,0 0-1 0 0,0 1 0 0 0,0-1 0 0 0,0 0 0 0 0,0 0 0 0 0,0 0 0 0 0,0 0 0 0 0,0 0 0 0 0,1 1 1 0 0,-1-1-1 0 0,0 0 0 0 0,0 0 0 0 0,0 0 0 0 0,0 0 0 0 0,0 0 0 0 0,0 0 0 0 0,0 0 0 0 0,0 1 1 0 0,1-1-1 0 0,-1 0 0 0 0,0 0 0 0 0,0 0 0 0 0,0 0 0 0 0,0 0 0 0 0,0 0 0 0 0,0 0 0 0 0,1 0 1 0 0,-1 0-1 0 0,0 0 0 0 0,0 0 0 0 0,0 0 0 0 0,0 0 0 0 0,0 0 0 0 0,1 0 0 0 0,-1 0 0 0 0,0 0 1 0 0,0 0-1 0 0,0 0 0 0 0,0 0 0 0 0,0 0 0 0 0,1 0 0 0 0,-1 0 0 0 0,0 0 0 0 0,0 0 0 0 0,0 0 1 0 0,0 0-1 0 0,0 0 0 0 0,0-1 0 0 0,1 1 0 0 0,-1 0 0 0 0,0 0 0 0 0,0 0 0 0 0,0 0 0 0 0,0 0 1 0 0,11-12 33 0 0,8-15-2 0 0,87-176 95 0 0,-106 203-125 0 0,0 0-1 0 0,0-1 1 0 0,0 1 0 0 0,0 0-1 0 0,0-1 1 0 0,0 1-1 0 0,0 0 1 0 0,0-1-1 0 0,1 1 1 0 0,-1 0 0 0 0,0-1-1 0 0,0 1 1 0 0,0 0-1 0 0,0-1 1 0 0,1 1-1 0 0,-1 0 1 0 0,0-1-1 0 0,0 1 1 0 0,1 0 0 0 0,-1 0-1 0 0,0-1 1 0 0,0 1-1 0 0,1 0 1 0 0,-1 0-1 0 0,0 0 1 0 0,1 0 0 0 0,-1-1-1 0 0,0 1 1 0 0,1 0-1 0 0,-1 0 1 0 0,0 0-1 0 0,1 0 1 0 0,0 0 0 0 0,2 13 58 0 0,-2 32 14 0 0,-1-37-59 0 0,0 18 28 0 0,0-1 0 0 0,2 1 0 0 0,1-1 0 0 0,1 0 0 0 0,2 0 0 0 0,9 27 0 0 0,-14-47-28 0 0,1 0 0 0 0,0-1 0 0 0,0 0 0 0 0,0 1 0 0 0,1-1 0 0 0,0 0 1 0 0,-1 0-1 0 0,2-1 0 0 0,-1 1 0 0 0,0 0 0 0 0,1-1 0 0 0,-1 0 0 0 0,1 0 1 0 0,0 0-1 0 0,0 0 0 0 0,0-1 0 0 0,8 4 0 0 0,-9-5-8 0 0,1 0-1 0 0,-1 0 1 0 0,0-1 0 0 0,1 1-1 0 0,-1-1 1 0 0,1 0 0 0 0,-1 0-1 0 0,0 0 1 0 0,1-1-1 0 0,-1 1 1 0 0,0-1 0 0 0,1 0-1 0 0,-1 1 1 0 0,0-1 0 0 0,0-1-1 0 0,1 1 1 0 0,-1 0 0 0 0,0-1-1 0 0,-1 0 1 0 0,1 0 0 0 0,0 0-1 0 0,0 0 1 0 0,-1 0-1 0 0,1 0 1 0 0,-1-1 0 0 0,3-2-1 0 0,13-17-4 0 0,0-1 0 0 0,-1-1 0 0 0,-2 0 0 0 0,0-1 0 0 0,17-42 0 0 0,44-144 14 0 0,-53 144-15 0 0,-19 53-2 0 0,8-18 4 0 0,-2-1-1 0 0,-1 0 1 0 0,4-36 0 0 0,-13 69-3 0 0,0-1 1 0 0,0 0-1 0 0,0 0 1 0 0,0 1-1 0 0,-1-1 1 0 0,1 0-1 0 0,0 1 0 0 0,0-1 1 0 0,-1 0-1 0 0,1 1 1 0 0,0-1-1 0 0,-1 0 1 0 0,1 1-1 0 0,-1-1 1 0 0,1 0-1 0 0,0 1 1 0 0,-1-1-1 0 0,0 1 1 0 0,1-1-1 0 0,-1 1 1 0 0,1 0-1 0 0,-1-1 1 0 0,0 1-1 0 0,1-1 0 0 0,-1 1 1 0 0,1 0-1 0 0,-1 0 1 0 0,0-1-1 0 0,0 1 1 0 0,1 0-1 0 0,-1 0 1 0 0,0 0-1 0 0,0 0 1 0 0,1 0-1 0 0,-1 0 1 0 0,0 0-1 0 0,1 0 1 0 0,-1 0-1 0 0,0 0 1 0 0,0 0-1 0 0,1 0 0 0 0,-1 0 1 0 0,0 1-1 0 0,0-1 1 0 0,-34 8 29 0 0,35-8-31 0 0,-12 4 14 0 0,1 0-1 0 0,0 0 1 0 0,0 1 0 0 0,0 0-1 0 0,1 1 1 0 0,0 0 0 0 0,0 1-1 0 0,0 0 1 0 0,1 1 0 0 0,0 0 0 0 0,1 0-1 0 0,-1 1 1 0 0,1 0 0 0 0,1 0-1 0 0,0 1 1 0 0,1 0 0 0 0,-1 0-1 0 0,2 0 1 0 0,-1 1 0 0 0,2 0-1 0 0,-1 0 1 0 0,-4 21 0 0 0,6-16 18 0 0,1 0 0 0 0,0 1 0 0 0,1-1 1 0 0,1 1-1 0 0,0-1 0 0 0,2 0 0 0 0,-1 1 1 0 0,7 22-1 0 0,-5-30-11 0 0,0 0 1 0 0,0 0 0 0 0,1 0-1 0 0,0-1 1 0 0,1 0-1 0 0,-1 0 1 0 0,2 0-1 0 0,-1 0 1 0 0,1-1 0 0 0,0 0-1 0 0,1 0 1 0 0,0 0-1 0 0,0-1 1 0 0,0 0-1 0 0,1-1 1 0 0,10 7-1 0 0,-1-3 47 0 0,1-1 0 0 0,0-1 0 0 0,0 0 0 0 0,1-2 0 0 0,21 5 0 0 0,-39-10-59 0 0,0 0-1 0 0,0 0 0 0 0,0 1 0 0 0,0-1 0 0 0,0 0 0 0 0,1 0 0 0 0,-1 1 0 0 0,0-1 0 0 0,0 1 0 0 0,0-1 1 0 0,0 1-1 0 0,0 0 0 0 0,0-1 0 0 0,0 1 0 0 0,-1 0 0 0 0,1 0 0 0 0,0-1 0 0 0,0 1 0 0 0,0 0 0 0 0,-1 0 0 0 0,1 0 1 0 0,0 1-1 0 0,-1-1-3 0 0,1 1 1 0 0,-1-1 0 0 0,0 0 0 0 0,0 0 0 0 0,0 0-1 0 0,-1 0 1 0 0,1 0 0 0 0,0 1 0 0 0,0-1 0 0 0,-1 0-1 0 0,1 0 1 0 0,0 0 0 0 0,-1 0 0 0 0,1 0 0 0 0,-1 0-1 0 0,1 0 1 0 0,-2 2 0 0 0,-4 4 12 0 0,0 0-1 0 0,-1 0 1 0 0,1-1 0 0 0,-10 7-1 0 0,13-11-9 0 0,-44 38-319 0 0,-70 55 144 0 0,32-40-4685 0 0,50-37 1043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56 4344 0 0,'4'-5'372'0'0,"1"1"-1"0"0,-1 0 0 0 0,1 0 0 0 0,0 0 1 0 0,1 0-1 0 0,-1 1 0 0 0,1-1 0 0 0,-1 1 1 0 0,1 1-1 0 0,0-1 0 0 0,0 1 0 0 0,10-2 0 0 0,-6 1-19 0 0,0 1-1 0 0,0 0 0 0 0,0 1 1 0 0,0 0-1 0 0,0 1 0 0 0,0 0 1 0 0,12 2-1 0 0,-18-2-228 0 0,0 1 0 0 0,-1 0 0 0 0,1 1 0 0 0,-1-1 0 0 0,1 0 0 0 0,-1 1 0 0 0,0 0 1 0 0,1 0-1 0 0,-1 0 0 0 0,0 0 0 0 0,0 1 0 0 0,-1-1 0 0 0,1 1 0 0 0,0-1 0 0 0,-1 1 0 0 0,0 0 0 0 0,1 0 0 0 0,-1 0 0 0 0,0 1 0 0 0,-1-1 0 0 0,1 0 0 0 0,0 1 0 0 0,-1-1 0 0 0,1 5 0 0 0,1 2 181 0 0,-1 0-1 0 0,0 0 1 0 0,0 1-1 0 0,-1-1 1 0 0,-1 0-1 0 0,0 19 1 0 0,-1-19-152 0 0,-1 0 1 0 0,0-1 0 0 0,0 1 0 0 0,-1-1 0 0 0,-4 12-1 0 0,2-9-794 0 0,-1 0 0 0 0,-1 0-1 0 0,-10 14 1 0 0,3-8-1404 0 0,-2 0 0 0 0,0 0 0 0 0,-33 26 0 0 0,-4-3-1619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3 119 4704 0 0,'0'-2'817'0'0,"-2"-2"15"0"0,2-1 20 0 0,0-3 16 0 0,2-2 16 0 0,7-1 0 0 0,8-4 16 0 0,6 0 4 0 0,12-2-4 0 0,7 6 4 0 0,10 1 0 0 0,14 2-56 0 0,11 5-188 0 0,11 5-3832 0 0,1-1 0 0 0,6 4 0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1 590 1400 0 0,'15'-6'158'0'0,"0"0"-1"0"0,-1-1 1 0 0,0 0-1 0 0,0-1 0 0 0,-1-1 1 0 0,13-10-1 0 0,5-7 431 0 0,33-35 0 0 0,-48 45-122 0 0,-1-1 0 0 0,0-1 0 0 0,-2 0 0 0 0,0-1-1 0 0,-1 0 1 0 0,-1-1 0 0 0,0-1 0 0 0,-2 0-1 0 0,0 0 1 0 0,-2 0 0 0 0,0-1 0 0 0,-2 0 0 0 0,0-1-1 0 0,-1 1 1 0 0,1-40 0 0 0,-5 59-318 0 0,0-1 0 0 0,0 1 0 0 0,0 0 0 0 0,0 0 0 0 0,-1-1 0 0 0,0 1 0 0 0,1 0-1 0 0,-1 0 1 0 0,0 0 0 0 0,0 0 0 0 0,-1 0 0 0 0,1 0 0 0 0,-1 0 0 0 0,1 0 0 0 0,-1 0 0 0 0,0 1 0 0 0,0-1 0 0 0,0 1 0 0 0,-1-1 0 0 0,1 1 0 0 0,0 0 0 0 0,-1 0-1 0 0,-4-3 1 0 0,3 3 19 0 0,1 1-1 0 0,-1 0 0 0 0,1 0 0 0 0,-1 0 0 0 0,0 1 1 0 0,1-1-1 0 0,-1 1 0 0 0,0 0 0 0 0,1 0 1 0 0,-1 0-1 0 0,0 0 0 0 0,1 1 0 0 0,-1-1 1 0 0,0 1-1 0 0,1 0 0 0 0,-1 0 0 0 0,1 1 0 0 0,0-1 1 0 0,-1 1-1 0 0,1-1 0 0 0,-4 4 0 0 0,-1 0 65 0 0,0 1 0 0 0,0 0 0 0 0,1 0 0 0 0,0 1 0 0 0,0 0 0 0 0,1 1 0 0 0,0-1 0 0 0,-8 12 0 0 0,5-4 21 0 0,0 1 1 0 0,1 0-1 0 0,-7 19 0 0 0,11-22-162 0 0,0 1 0 0 0,0-1-1 0 0,1 0 1 0 0,1 1 0 0 0,0 0 0 0 0,1-1 0 0 0,0 1 0 0 0,1 0-1 0 0,1 0 1 0 0,0-1 0 0 0,1 1 0 0 0,1 0 0 0 0,0-1-1 0 0,6 18 1 0 0,-6-24-66 0 0,0 1 0 0 0,1-1 0 0 0,0 0 0 0 0,0 0 0 0 0,1 0 0 0 0,0 0 1 0 0,0-1-1 0 0,0 0 0 0 0,1 0 0 0 0,0 0 0 0 0,0-1 0 0 0,1 0 0 0 0,-1 0 0 0 0,1 0 0 0 0,0-1 0 0 0,0 0 0 0 0,1-1 0 0 0,-1 1 0 0 0,1-2 0 0 0,0 1 0 0 0,0-1 0 0 0,0 0 0 0 0,15 2 0 0 0,-12-3-14 0 0,0 0 0 0 0,0-1 0 0 0,1 0 0 0 0,-1-1 0 0 0,0 0 1 0 0,-1-1-1 0 0,1 0 0 0 0,0-1 0 0 0,0 0 0 0 0,19-9 0 0 0,-24 9-13 0 0,0 0 1 0 0,0-1-1 0 0,0 0 1 0 0,-1 0-1 0 0,0-1 1 0 0,1 1-1 0 0,-1-1 1 0 0,-1 0-1 0 0,1 0 1 0 0,-1-1-1 0 0,0 0 0 0 0,0 1 1 0 0,0-1-1 0 0,-1 0 1 0 0,0-1-1 0 0,0 1 1 0 0,-1-1-1 0 0,0 1 1 0 0,2-8-1 0 0,1-16-37 0 0,-2 1 0 0 0,1-44 0 0 0,-5 84 27 0 0,1 6-10 0 0,0-1 0 0 0,0 1-1 0 0,2 0 1 0 0,0 0 0 0 0,1-1-1 0 0,6 22 1 0 0,-7-31 22 0 0,1-1 0 0 0,0 1 0 0 0,0-1 0 0 0,1 1 0 0 0,0-1 0 0 0,0 0 0 0 0,0 0 0 0 0,1-1 0 0 0,-1 0-1 0 0,1 1 1 0 0,1-1 0 0 0,-1-1 0 0 0,1 1 0 0 0,0-1 0 0 0,0 0 0 0 0,0 0 0 0 0,0-1 0 0 0,1 0 0 0 0,-1 0 0 0 0,1-1 0 0 0,0 1 0 0 0,0-1 0 0 0,0-1 0 0 0,0 1 0 0 0,0-1-1 0 0,9 0 1 0 0,-14-1 0 0 0,0 0 0 0 0,0-1 0 0 0,0 1-1 0 0,0 0 1 0 0,0-1 0 0 0,0 1-1 0 0,-1-1 1 0 0,1 0 0 0 0,0 1-1 0 0,0-1 1 0 0,-1 0 0 0 0,1 0-1 0 0,0 0 1 0 0,-1 0 0 0 0,1-1 0 0 0,-1 1-1 0 0,1 0 1 0 0,-1-1 0 0 0,0 1-1 0 0,1-1 1 0 0,-1 1 0 0 0,0-1-1 0 0,0 1 1 0 0,0-1 0 0 0,0 0-1 0 0,0 0 1 0 0,-1 0 0 0 0,1 1 0 0 0,-1-1-1 0 0,1 0 1 0 0,0-2 0 0 0,1-8 1 0 0,-1 0 0 0 0,0 0 0 0 0,0 1 1 0 0,-2-15-1 0 0,1 11 10 0 0,0 8-7 0 0,0 1 1 0 0,0-1 0 0 0,-1 1-1 0 0,0 0 1 0 0,0 0 0 0 0,0-1-1 0 0,-1 1 1 0 0,0 0 0 0 0,0 0 0 0 0,-1 0-1 0 0,0 1 1 0 0,0-1 0 0 0,-5-8-1 0 0,4 11 0 0 0,0-1 0 0 0,1 0 0 0 0,-1 1 0 0 0,0 0 0 0 0,-1 0 0 0 0,1 0 0 0 0,0 1 0 0 0,-1-1 0 0 0,0 1 0 0 0,1 0 0 0 0,-1 0 0 0 0,0 1 0 0 0,0-1 0 0 0,0 1 0 0 0,0 0 0 0 0,0 1 0 0 0,-1-1 0 0 0,-4 1 0 0 0,7 0 0 0 0,-56 0 30 0 0,54 1-31 0 0,0-1 0 0 0,0 1 1 0 0,0 0-1 0 0,1 0 0 0 0,-1 1 0 0 0,0-1 0 0 0,0 1 1 0 0,1 0-1 0 0,-1 0 0 0 0,-6 5 0 0 0,12-7-2 0 0,-1 1-1 0 0,0-1 1 0 0,1 0-1 0 0,-1 1 0 0 0,1-1 1 0 0,-1 1-1 0 0,0-1 1 0 0,1 0-1 0 0,-1 1 0 0 0,1-1 1 0 0,-1 0-1 0 0,1 1 0 0 0,-1-1 1 0 0,1 0-1 0 0,-1 0 1 0 0,1 0-1 0 0,-1 0 0 0 0,1 1 1 0 0,-1-1-1 0 0,1 0 0 0 0,0 0 1 0 0,-1 0-1 0 0,1 0 1 0 0,-1 0-1 0 0,1 0 0 0 0,-1 0 1 0 0,1 0-1 0 0,-1-1 1 0 0,1 1-1 0 0,0 0 0 0 0,26 1 2 0 0,0-6-9 0 0,0-1 0 0 0,43-14 0 0 0,-50 13 9 0 0,0 0-1 0 0,0 2 0 0 0,0 1 0 0 0,1 0 1 0 0,40-1-1 0 0,-58 5 0 0 0,1 0 0 0 0,0 1-1 0 0,0-1 1 0 0,0 1 0 0 0,-1 0 0 0 0,1 1 0 0 0,0-1 0 0 0,-1 0 0 0 0,1 1 0 0 0,-1 0 0 0 0,1 0 0 0 0,-1 0-1 0 0,0 0 1 0 0,0 1 0 0 0,0-1 0 0 0,0 1 0 0 0,0-1 0 0 0,-1 1 0 0 0,1 0 0 0 0,-1 0 0 0 0,0 1 0 0 0,0-1 0 0 0,0 0-1 0 0,3 8 1 0 0,1 5 3 0 0,0 0-1 0 0,-2 1 1 0 0,0-1-1 0 0,3 25 1 0 0,-2-13 5 0 0,-3 4-1 0 0,-2-27-6 0 0,-1-1-1 0 0,2 1 0 0 0,-1 0 1 0 0,0 0-1 0 0,1 0 1 0 0,0 0-1 0 0,0 0 0 0 0,1 0 1 0 0,-1-1-1 0 0,1 1 1 0 0,0 0-1 0 0,3 4 0 0 0,-5-9 1 0 0,1 1-1 0 0,0-1 0 0 0,0 0 1 0 0,0 1-1 0 0,0-1 0 0 0,-1 0 0 0 0,1 0 1 0 0,0 0-1 0 0,0 0 0 0 0,0 0 0 0 0,0 0 1 0 0,0 0-1 0 0,0 0 0 0 0,0 0 1 0 0,-1 0-1 0 0,1 0 0 0 0,0 0 0 0 0,0-1 1 0 0,0 1-1 0 0,0 0 0 0 0,-1-1 1 0 0,1 1-1 0 0,0 0 0 0 0,0-1 0 0 0,0 1 1 0 0,-1-1-1 0 0,1 0 0 0 0,0 1 0 0 0,0-2 1 0 0,24-19-5 0 0,-23 20 3 0 0,46-50 16 0 0,-33 34-13 0 0,1 0 0 0 0,0 1 0 0 0,1 1 0 0 0,1 0 0 0 0,1 1 0 0 0,38-22-1 0 0,-55 35 0 0 0,0 1 0 0 0,-1-1 0 0 0,1 0 0 0 0,0 1 0 0 0,0-1 0 0 0,0 1-1 0 0,-1-1 1 0 0,1 1 0 0 0,0 0 0 0 0,0 0 0 0 0,0 0 0 0 0,0 0 0 0 0,0 0-1 0 0,0 0 1 0 0,0 0 0 0 0,-1 1 0 0 0,1-1 0 0 0,0 1 0 0 0,0-1-1 0 0,0 1 1 0 0,2 1 0 0 0,-2 0 2 0 0,0-1-1 0 0,0 1 0 0 0,0 0 1 0 0,-1 0-1 0 0,1 0 1 0 0,0 0-1 0 0,-1 0 0 0 0,0 1 1 0 0,1-1-1 0 0,-1 0 1 0 0,0 1-1 0 0,0-1 0 0 0,1 5 1 0 0,1 8 12 0 0,0 0 1 0 0,-2-1-1 0 0,1 1 1 0 0,-2 20-1 0 0,0-31-11 0 0,1 36-158 0 0,-2 46-913 0 0,-6-34-7466 0 0,4-42 3993 0 0,-5-3-1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49 5128 0 0,'-5'-1'889'0'0,"2"-1"23"0"0,0-3 12 0 0,3 2 24 0 0,-2-3 0 0 0,10-2 16 0 0,6 1 0 0 0,9-1 0 0 0,14 3 0 0 0,12 1 20 0 0,8 4-40 0 0,12 4-120 0 0,3 4-575 0 0,10 3-3570 0 0,-8 2 1 0 0,1 0 0 0 0,-9 3-1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45 4272 0 0,'0'-9'1351'0'0,"-1"7"-1094"0"0,1 0 0 0 0,0 1-1 0 0,-1-1 1 0 0,1 0 0 0 0,0 0 0 0 0,0 1-1 0 0,0-1 1 0 0,0 0 0 0 0,1 0 0 0 0,-1 1-1 0 0,0-1 1 0 0,1 0 0 0 0,-1 1 0 0 0,1-1 0 0 0,0 0-1 0 0,0 1 1 0 0,-1-1 0 0 0,1 1 0 0 0,1-2-1 0 0,-1 3-195 0 0,-1 0-1 0 0,1 0 1 0 0,-1 0-1 0 0,1 0 0 0 0,-1 1 1 0 0,0-1-1 0 0,1 0 1 0 0,-1 0-1 0 0,1 1 1 0 0,-1-1-1 0 0,0 0 0 0 0,1 1 1 0 0,-1-1-1 0 0,0 0 1 0 0,1 1-1 0 0,-1-1 1 0 0,0 0-1 0 0,0 1 0 0 0,1-1 1 0 0,-1 0-1 0 0,0 1 1 0 0,0-1-1 0 0,0 1 1 0 0,1-1-1 0 0,-1 1 0 0 0,0-1 1 0 0,0 1-1 0 0,0-1 1 0 0,0 1-1 0 0,0 0 1 0 0,5 18 930 0 0,4 58 1408 0 0,-3-1-1 0 0,-5 126 1 0 0,-3-86-1755 0 0,2-63-417 0 0,3 126 489 0 0,0-149-601 0 0,0 0 0 0 0,3 1 0 0 0,15 51 0 0 0,-18-73-158 0 0,0 0 0 0 0,1 0-1 0 0,0-1 1 0 0,1 0 0 0 0,0 0 0 0 0,0 0-1 0 0,1-1 1 0 0,0 0 0 0 0,0 0-1 0 0,1 0 1 0 0,-1 0 0 0 0,12 7 0 0 0,-12-10-516 0 0,1 0 1 0 0,-1 0-1 0 0,1-1 0 0 0,0 0 1 0 0,0 0-1 0 0,12 3 1 0 0,-12-5-654 0 0,1 0 1 0 0,-1 0-1 0 0,1 0 0 0 0,-1-1 1 0 0,1 0-1 0 0,-1 0 0 0 0,9-2 1 0 0,16-5-3138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398 48 4064 0 0,'0'-2'196'0'0,"-1"0"0"0"0,1 1 0 0 0,-1-1 0 0 0,0 0 0 0 0,1 1 0 0 0,-1-1 0 0 0,0 1 0 0 0,0-1 0 0 0,0 1 0 0 0,0 0 0 0 0,0-1 0 0 0,0 1 0 0 0,-1 0 0 0 0,1 0 0 0 0,0 0 0 0 0,-1-1 0 0 0,1 1 0 0 0,-1 1 0 0 0,1-1 0 0 0,-1 0 0 0 0,1 0 0 0 0,-1 1 0 0 0,1-1 0 0 0,-4 0 0 0 0,-43-11 1895 0 0,36 10-1786 0 0,0 1-1 0 0,0 0 1 0 0,1 1-1 0 0,-1 0 1 0 0,0 1-1 0 0,0 0 1 0 0,1 1-1 0 0,-1 0 1 0 0,1 1-1 0 0,-1 0 1 0 0,1 1 0 0 0,0 0-1 0 0,0 1 1 0 0,1 0-1 0 0,-1 1 1 0 0,1 0-1 0 0,0 0 1 0 0,1 1-1 0 0,-1 1 1 0 0,2-1-1 0 0,-1 2 1 0 0,1-1-1 0 0,0 1 1 0 0,1 0 0 0 0,0 1-1 0 0,0 0 1 0 0,1 0-1 0 0,0 0 1 0 0,1 1-1 0 0,0-1 1 0 0,1 1-1 0 0,0 1 1 0 0,1-1-1 0 0,-4 20 1 0 0,6-19-215 0 0,0 1 0 0 0,0-1-1 0 0,1 1 1 0 0,1-1 0 0 0,0 1 0 0 0,1-1 0 0 0,5 20-1 0 0,-6-27-76 0 0,0-1 0 0 0,1 0 0 0 0,-1 0 0 0 0,1 0 0 0 0,0 0 0 0 0,0 0 0 0 0,0 0 0 0 0,1-1 0 0 0,-1 1 0 0 0,1-1-1 0 0,0 0 1 0 0,0 1 0 0 0,0-1 0 0 0,0 0 0 0 0,1-1 0 0 0,-1 1 0 0 0,1-1 0 0 0,0 1 0 0 0,-1-1 0 0 0,1 0 0 0 0,0-1 0 0 0,0 1-1 0 0,1-1 1 0 0,-1 1 0 0 0,0-1 0 0 0,0 0 0 0 0,9 0 0 0 0,-7-1-25 0 0,0 0-1 0 0,0 0 0 0 0,0-1 1 0 0,0 0-1 0 0,0 0 1 0 0,0 0-1 0 0,-1-1 1 0 0,1 0-1 0 0,0 0 0 0 0,-1 0 1 0 0,1-1-1 0 0,8-6 1 0 0,-6 4-11 0 0,0-2 0 0 0,0 1 0 0 0,-1-1 0 0 0,0-1 0 0 0,0 1 0 0 0,-1-1 1 0 0,7-10-1 0 0,-2-1-33 0 0,0-1 0 0 0,-2 0 0 0 0,0 0 0 0 0,-1-1 0 0 0,-1 0 1 0 0,6-31-1 0 0,-6 5-51 0 0,-4 32 93 0 0,-3 14 39 0 0,0 4 32 0 0,-1 184 559 0 0,2-177-585 0 0,-1 0 5 0 0,1 0 0 0 0,1 0 0 0 0,0 0 0 0 0,0-1-1 0 0,1 1 1 0 0,0 0 0 0 0,1-1 0 0 0,4 10-1 0 0,-7-17-36 0 0,0 0 0 0 0,1 1 1 0 0,-1-1-1 0 0,0 0 0 0 0,1 0 0 0 0,-1 0 0 0 0,1 0 0 0 0,-1-1 0 0 0,1 1 0 0 0,0 0 0 0 0,0-1 0 0 0,0 1 0 0 0,0-1 0 0 0,0 0 0 0 0,0 1 0 0 0,0-1 0 0 0,0 0 0 0 0,1 0 0 0 0,-1-1 0 0 0,0 1 0 0 0,1 0 0 0 0,-1-1 0 0 0,1 1 0 0 0,-1-1 0 0 0,0 0 1 0 0,1 0-1 0 0,-1 0 0 0 0,1 0 0 0 0,-1 0 0 0 0,1 0 0 0 0,-1-1 0 0 0,1 1 0 0 0,-1-1 0 0 0,0 0 0 0 0,1 0 0 0 0,-1 0 0 0 0,0 0 0 0 0,3-2 0 0 0,1-1-15 0 0,-1 0-1 0 0,1 0 1 0 0,-1 0 0 0 0,0-1 0 0 0,-1 0-1 0 0,1 0 1 0 0,-1 0 0 0 0,0-1-1 0 0,0 1 1 0 0,3-7 0 0 0,31-69-147 0 0,-26 55 118 0 0,7-19-32 0 0,-12 27 48 0 0,1 0 1 0 0,0 0-1 0 0,19-28 1 0 0,-27 46 30 0 0,0 0 0 0 0,0 0-1 0 0,0 0 1 0 0,0 0 0 0 0,0 0 0 0 0,0 0-1 0 0,0 0 1 0 0,1-1 0 0 0,-1 1 0 0 0,0 0 0 0 0,0 0-1 0 0,0 0 1 0 0,0 0 0 0 0,0 0 0 0 0,0 0-1 0 0,0 0 1 0 0,0 0 0 0 0,0 0 0 0 0,1 0-1 0 0,-1 0 1 0 0,0 0 0 0 0,0 0 0 0 0,0 0 0 0 0,0-1-1 0 0,0 1 1 0 0,0 0 0 0 0,1 0 0 0 0,-1 0-1 0 0,0 0 1 0 0,0 0 0 0 0,0 0 0 0 0,0 0-1 0 0,0 1 1 0 0,0-1 0 0 0,1 0 0 0 0,-1 0 0 0 0,0 0-1 0 0,0 0 1 0 0,0 0 0 0 0,0 0 0 0 0,0 0-1 0 0,0 0 1 0 0,0 0 0 0 0,0 0 0 0 0,1 0 0 0 0,-1 0-1 0 0,0 0 1 0 0,0 0 0 0 0,0 0 0 0 0,0 1-1 0 0,0-1 1 0 0,0 0 0 0 0,0 0 0 0 0,0 0-1 0 0,0 0 1 0 0,0 0 0 0 0,0 0 0 0 0,0 0 0 0 0,0 1-1 0 0,0-1 1 0 0,0 0 0 0 0,0 0 0 0 0,0 0-1 0 0,0 0 1 0 0,0 0 0 0 0,3 17 89 0 0,-2 23 44 0 0,-1-36-113 0 0,-3 226 289 0 0,4-213-1895 0 0,1-11-3119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93 23 4608 0 0,'-4'-2'816'0'0,"-1"0"41"0"0,-4-7 951 0 0,6 5-888 0 0,-2 0 4 0 0,-1 2-8 0 0,3 2 24 0 0,-3 2-4 0 0,3 12-32 0 0,1 6-56 0 0,-2 10-172 0 0,-4 11-3704 0 0,3 5 0 0 0,-7 9 0 0 0,-6 9-1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 27 5240 0 0,'-3'0'1913'0'0,"-3"-2"2011"0"0,1 2-972 0 0,10 0-2016 0 0,6 0-88 0 0,1 0-135 0 0,2-1-629 0 0,9-3-3405 0 0,-3-2 1 0 0,6 1 0 0 0,0-3-1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75 0 4536 0 0,'-2'2'828'0'0,"-1"0"17"0"0,-3 0 7 0 0,0 2-4 0 0,-3 1 20 0 0,4 1 0 0 0,-3 1-20 0 0,-1 1-52 0 0,3 1-124 0 0,-3 1-592 0 0,7-2-2488 0 0,-4-3 0 0 0,3-1-1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0 161 3392 0 0,'0'0'4192'0'0,"19"1"2777"0"0,22 1-5999 0 0,136 0 665 0 0,262-9-440 0 0,-171-35-807 0 0,11-1-207 0 0,114 32-155 0 0,-236 7-302 0 0,183-28 1 0 0,-217 18 149 0 0,147 2 1 0 0,524 15 113 0 0,-744-1 575 0 0,81 14-1 0 0,-72-7-3474 0 0,1-2-6422 0 0,-51-7 5829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 38 2784 0 0,'0'0'1780'0'0,"-1"-24"6102"0"0,-1 10-10739 0 0,-6 15-1936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1 106 3192 0 0,'-1'-6'10763'0'0,"3"4"-9849"0"0,50-9 2307 0 0,32 5-2516 0 0,-17 2-426 0 0,708-25 353 0 0,-144 15-597 0 0,-80-1-2 0 0,270 1-257 0 0,-273 9 209 0 0,-317 7 82 0 0,126 8-574 0 0,-196-3 138 0 0,-14-6-830 0 0,-98-1-5815 0 0,-37 0 3510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90 3424 0 0,'2'-3'5413'0'0,"9"-11"-3045"0"0,1 8-1694 0 0,1 1 1 0 0,-1 0-1 0 0,1 1 1 0 0,1 1-1 0 0,-1 0 1 0 0,0 0-1 0 0,18 0 1 0 0,102 0 492 0 0,-90 4-969 0 0,239 0 372 0 0,319-4-284 0 0,-289-12-183 0 0,191-4-6 0 0,159 17-58 0 0,446 1-165 0 0,-783 20-126 0 0,16 1-34 0 0,326-5 322 0 0,-423-17-129 0 0,402 12 1076 0 0,-498 3-704 0 0,163 6 137 0 0,-262-20-362 0 0,422 2 289 0 0,-285 16-395 0 0,70 2-50 0 0,87-7 248 0 0,-120-2 225 0 0,77-7-1331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21 102 3828 0 0,'0'-44'7709'0'0,"0"25"-1924"0"0,-10 134-1738 0 0,0 5-3969 0 0,10-104-57 0 0,0 0 0 0 0,1 0 0 0 0,1 0 0 0 0,1 0 0 0 0,0 0 0 0 0,10 27 0 0 0,-12-39-16 0 0,1 0 0 0 0,0 0 0 0 0,0 0 0 0 0,0 0 0 0 0,0 0 0 0 0,1 0 0 0 0,0-1 0 0 0,0 0 0 0 0,0 1 0 0 0,0-1 0 0 0,0 0 0 0 0,0 0 0 0 0,1 0 1 0 0,0-1-1 0 0,-1 0 0 0 0,1 1 0 0 0,0-1 0 0 0,0 0 0 0 0,0-1 0 0 0,1 1 0 0 0,-1-1 0 0 0,0 0 0 0 0,1 0 0 0 0,-1 0 0 0 0,0 0 0 0 0,1-1 0 0 0,-1 0 0 0 0,1 0 0 0 0,5 0 0 0 0,-2-2-1 0 0,1 1 0 0 0,-1-1 0 0 0,0 0-1 0 0,0-1 1 0 0,0 0 0 0 0,-1 0 0 0 0,1-1-1 0 0,-1 0 1 0 0,1 0 0 0 0,-1-1 0 0 0,-1 0-1 0 0,1 0 1 0 0,-1 0 0 0 0,0-1 0 0 0,0 0-1 0 0,7-10 1 0 0,-1 1 1 0 0,-1-1 1 0 0,0-1-1 0 0,-1 0 1 0 0,-1 0-1 0 0,13-35 0 0 0,-11 9 88 0 0,-2-1 0 0 0,-2 1 1 0 0,-2-2-1 0 0,0-51 0 0 0,-6 165 215 0 0,-1-22-136 0 0,3 1 0 0 0,1-1 0 0 0,2 1 0 0 0,12 50 0 0 0,-10-80-75 0 0,1 0 0 0 0,1-1 1 0 0,0 0-1 0 0,1-1 0 0 0,15 21 1 0 0,22 41-2964 0 0,-46-77 2248 0 0,6 8-4320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9 4688 0 0,'0'-7'8649'0'0,"0"6"-7637"0"0,2 1 0 0 0,1 0 0 0 0,3 1 925 0 0,-1 0-1101 0 0,-1 2-232 0 0,1 7-8501 0 0,-2-5 3949 0 0,0 4-1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5144 0 0,'0'0'1837'0'0,"0"2"-873"0"0,0 1 1056 0 0,0 2-1004 0 0,3-2 0 0 0,0 2 0 0 0,-1 0 16 0 0,2-3-36 0 0,3 7-68 0 0,-3-3-107 0 0,1 1-477 0 0,1 0-3769 0 0,0 1 1 0 0,-3 1 0 0 0,5 3-1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71 3800 0 0,'0'-55'7194'0'0,"0"39"-3090"0"0,0 40-1144 0 0,-3 165 925 0 0,7 206-3185 0 0,-3-386-693 0 0,0 0 1 0 0,1 0-1 0 0,0 0 1 0 0,0 0-1 0 0,1 0 1 0 0,0 0-1 0 0,1 0 1 0 0,0-1-1 0 0,0 0 1 0 0,1 0-1 0 0,0 0 1 0 0,0 0-1 0 0,1-1 1 0 0,0 0-1 0 0,12 12 1 0 0,-10-12-71 0 0,2 0 0 0 0,-1-1 0 0 0,1 0-1 0 0,0 0 1 0 0,0-1 0 0 0,0-1 0 0 0,1 1 0 0 0,0-2 0 0 0,0 1 0 0 0,0-2 0 0 0,20 4 0 0 0,-17-5-31 0 0,-1 0 0 0 0,1 0 0 0 0,0-1 1 0 0,-1-1-1 0 0,1-1 0 0 0,0 1 1 0 0,-1-2-1 0 0,1 0 0 0 0,-1-1 0 0 0,0 0 1 0 0,0-1-1 0 0,-1 0 0 0 0,1-1 1 0 0,-1-1-1 0 0,0 0 0 0 0,-1 0 0 0 0,0-1 1 0 0,0-1-1 0 0,0 0 0 0 0,-1 0 1 0 0,17-21-1 0 0,-19 17 167 0 0,-1-1 1 0 0,0 0 0 0 0,-1 0-1 0 0,0 0 1 0 0,-1-1 0 0 0,-1 0-1 0 0,0 0 1 0 0,-1 0-1 0 0,2-23 1 0 0,-5 36-41 0 0,0 1-5 0 0,1 0 0 0 0,-1 0-1 0 0,0 0 1 0 0,0 0 0 0 0,0 0 0 0 0,1 0-1 0 0,-1 0 1 0 0,0 0 0 0 0,0 1 0 0 0,0-1-1 0 0,0 0 1 0 0,-1 0 0 0 0,1 0 0 0 0,0 0-1 0 0,0 0 1 0 0,-1 0 0 0 0,1 0 0 0 0,0 0-1 0 0,-1 0 1 0 0,1 0 0 0 0,-1 0-1 0 0,1 0 1 0 0,-1 1 0 0 0,0-1 0 0 0,1 0-1 0 0,-1 0 1 0 0,0 1 0 0 0,1-1 0 0 0,-1 0-1 0 0,0 1 1 0 0,0-1 0 0 0,0 1 0 0 0,1-1-1 0 0,-1 1 1 0 0,0 0 0 0 0,0-1 0 0 0,0 1-1 0 0,0 0 1 0 0,0-1 0 0 0,0 1 0 0 0,-1 0-1 0 0,-1 0 21 0 0,0 0-1 0 0,0 0 1 0 0,1 1-1 0 0,-1-1 1 0 0,0 1-1 0 0,0-1 1 0 0,1 1-1 0 0,-1 0 1 0 0,1 0-1 0 0,-1 1 1 0 0,1-1-1 0 0,-1 0 1 0 0,-3 4-1 0 0,-6 6-7 0 0,0 0 0 0 0,1 1 0 0 0,0 0-1 0 0,1 1 1 0 0,0 0 0 0 0,1 1-1 0 0,1 0 1 0 0,0 1 0 0 0,1-1 0 0 0,0 1-1 0 0,1 1 1 0 0,1-1 0 0 0,1 1 0 0 0,0 0-1 0 0,1 0 1 0 0,0 0 0 0 0,2 0-1 0 0,-1 26 1 0 0,2-41-36 0 0,0 1 0 0 0,1-1 1 0 0,-1 1-1 0 0,0-1 0 0 0,0 0 0 0 0,1 1 0 0 0,-1-1 0 0 0,1 1 1 0 0,-1-1-1 0 0,1 0 0 0 0,-1 0 0 0 0,1 1 0 0 0,0-1 0 0 0,0 0 0 0 0,0 0 1 0 0,-1 0-1 0 0,1 0 0 0 0,0 1 0 0 0,1-2 0 0 0,-1 1 0 0 0,0 0 1 0 0,0 0-1 0 0,0 0 0 0 0,0 0 0 0 0,1-1 0 0 0,-1 1 0 0 0,0 0 1 0 0,1-1-1 0 0,-1 0 0 0 0,0 1 0 0 0,1-1 0 0 0,-1 0 0 0 0,1 1 0 0 0,-1-1 1 0 0,1 0-1 0 0,-1 0 0 0 0,0 0 0 0 0,1 0 0 0 0,-1-1 0 0 0,1 1 1 0 0,-1 0-1 0 0,1 0 0 0 0,-1-1 0 0 0,2 0 0 0 0,5-1 16 0 0,1-1 0 0 0,-1 0 0 0 0,0-1 0 0 0,0 0 0 0 0,0 0 0 0 0,7-5 0 0 0,-6 2-2 0 0,0-1 0 0 0,-1 1 0 0 0,0-1 0 0 0,0-1-1 0 0,-1 1 1 0 0,0-1 0 0 0,-1-1 0 0 0,0 1-1 0 0,0-1 1 0 0,-1 0 0 0 0,7-17 0 0 0,-1-5 44 0 0,-2 0 1 0 0,10-55-1 0 0,-21 136 262 0 0,7 83-1 0 0,-3-123-282 0 0,-1 0 0 0 0,1 0 0 0 0,1-1 0 0 0,-1 1 0 0 0,1 0 0 0 0,1-1 0 0 0,0 0 0 0 0,6 11 0 0 0,-9-17-95 0 0,0 0-1 0 0,1 0 1 0 0,-1 0 0 0 0,1 0 0 0 0,-1 0 0 0 0,1 0-1 0 0,-1 0 1 0 0,1-1 0 0 0,0 1 0 0 0,0-1 0 0 0,0 1-1 0 0,0-1 1 0 0,0 0 0 0 0,0 1 0 0 0,1-1 0 0 0,-1 0-1 0 0,0-1 1 0 0,1 1 0 0 0,-1 0 0 0 0,0-1 0 0 0,1 1-1 0 0,-1-1 1 0 0,1 0 0 0 0,-1 1 0 0 0,1-1 0 0 0,-1-1-1 0 0,1 1 1 0 0,-1 0 0 0 0,0 0 0 0 0,1-1 0 0 0,-1 0 0 0 0,1 1-1 0 0,-1-1 1 0 0,0 0 0 0 0,3-1 0 0 0,-1 0-1642 0 0,-1 0 0 0 0,0 0 1 0 0,1 0-1 0 0,-1-1 0 0 0,0 1 0 0 0,0-1 1 0 0,5-5-1 0 0,-1-6-3061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97 5096 0 0,'0'0'2816'0'0,"13"-6"1237"0"0,107-17 1046 0 0,1 4-3942 0 0,-9 3-4222 0 0,-2-5-4562 0 0,-54 9 3870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380 41 3824 0 0,'-18'-8'3118'0'0,"1"4"-2270"0"0,0 1-1 0 0,0 0 1 0 0,0 1 0 0 0,-1 1 0 0 0,-24 2 0 0 0,6 1 908 0 0,-55 12 0 0 0,77-11-946 0 0,0 0-1 0 0,-24 10 0 0 0,36-13-682 0 0,0 1 1 0 0,-1 0-1 0 0,1 0 1 0 0,0 0-1 0 0,0 0 1 0 0,0 1-1 0 0,0-1 0 0 0,0 0 1 0 0,0 1-1 0 0,0-1 1 0 0,0 1-1 0 0,0 0 1 0 0,1 0-1 0 0,-1 0 0 0 0,1-1 1 0 0,-1 2-1 0 0,1-1 1 0 0,0 0-1 0 0,0 0 0 0 0,0 0 1 0 0,0 0-1 0 0,0 1 1 0 0,0-1-1 0 0,0 4 1 0 0,1-5-104 0 0,1 0-1 0 0,-1 0 1 0 0,1 0 0 0 0,-1 0 0 0 0,1 0 0 0 0,0 0 0 0 0,-1-1 0 0 0,1 1 0 0 0,0 0 0 0 0,-1 0 0 0 0,1 0-1 0 0,0-1 1 0 0,0 1 0 0 0,0-1 0 0 0,0 1 0 0 0,0 0 0 0 0,0-1 0 0 0,0 1 0 0 0,0-1 0 0 0,0 0 0 0 0,0 1-1 0 0,0-1 1 0 0,0 0 0 0 0,0 0 0 0 0,0 0 0 0 0,0 1 0 0 0,0-1 0 0 0,2-1 0 0 0,39 4 178 0 0,-34-3-142 0 0,24 0-79 0 0,0-1 0 0 0,0-1 0 0 0,0-2 0 0 0,-1-1 0 0 0,53-16 0 0 0,-59 13-2670 0 0,46-23 0 0 0,-64 27 1028 0 0,0 0 0 0 0,0-1 0 0 0,-1 0 0 0 0,9-7 0 0 0,2-5-2492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100 178 3184 0 0,'-2'-18'1305'0'0,"0"0"-1"0"0,-1 1 1 0 0,-1 0-1 0 0,-9-25 1 0 0,7 22-180 0 0,-7-6 548 0 0,13 25-1444 0 0,-1-1 0 0 0,0 1-1 0 0,1 0 1 0 0,-1-1 0 0 0,0 1 0 0 0,0 0 0 0 0,0 0 0 0 0,0-1 0 0 0,0 1 0 0 0,0 0 0 0 0,0 0 0 0 0,-1 0 0 0 0,1 0 0 0 0,0 1 0 0 0,-3-2 0 0 0,2 4 41 0 0,1-1 0 0 0,-1 1 0 0 0,1 0-1 0 0,0 0 1 0 0,-1 0 0 0 0,1 1 0 0 0,0-1 0 0 0,0 0-1 0 0,0 0 1 0 0,1 1 0 0 0,-1-1 0 0 0,0 0 0 0 0,1 1-1 0 0,-1 4 1 0 0,0-2 116 0 0,-9 52 363 0 0,3 2 0 0 0,2-1 0 0 0,6 104 0 0 0,0-73-360 0 0,-1-52-271 0 0,5 166 495 0 0,1-180-983 0 0,-3-18 103 0 0,-3-4-120 0 0,0-32-14469 0 0,0 16 10443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13 153 4400 0 0,'-1'0'169'0'0,"0"-1"1"0"0,0 1-1 0 0,1-1 0 0 0,-1 1 0 0 0,0 0 0 0 0,1-1 0 0 0,-1 1 0 0 0,0-1 0 0 0,1 0 0 0 0,-1 1 0 0 0,1-1 0 0 0,-1 1 1 0 0,1-1-1 0 0,-1 0 0 0 0,1 1 0 0 0,-1-1 0 0 0,1 0 0 0 0,0 0 0 0 0,-1 1 0 0 0,1-1 0 0 0,0 0 0 0 0,0 0 0 0 0,-1 0 0 0 0,1 1 1 0 0,0-1-1 0 0,0 0 0 0 0,0 0 0 0 0,0 0 0 0 0,0 0 0 0 0,0 1 0 0 0,0-1 0 0 0,0 0 0 0 0,1 0 0 0 0,-1-1 0 0 0,6-29 2449 0 0,-2 26-2319 0 0,-1-1 0 0 0,0 2 1 0 0,1-1-1 0 0,0 0 0 0 0,0 1 0 0 0,1 0 1 0 0,-1 0-1 0 0,1 0 0 0 0,0 0 0 0 0,0 1 0 0 0,0 0 1 0 0,0 0-1 0 0,1 0 0 0 0,-1 0 0 0 0,8-1 1 0 0,7-3 425 0 0,0 1 0 0 0,0 2 1 0 0,23-4-1 0 0,-14 4-112 0 0,0 2-1 0 0,1 1 1 0 0,-1 1-1 0 0,1 1 1 0 0,30 6-1 0 0,-44-4-1125 0 0,1 1 0 0 0,-1 0-1 0 0,0 1 1 0 0,18 9 0 0 0,-24-9-1289 0 0,1 1 1 0 0,-1 0 0 0 0,-1 0 0 0 0,1 1-1 0 0,-1 1 1 0 0,14 14 0 0 0,-5 0-2756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29 255 4616 0 0,'-1'0'320'0'0,"1"0"-1"0"0,-1 1 0 0 0,0-1 0 0 0,0 0 0 0 0,0 0 0 0 0,1 1 0 0 0,-1-1 0 0 0,0 0 0 0 0,0 1 0 0 0,1-1 0 0 0,-1 0 1 0 0,0 1-1 0 0,1-1 0 0 0,-1 1 0 0 0,0 0 0 0 0,1-1 0 0 0,-1 1 0 0 0,1-1 0 0 0,-1 1 0 0 0,1 0 0 0 0,-1-1 0 0 0,1 1 1 0 0,-1 1-1 0 0,-7 26 2529 0 0,4 30-377 0 0,4-48-1912 0 0,0 7 344 0 0,0 0 0 0 0,1 0-1 0 0,0 0 1 0 0,9 32 0 0 0,-9-46-864 0 0,-1 0 0 0 0,1 0 0 0 0,1 1 0 0 0,-1-1 0 0 0,0-1 0 0 0,1 1 0 0 0,0 0 0 0 0,-1 0 0 0 0,1 0 0 0 0,0-1 0 0 0,0 1 0 0 0,1-1-1 0 0,-1 0 1 0 0,1 0 0 0 0,-1 0 0 0 0,1 0 0 0 0,-1 0 0 0 0,1 0 0 0 0,0 0 0 0 0,0-1 0 0 0,0 0 0 0 0,0 0 0 0 0,0 1 0 0 0,0-2 0 0 0,0 1 0 0 0,1 0 0 0 0,-1-1 0 0 0,0 1-1 0 0,0-1 1 0 0,1 0 0 0 0,-1 0 0 0 0,6-1 0 0 0,-3 0-49 0 0,1 0 0 0 0,-1-1 0 0 0,0 0 0 0 0,0 0 0 0 0,-1-1 0 0 0,1 1-1 0 0,0-1 1 0 0,-1 0 0 0 0,1-1 0 0 0,-1 0 0 0 0,0 1 0 0 0,0-1 0 0 0,-1-1 0 0 0,1 1 0 0 0,-1-1 0 0 0,5-7-1 0 0,7-9-61 0 0,-2-2 0 0 0,19-36 0 0 0,-20 35 33 0 0,1-6-19 0 0,-12 23 32 0 0,1 0 1 0 0,0 0 0 0 0,1 1-1 0 0,0-1 1 0 0,0 1 0 0 0,7-8-1 0 0,-7 42-41 0 0,-13 230 192 0 0,9-258-123 0 0,0-1 0 0 0,0 1 0 0 0,0 0 0 0 0,1 0 0 0 0,-1 0 0 0 0,0-1 0 0 0,0 1 0 0 0,0 0 0 0 0,1 0-1 0 0,-1 0 1 0 0,0 0 0 0 0,0 0 0 0 0,0 0 0 0 0,1-1 0 0 0,-1 1 0 0 0,0 0 0 0 0,0 0 0 0 0,1 0 0 0 0,-1 0-1 0 0,0 0 1 0 0,0 0 0 0 0,1 0 0 0 0,-1 0 0 0 0,0 0 0 0 0,0 0 0 0 0,1 0 0 0 0,-1 0 0 0 0,0 0 0 0 0,0 0-1 0 0,1 0 1 0 0,-1 1 0 0 0,0-1 0 0 0,0 0 0 0 0,1 0 0 0 0,-1 0 0 0 0,0 0 0 0 0,0 0 0 0 0,0 0 0 0 0,1 1-1 0 0,-1-1 1 0 0,0 0 0 0 0,0 0 0 0 0,0 0 0 0 0,0 1 0 0 0,1-1 0 0 0,-1 0 0 0 0,0 0 0 0 0,0 0 0 0 0,0 1-1 0 0,0-1 1 0 0,0 0 0 0 0,0 0 0 0 0,0 1 0 0 0,0-1 0 0 0,0 0 0 0 0,1 0 0 0 0,-1 1 0 0 0,16-26 59 0 0,-13 21-50 0 0,85-152 185 0 0,-34 59-128 0 0,-53 94-65 0 0,0 1 0 0 0,1 0-1 0 0,-1 0 1 0 0,1 0 0 0 0,-1 0-1 0 0,1 0 1 0 0,0 1 0 0 0,0-1-1 0 0,0 0 1 0 0,0 1 0 0 0,0-1-1 0 0,4-1 1 0 0,-5 3-2 0 0,-1 0 0 0 0,1-1 1 0 0,-1 1-1 0 0,1 0 0 0 0,-1 0 1 0 0,1 0-1 0 0,0 0 0 0 0,-1 0 0 0 0,1 0 1 0 0,-1 0-1 0 0,1 0 0 0 0,-1 0 1 0 0,1 0-1 0 0,-1 0 0 0 0,1 1 0 0 0,0-1 1 0 0,-1 0-1 0 0,1 0 0 0 0,-1 0 1 0 0,1 1-1 0 0,-1-1 0 0 0,1 1 0 0 0,0 0 1 0 0,0 0 0 0 0,0 0 0 0 0,0 0 0 0 0,-1 1 0 0 0,1-1 0 0 0,0 0 0 0 0,-1 0 0 0 0,1 1-1 0 0,-1-1 1 0 0,1 0 0 0 0,-1 1 0 0 0,0-1 0 0 0,1 2 0 0 0,6 99 138 0 0,-6-72-63 0 0,9 59 0 0 0,-8-84-65 0 0,0 1 1 0 0,0 0 0 0 0,1 0-1 0 0,0-1 1 0 0,0 0-1 0 0,0 0 1 0 0,1 0 0 0 0,-1 0-1 0 0,1 0 1 0 0,1 0-1 0 0,-1-1 1 0 0,0 0-1 0 0,1 0 1 0 0,0 0 0 0 0,0-1-1 0 0,0 1 1 0 0,0-1-1 0 0,1 0 1 0 0,10 3-1 0 0,-10-3-5 0 0,0-1 0 0 0,0 0 0 0 0,0 0 0 0 0,0 0 0 0 0,0-1 0 0 0,1 0 0 0 0,-1 0 0 0 0,0-1 0 0 0,1 0 0 0 0,-1 0 0 0 0,1 0 0 0 0,-1-1 0 0 0,0 0 0 0 0,1 0 0 0 0,-1-1-1 0 0,0 1 1 0 0,0-1 0 0 0,10-5 0 0 0,-6 0 3 0 0,0 0-1 0 0,-1-1 1 0 0,0 1-1 0 0,-1-2 1 0 0,0 1-1 0 0,0-1 0 0 0,-1-1 1 0 0,0 1-1 0 0,9-19 1 0 0,4-11 0 0 0,19-53 0 0 0,-15 34-5 0 0,-20 48-2 0 0,75-192 67 0 0,-76 190-6 0 0,-1 0 0 0 0,-1 0 0 0 0,0 0 0 0 0,0-14 0 0 0,-1 26-59 0 0,0-1-1 0 0,0 1 1 0 0,0 0-1 0 0,-1 0 1 0 0,1-1 0 0 0,0 1-1 0 0,0 0 1 0 0,0 0-1 0 0,-1 0 1 0 0,1-1 0 0 0,0 1-1 0 0,0 0 1 0 0,0 0-1 0 0,-1 0 1 0 0,1-1 0 0 0,0 1-1 0 0,0 0 1 0 0,-1 0-1 0 0,1 0 1 0 0,0 0 0 0 0,-1 0-1 0 0,1 0 1 0 0,0 0-1 0 0,0 0 1 0 0,-1 0 0 0 0,1 0-1 0 0,0 0 1 0 0,0 0-1 0 0,-1 0 1 0 0,1 0 0 0 0,0 0-1 0 0,-1 0 1 0 0,1 0-1 0 0,0 0 1 0 0,0 0 0 0 0,-1 0-1 0 0,1 0 1 0 0,0 0-1 0 0,-1 0 1 0 0,1 1 0 0 0,0-1-1 0 0,0 0 1 0 0,0 0-1 0 0,-1 0 1 0 0,1 1 0 0 0,-15 7 114 0 0,5 1-64 0 0,1 1 0 0 0,0 0 0 0 0,0 0 0 0 0,1 1 0 0 0,0 0 0 0 0,1 1 0 0 0,0 0 0 0 0,1 0 0 0 0,-7 20 0 0 0,2-1 54 0 0,2 0 0 0 0,-10 60-1 0 0,18-85-95 0 0,0-1-1 0 0,1 1 1 0 0,-1 0-1 0 0,1-1 1 0 0,0 1-1 0 0,1 0 1 0 0,-1-1-1 0 0,1 1 1 0 0,0 0-1 0 0,1-1 1 0 0,-1 1-1 0 0,3 5 1 0 0,-2-8-1 0 0,0 0-1 0 0,0 0 1 0 0,0-1 0 0 0,1 1-1 0 0,-1 0 1 0 0,1-1 0 0 0,-1 0-1 0 0,1 1 1 0 0,0-1 0 0 0,0 0 0 0 0,0 0-1 0 0,0-1 1 0 0,0 1 0 0 0,0-1-1 0 0,0 1 1 0 0,1-1 0 0 0,-1 0-1 0 0,1 0 1 0 0,-1 0 0 0 0,6 0-1 0 0,60 2 166 0 0,-50-4-121 0 0,0 1 1 0 0,-1 2 0 0 0,31 5-1 0 0,-45-7-39 0 0,0 1 0 0 0,0 1 0 0 0,0-1 0 0 0,0 0-1 0 0,0 1 1 0 0,0 0 0 0 0,-1 0 0 0 0,1 0 0 0 0,-1 0-1 0 0,0 1 1 0 0,1-1 0 0 0,-1 1 0 0 0,0 0 0 0 0,0 0 0 0 0,-1 0-1 0 0,1 0 1 0 0,-1 1 0 0 0,1-1 0 0 0,-1 1 0 0 0,0-1-1 0 0,2 6 1 0 0,-3-6-32 0 0,0 0-1 0 0,0-1 0 0 0,0 1 1 0 0,-1 0-1 0 0,1 0 1 0 0,-1 0-1 0 0,1 0 1 0 0,-1 0-1 0 0,0-1 0 0 0,0 1 1 0 0,0 0-1 0 0,0 0 1 0 0,-1 0-1 0 0,1 0 1 0 0,-1 0-1 0 0,-1 3 0 0 0,1-4 82 0 0,-1 1-1 0 0,1-1 0 0 0,0-1 0 0 0,-1 1 1 0 0,0 0-1 0 0,1 0 0 0 0,-1 0 0 0 0,0-1 1 0 0,0 1-1 0 0,0-1 0 0 0,0 1 0 0 0,0-1 0 0 0,0 0 1 0 0,0 0-1 0 0,-4 2 0 0 0,-1-1-463 0 0,1-1 1 0 0,-1 1-1 0 0,1-1 0 0 0,-1 0 1 0 0,-10 0-1 0 0,-32-4-10157 0 0,35 0 5455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150 3 5360 0 0,'19'-1'3573'0'0,"-12"0"-2564"0"0,0 1 0 0 0,-1 0 0 0 0,1 0-1 0 0,0 1 1 0 0,0-1 0 0 0,10 3-1 0 0,-16-2-870 0 0,0-1-1 0 0,0 1 1 0 0,0-1-1 0 0,0 1 0 0 0,0-1 1 0 0,-1 1-1 0 0,1-1 0 0 0,0 1 1 0 0,0 0-1 0 0,0-1 1 0 0,-1 1-1 0 0,1 0 0 0 0,0 0 1 0 0,-1-1-1 0 0,1 1 0 0 0,0 0 1 0 0,-1 0-1 0 0,1 0 0 0 0,0 2 1 0 0,-1-2 47 0 0,0 1 1 0 0,0 0 0 0 0,1 0-1 0 0,-1 1 1 0 0,-1-1-1 0 0,1 0 1 0 0,0 0-1 0 0,0-1 1 0 0,-1 1-1 0 0,1 0 1 0 0,-1 0 0 0 0,1 0-1 0 0,-1 0 1 0 0,-1 2-1 0 0,-3 7 703 0 0,-1 0 0 0 0,0 0 0 0 0,-11 13 0 0 0,-30 30-1902 0 0,-60 40-11070 0 0,95-84 10082 0 0,-25 20-2979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277 95 3560 0 0,'0'-14'1692'0'0,"0"8"-953"0"0,0 0 0 0 0,0 0-1 0 0,0 0 1 0 0,-1 0 0 0 0,0 0 0 0 0,-2-9 0 0 0,2 13-594 0 0,0 1 0 0 0,0-1 1 0 0,0 0-1 0 0,0 0 0 0 0,0 1 1 0 0,-1-1-1 0 0,1 1 0 0 0,-1-1 1 0 0,1 1-1 0 0,-1 0 0 0 0,1-1 1 0 0,-1 1-1 0 0,0 0 0 0 0,1 0 1 0 0,-1 0-1 0 0,0 0 1 0 0,0 0-1 0 0,0 1 0 0 0,0-1 1 0 0,0 0-1 0 0,0 1 0 0 0,0 0 1 0 0,-2-1-1 0 0,-6 0 303 0 0,1 1 1 0 0,-1 0-1 0 0,1 0 0 0 0,0 1 1 0 0,-1 0-1 0 0,1 1 0 0 0,0 0 1 0 0,0 1-1 0 0,0-1 0 0 0,-15 8 1 0 0,14-5-37 0 0,0-1 1 0 0,0 2 0 0 0,1-1 0 0 0,-1 2 0 0 0,2-1-1 0 0,-1 1 1 0 0,1 0 0 0 0,-14 15 0 0 0,20-19-351 0 0,0-1 0 0 0,0 1 0 0 0,0 0 0 0 0,1 0 0 0 0,-1 0 0 0 0,1 0 0 0 0,-1 0 0 0 0,1 0 0 0 0,0 0 1 0 0,0 0-1 0 0,1 0 0 0 0,-1 1 0 0 0,1-1 0 0 0,-1 0 0 0 0,1 0 0 0 0,0 1 0 0 0,0-1 0 0 0,1 5 0 0 0,0-6-34 0 0,0 0-1 0 0,-1 0 0 0 0,1 0 0 0 0,0 0 1 0 0,0 0-1 0 0,1 0 0 0 0,-1 0 0 0 0,0 0 1 0 0,1-1-1 0 0,-1 1 0 0 0,1 0 0 0 0,0-1 1 0 0,-1 0-1 0 0,1 1 0 0 0,0-1 0 0 0,0 0 1 0 0,0 0-1 0 0,0 1 0 0 0,0-2 0 0 0,0 1 1 0 0,0 0-1 0 0,0 0 0 0 0,0-1 0 0 0,0 1 1 0 0,1-1-1 0 0,3 1 0 0 0,18 2-228 0 0,0 0 0 0 0,1-2-1 0 0,0-1 1 0 0,-1-1 0 0 0,1-1 0 0 0,-1-1-1 0 0,0-1 1 0 0,0-1 0 0 0,34-12-1 0 0,-54 15-814 0 0,-1 0 0 0 0,1 0 0 0 0,0 0 0 0 0,-1 0 0 0 0,0 0 0 0 0,1-1 0 0 0,-1 0 0 0 0,0 1 0 0 0,0-1 0 0 0,0-1 0 0 0,-1 1 0 0 0,4-5 0 0 0,3-8-3609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114 22 4456 0 0,'-2'-2'469'0'0,"-1"-1"-1"0"0,0 1 0 0 0,0 0 1 0 0,0 0-1 0 0,-1 1 0 0 0,1-1 1 0 0,0 1-1 0 0,-1-1 0 0 0,1 1 1 0 0,-1 0-1 0 0,1 1 0 0 0,-1-1 1 0 0,1 0-1 0 0,-7 1 0 0 0,7 0-314 0 0,1 0 0 0 0,0 1 1 0 0,0-1-1 0 0,0 1 0 0 0,0-1 0 0 0,0 1 0 0 0,0 0 0 0 0,0 0 0 0 0,0 0 0 0 0,1 0 1 0 0,-1 0-1 0 0,0 0 0 0 0,0 1 0 0 0,1-1 0 0 0,-1 1 0 0 0,1-1 0 0 0,-1 1 0 0 0,1-1 1 0 0,0 1-1 0 0,-1 0 0 0 0,1 0 0 0 0,0-1 0 0 0,0 1 0 0 0,0 0 0 0 0,1 0 1 0 0,-1 0-1 0 0,0 3 0 0 0,-3 10 546 0 0,0 0 0 0 0,1 0 0 0 0,1 1 1 0 0,1-1-1 0 0,0 0 0 0 0,2 26 0 0 0,19 92 2504 0 0,-13-92-2523 0 0,13 45-229 0 0,3 24-575 0 0,-21-97-2452 0 0,-1 0 0 0 0,-1 1 1 0 0,-1 17-1 0 0,-1-22-2293 0 0,-3-3-1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19 108 4856 0 0,'-1'-1'289'0'0,"-1"0"0"0"0,1 0 0 0 0,0 0-1 0 0,-1 0 1 0 0,1-1 0 0 0,0 1 0 0 0,0 0-1 0 0,0-1 1 0 0,0 1 0 0 0,0-1-1 0 0,0 0 1 0 0,0 1 0 0 0,0-1 0 0 0,0 0-1 0 0,1 1 1 0 0,-1-3 0 0 0,1 3-153 0 0,0 0 1 0 0,0 0 0 0 0,0 0-1 0 0,0-1 1 0 0,0 1-1 0 0,1 0 1 0 0,-1 0 0 0 0,0 0-1 0 0,1 0 1 0 0,-1 0-1 0 0,1 0 1 0 0,-1 0 0 0 0,1 0-1 0 0,-1 0 1 0 0,1 1-1 0 0,0-1 1 0 0,-1 0 0 0 0,1 0-1 0 0,0 0 1 0 0,1 0-1 0 0,2-3 146 0 0,1 1 0 0 0,1 0 0 0 0,-1 0-1 0 0,0 1 1 0 0,1-1 0 0 0,-1 1 0 0 0,1 0 0 0 0,10-1-1 0 0,55-10 1571 0 0,125-6-1 0 0,77 15-9138 0 0,-211 4 3599 0 0,17 0-253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436 107 3248 0 0,'0'-4'423'0'0,"0"0"-1"0"0,0 0 0 0 0,-1 0 0 0 0,1 0 0 0 0,-1 0 1 0 0,0 0-1 0 0,0 1 0 0 0,0-1 0 0 0,-1 0 1 0 0,0 1-1 0 0,1-1 0 0 0,-1 1 0 0 0,0 0 1 0 0,0-1-1 0 0,-1 1 0 0 0,1 0 0 0 0,-1 0 0 0 0,-4-4 1 0 0,2 3-43 0 0,-1 0 1 0 0,0 1 0 0 0,1 0 0 0 0,-1 0-1 0 0,0 0 1 0 0,-1 0 0 0 0,1 1 0 0 0,0 0 0 0 0,-1 1-1 0 0,-8-2 1 0 0,1 1 130 0 0,0 1 0 0 0,0 1 0 0 0,-1 0 0 0 0,1 0 0 0 0,0 2 0 0 0,0 0 0 0 0,0 0 0 0 0,0 1 0 0 0,-25 10 0 0 0,25-7-284 0 0,0 1 0 0 0,1 1-1 0 0,1 0 1 0 0,-1 0 0 0 0,1 1-1 0 0,1 1 1 0 0,-17 17 0 0 0,23-22-160 0 0,0 0 1 0 0,1 1 0 0 0,0 0-1 0 0,0 0 1 0 0,0 0 0 0 0,1 0-1 0 0,0 0 1 0 0,0 1 0 0 0,0 0-1 0 0,1-1 1 0 0,0 1 0 0 0,1 0-1 0 0,-1 0 1 0 0,1 0 0 0 0,1 0-1 0 0,-1 0 1 0 0,1 0 0 0 0,1 8-1 0 0,-1-12-37 0 0,1 0 0 0 0,0 0 0 0 0,-1 0-1 0 0,1 0 1 0 0,0 0 0 0 0,1 0 0 0 0,-1-1 0 0 0,0 1 0 0 0,1 0-1 0 0,0-1 1 0 0,-1 1 0 0 0,1-1 0 0 0,0 0 0 0 0,0 1 0 0 0,0-1-1 0 0,1 0 1 0 0,2 2 0 0 0,1-1 8 0 0,-1 0 1 0 0,0 0-1 0 0,1 0 0 0 0,0-1 0 0 0,-1 0 1 0 0,1 0-1 0 0,0-1 0 0 0,8 2 1 0 0,6-1-8 0 0,1-1 1 0 0,-1 0-1 0 0,1-2 1 0 0,23-3 0 0 0,-28 2-93 0 0,-1 0 0 0 0,0-2 1 0 0,0 0-1 0 0,0 0 1 0 0,-1-1-1 0 0,1-1 0 0 0,-1-1 1 0 0,-1 0-1 0 0,1-1 0 0 0,-1 0 1 0 0,16-14-1 0 0,-22 16-2 0 0,0 0 0 0 0,-1 0 0 0 0,0-1 0 0 0,0 0 0 0 0,-1 0 0 0 0,0-1 0 0 0,0 1 0 0 0,0-1 0 0 0,-1 0 0 0 0,0 0 0 0 0,-1-1 0 0 0,0 1 0 0 0,0-1 0 0 0,-1 0 0 0 0,0 1 0 0 0,-1-1 0 0 0,0 0 0 0 0,0 0 0 0 0,-1 0 0 0 0,-1-16 0 0 0,1 24 63 0 0,0 0 0 0 0,0-1 0 0 0,0 1 0 0 0,0-1 0 0 0,0 1 0 0 0,0 0 1 0 0,0-1-1 0 0,-1 1 0 0 0,1 0 0 0 0,-1 0 0 0 0,1-1 0 0 0,-1 1 0 0 0,1 0 0 0 0,-1 0 1 0 0,0 0-1 0 0,0 0 0 0 0,0-1 0 0 0,1 1 0 0 0,-1 0 0 0 0,0 1 0 0 0,0-1 0 0 0,0 0 1 0 0,0 0-1 0 0,-1 0 0 0 0,1 0 0 0 0,-1 0 0 0 0,0 1 20 0 0,1 0 0 0 0,-1 0 0 0 0,1 0 0 0 0,-1 1 0 0 0,1-1 0 0 0,-1 0 0 0 0,1 1 0 0 0,-1-1 0 0 0,1 1 0 0 0,0 0 0 0 0,-1-1 0 0 0,1 1 0 0 0,0 0 0 0 0,-1 0 0 0 0,1 0 0 0 0,0 0 0 0 0,0 0 0 0 0,0 0 0 0 0,0 0 0 0 0,0 0 0 0 0,0 0 0 0 0,0 0 0 0 0,-1 2 0 0 0,-5 8 137 0 0,1 1-1 0 0,-1 0 0 0 0,2 0 1 0 0,0 0-1 0 0,0 1 1 0 0,1-1-1 0 0,1 1 1 0 0,0 0-1 0 0,1 0 1 0 0,0 1-1 0 0,1-1 1 0 0,1 0-1 0 0,0 0 1 0 0,3 25-1 0 0,-3-35-109 0 0,1 1 0 0 0,-1-1 1 0 0,1 0-1 0 0,0 1 0 0 0,0-1 0 0 0,1 0 1 0 0,-1 0-1 0 0,1 0 0 0 0,-1 1 0 0 0,1-2 0 0 0,0 1 1 0 0,0 0-1 0 0,0 0 0 0 0,1-1 0 0 0,-1 1 0 0 0,1-1 1 0 0,-1 1-1 0 0,1-1 0 0 0,3 2 0 0 0,-2-2-38 0 0,1 0-1 0 0,0 0 0 0 0,-1 0 0 0 0,1-1 0 0 0,0 1 0 0 0,0-1 1 0 0,0 0-1 0 0,0-1 0 0 0,0 1 0 0 0,0-1 0 0 0,0 0 1 0 0,5-1-1 0 0,-1 0-94 0 0,1 0 0 0 0,-1-1 0 0 0,0 0-1 0 0,-1 0 1 0 0,1-1 0 0 0,0 0 0 0 0,-1-1 0 0 0,1 0 0 0 0,-1 0 0 0 0,0-1 0 0 0,-1 0 0 0 0,1 0 0 0 0,-1-1-1 0 0,7-7 1 0 0,-6 3-146 0 0,-1 0-1 0 0,12-22 1 0 0,10-16-902 0 0,-38 98 419 0 0,6-41 701 0 0,1-1 44 0 0,-1 1-1 0 0,0-1 1 0 0,0 1 0 0 0,0-1 0 0 0,-1 0-1 0 0,-1 0 1 0 0,1-1 0 0 0,-10 12-1 0 0,19-38 227 0 0,11-11-68 0 0,1-1 0 0 0,37-47-1 0 0,-45 68-148 0 0,-1 0-1 0 0,2 0 1 0 0,-1 1 0 0 0,1 0-1 0 0,0 1 1 0 0,1 0-1 0 0,0 0 1 0 0,0 1 0 0 0,1 1-1 0 0,17-8 1 0 0,-28 13-31 0 0,1 1 1 0 0,0-1-1 0 0,0 0 0 0 0,0 1 1 0 0,0-1-1 0 0,0 1 1 0 0,-1 0-1 0 0,1 0 0 0 0,0-1 1 0 0,0 1-1 0 0,0 0 1 0 0,0 1-1 0 0,0-1 0 0 0,0 0 1 0 0,0 1-1 0 0,0-1 0 0 0,0 1 1 0 0,-1-1-1 0 0,1 1 1 0 0,0 0-1 0 0,0 0 0 0 0,-1 0 1 0 0,1 0-1 0 0,0 0 1 0 0,-1 0-1 0 0,1 0 0 0 0,-1 0 1 0 0,0 1-1 0 0,1-1 0 0 0,-1 1 1 0 0,0-1-1 0 0,0 1 1 0 0,0-1-1 0 0,0 1 0 0 0,0 0 1 0 0,0-1-1 0 0,0 1 1 0 0,0 0-1 0 0,-1 0 0 0 0,1 0 1 0 0,-1 0-1 0 0,1 2 0 0 0,2 11 44 0 0,-1 1 0 0 0,0-1-1 0 0,-1 0 1 0 0,-2 22 0 0 0,1-20-5 0 0,0 0-18 0 0,-1-1 13 0 0,1 0-1 0 0,1 0 1 0 0,1 0 0 0 0,4 22 0 0 0,-5-35-32 0 0,0 1 1 0 0,0-1 0 0 0,0 0-1 0 0,0 0 1 0 0,0 0 0 0 0,1 0-1 0 0,0 0 1 0 0,-1 0-1 0 0,1 0 1 0 0,0 0 0 0 0,1-1-1 0 0,-1 1 1 0 0,0-1 0 0 0,1 1-1 0 0,-1-1 1 0 0,1 0-1 0 0,0 0 1 0 0,0 0 0 0 0,0-1-1 0 0,0 1 1 0 0,0-1 0 0 0,0 1-1 0 0,0-1 1 0 0,0 0-1 0 0,1 0 1 0 0,5 1 0 0 0,3-2-29 0 0,0 1 1 0 0,0-2 0 0 0,-1 1 0 0 0,1-2-1 0 0,0 1 1 0 0,0-2 0 0 0,-1 0-1 0 0,1 0 1 0 0,-1-1 0 0 0,0 0 0 0 0,0-1-1 0 0,16-10 1 0 0,-16 9-14 0 0,-1 0 0 0 0,0-1 0 0 0,0-1-1 0 0,0 0 1 0 0,-1 0 0 0 0,-1-1 0 0 0,1 0 0 0 0,-1 0 0 0 0,-1-1 0 0 0,0 0 0 0 0,0 0-1 0 0,6-14 1 0 0,-6 6-38 0 0,0 0-1 0 0,5-22 0 0 0,-10 33 52 0 0,-1 1 0 0 0,0-1 0 0 0,0 0 1 0 0,-1 0-1 0 0,0 1 0 0 0,0-1 0 0 0,0 0 0 0 0,-1 0 0 0 0,-3-11 0 0 0,4 18 18 0 0,0-1-1 0 0,0 0 1 0 0,0 0-1 0 0,0 1 1 0 0,-1-1 0 0 0,1 0-1 0 0,0 1 1 0 0,0-1-1 0 0,-1 0 1 0 0,1 1-1 0 0,-1-1 1 0 0,1 0 0 0 0,-1 1-1 0 0,1-1 1 0 0,-1 1-1 0 0,1-1 1 0 0,-1 1-1 0 0,1-1 1 0 0,-1 1 0 0 0,1-1-1 0 0,-1 1 1 0 0,0-1-1 0 0,1 1 1 0 0,-1 0-1 0 0,0-1 1 0 0,0 1-1 0 0,1 0 1 0 0,-2 0 0 0 0,1 0-1 0 0,0 0 1 0 0,-1 0 0 0 0,1 1 0 0 0,0-1-1 0 0,0 1 1 0 0,0-1 0 0 0,-1 1 0 0 0,1-1-1 0 0,0 1 1 0 0,0 0 0 0 0,0-1 0 0 0,0 1-1 0 0,0 0 1 0 0,0 0 0 0 0,-1 1 0 0 0,-1 2 0 0 0,-1 0 1 0 0,1 0-1 0 0,0 0 1 0 0,0 1-1 0 0,0 0 1 0 0,0-1-1 0 0,-1 7 1 0 0,-2 16 5 0 0,2 0 1 0 0,2 0 0 0 0,0 1 0 0 0,1-1 0 0 0,6 47 0 0 0,-2-20 36 0 0,1 14 41 0 0,-1-29 40 0 0,-1 0 0 0 0,-2 0 0 0 0,-6 41 0 0 0,5-75-96 0 0,0 0 0 0 0,0-1-1 0 0,0 1 1 0 0,0-1-1 0 0,-1 1 1 0 0,1-1 0 0 0,-1 0-1 0 0,-1 0 1 0 0,1 0-1 0 0,0 0 1 0 0,-1 0 0 0 0,0 0-1 0 0,0-1 1 0 0,0 1-1 0 0,0-1 1 0 0,-1 0 0 0 0,-4 4-1 0 0,3-4 10 0 0,0 0-1 0 0,0-1 0 0 0,0 0 0 0 0,0 0 0 0 0,-1 0 1 0 0,1-1-1 0 0,-1 0 0 0 0,1 0 0 0 0,-1 0 0 0 0,1-1 1 0 0,-1 1-1 0 0,1-1 0 0 0,-1-1 0 0 0,-5 0 0 0 0,-5-1-182 0 0,1-1 1 0 0,1 0-1 0 0,-1-1 0 0 0,0-1 0 0 0,-18-8 0 0 0,24 7-2603 0 0,6 0-2150 0 0,2 5 4286 0 0,1 0 1 0 0,0 1-1 0 0,-1-1 1 0 0,1 0-1 0 0,0 0 1 0 0,0 0 0 0 0,0 0-1 0 0,0 1 1 0 0,0-1-1 0 0,0 0 1 0 0,0 0-1 0 0,0-1 1 0 0,1-5-4173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247 445 4112 0 0,'0'-4'338'0'0,"-1"0"0"0"0,1-1 0 0 0,0 1 0 0 0,-1 0 0 0 0,0 0 0 0 0,0 0-1 0 0,0 0 1 0 0,-1 0 0 0 0,1 0 0 0 0,-1 0 0 0 0,0 0 0 0 0,0 1 0 0 0,0-1-1 0 0,-1 1 1 0 0,1-1 0 0 0,-1 1 0 0 0,0 0 0 0 0,0 0 0 0 0,0 0 0 0 0,0 0 0 0 0,0 1-1 0 0,-1-1 1 0 0,1 1 0 0 0,-1 0 0 0 0,0 0 0 0 0,1 0 0 0 0,-1 0 0 0 0,0 1-1 0 0,0-1 1 0 0,0 1 0 0 0,-5-1 0 0 0,4 2-104 0 0,0-1 0 0 0,-1 0 0 0 0,1 1 0 0 0,0 0 0 0 0,0 0-1 0 0,0 1 1 0 0,-1-1 0 0 0,1 1 0 0 0,0 0 0 0 0,0 1 0 0 0,0-1 0 0 0,0 1 0 0 0,0 0 0 0 0,1 0-1 0 0,-1 0 1 0 0,0 1 0 0 0,1 0 0 0 0,0 0 0 0 0,0 0 0 0 0,0 0 0 0 0,0 1 0 0 0,0-1 0 0 0,0 1-1 0 0,1 0 1 0 0,-4 5 0 0 0,1 1-20 0 0,1 0-1 0 0,0 0 1 0 0,0 1-1 0 0,1-1 1 0 0,1 1-1 0 0,-1 0 1 0 0,2 0-1 0 0,-1 0 1 0 0,2 1-1 0 0,0-1 1 0 0,0 23-1 0 0,1-29-185 0 0,0 0-1 0 0,1 0 1 0 0,0 0-1 0 0,0-1 1 0 0,0 1-1 0 0,0 0 1 0 0,1-1 0 0 0,0 1-1 0 0,0-1 1 0 0,0 1-1 0 0,0-1 1 0 0,1 0-1 0 0,0 0 1 0 0,-1 0-1 0 0,2 0 1 0 0,-1 0-1 0 0,0-1 1 0 0,1 0-1 0 0,-1 1 1 0 0,1-1-1 0 0,0-1 1 0 0,0 1-1 0 0,1 0 1 0 0,-1-1-1 0 0,0 0 1 0 0,1 0-1 0 0,-1 0 1 0 0,1-1-1 0 0,0 1 1 0 0,7 0-1 0 0,9 1-2 0 0,-1-1 0 0 0,0-1 0 0 0,0-1 0 0 0,0 0 0 0 0,1-2 0 0 0,-1 0 0 0 0,0-2 0 0 0,-1 0 0 0 0,1-1 0 0 0,-1-1 0 0 0,0-1 0 0 0,0 0 0 0 0,0-1 0 0 0,17-12 0 0 0,-20 11-42 0 0,-1-1 0 0 0,-1 0 1 0 0,1-1-1 0 0,-2 0 0 0 0,0-2 0 0 0,0 1 0 0 0,-1-1 0 0 0,0-1 0 0 0,-2 0 0 0 0,1-1 0 0 0,-2 0 0 0 0,0 0 0 0 0,-1-1 0 0 0,0 0 0 0 0,-1-1 0 0 0,5-22 0 0 0,-5 12-15 0 0,-1 0 1 0 0,-1 0-1 0 0,-2-1 1 0 0,0 1-1 0 0,-2-1 1 0 0,-1 0 0 0 0,-2 0-1 0 0,-6-40 1 0 0,7 64 31 0 0,0 1 1 0 0,0 0 0 0 0,0 0-1 0 0,0-1 1 0 0,-1 1 0 0 0,1 0-1 0 0,-1 0 1 0 0,0 0 0 0 0,0 0-1 0 0,0 0 1 0 0,0 1 0 0 0,0-1-1 0 0,-1 1 1 0 0,1-1 0 0 0,-1 1-1 0 0,0 0 1 0 0,1 0 0 0 0,-1 0-1 0 0,0 0 1 0 0,0 1 0 0 0,-5-3-1 0 0,5 4 2 0 0,1-1 0 0 0,-1 1-1 0 0,1 0 1 0 0,0 0-1 0 0,-1 0 1 0 0,1 0 0 0 0,-1 0-1 0 0,1 0 1 0 0,0 1-1 0 0,-1-1 1 0 0,1 1 0 0 0,0 0-1 0 0,0 0 1 0 0,-1 0-1 0 0,1 0 1 0 0,0 0 0 0 0,0 0-1 0 0,0 0 1 0 0,0 1-1 0 0,0-1 1 0 0,0 1 0 0 0,1 0-1 0 0,-1-1 1 0 0,0 1-1 0 0,1 0 1 0 0,-1 0 0 0 0,1 0-1 0 0,0 0 1 0 0,0 0-1 0 0,0 0 1 0 0,-2 4 0 0 0,-2 6 7 0 0,-1 1 0 0 0,2 0 0 0 0,0 0 1 0 0,0 0-1 0 0,2 1 0 0 0,-3 21 0 0 0,1 89 70 0 0,4-67-32 0 0,-1 27 96 0 0,11 93 0 0 0,-9-170-127 0 0,0 0 1 0 0,0 0-1 0 0,1 0 1 0 0,0 0-1 0 0,0 0 1 0 0,1 0-1 0 0,3 6 1 0 0,-6-12-15 0 0,1 0 1 0 0,-1 0-1 0 0,1 0 1 0 0,0 0 0 0 0,0 0-1 0 0,0 0 1 0 0,0 0-1 0 0,-1 0 1 0 0,1 0-1 0 0,0 0 1 0 0,1 0 0 0 0,-1 0-1 0 0,0-1 1 0 0,0 1-1 0 0,0 0 1 0 0,0-1-1 0 0,1 1 1 0 0,-1-1 0 0 0,0 0-1 0 0,0 1 1 0 0,1-1-1 0 0,-1 0 1 0 0,0 0 0 0 0,1 0-1 0 0,-1 0 1 0 0,0 0-1 0 0,1 0 1 0 0,-1 0-1 0 0,0 0 1 0 0,0 0 0 0 0,1-1-1 0 0,-1 1 1 0 0,0 0-1 0 0,1-1 1 0 0,-1 1-1 0 0,0-1 1 0 0,0 0 0 0 0,0 1-1 0 0,0-1 1 0 0,0 0-1 0 0,0 0 1 0 0,0 1-1 0 0,0-1 1 0 0,1-1 0 0 0,8-7-1 0 0,0 1 1 0 0,-1-2-1 0 0,-1 1 1 0 0,1-1 0 0 0,-1 0-1 0 0,12-23 1 0 0,32-73-50 0 0,-32 60 36 0 0,-14 31 2 0 0,-5 11 8 0 0,1 0 0 0 0,0 0 0 0 0,0 0 1 0 0,0 1-1 0 0,0-1 0 0 0,0 0 0 0 0,4-3 0 0 0,-2 26 29 0 0,-4-4-18 0 0,4 101 128 0 0,-2-101-102 0 0,0 0 0 0 0,1 0 0 0 0,0 0 0 0 0,2 0 0 0 0,8 21 0 0 0,-12-33-23 0 0,1 0-1 0 0,0 1 0 0 0,0-1 0 0 0,0 0 0 0 0,0 0 0 0 0,0 0 1 0 0,0 0-1 0 0,1 0 0 0 0,0-1 0 0 0,-1 1 0 0 0,1-1 1 0 0,0 0-1 0 0,0 1 0 0 0,1-1 0 0 0,-1-1 0 0 0,0 1 1 0 0,0 0-1 0 0,8 1 0 0 0,-5-1-2 0 0,-1-2 1 0 0,1 1-1 0 0,0-1 1 0 0,0 0-1 0 0,-1 0 1 0 0,1 0-1 0 0,0-1 1 0 0,0 0-1 0 0,-1 0 1 0 0,1 0-1 0 0,6-3 1 0 0,0-1-21 0 0,0 1 0 0 0,-1-2 0 0 0,0 0 0 0 0,0 0 0 0 0,0-1 0 0 0,-1 0 0 0 0,0-1 0 0 0,-1 0 0 0 0,0-1 0 0 0,14-15 0 0 0,-17 14-31 0 0,1-1 1 0 0,-2 0-1 0 0,8-19 0 0 0,7-12-128 0 0,-17 110-289 0 0,-3-68 457 0 0,0 13-41 0 0,0 0-1 0 0,1 0 0 0 0,0 0 0 0 0,1-1 0 0 0,6 24 1 0 0,-7-33 39 0 0,0 0 0 0 0,0 0 1 0 0,0-1-1 0 0,1 1 0 0 0,-1-1 1 0 0,1 1-1 0 0,0-1 0 0 0,0 0 1 0 0,0 1-1 0 0,0-1 0 0 0,0 0 0 0 0,0 0 1 0 0,1-1-1 0 0,-1 1 0 0 0,1 0 1 0 0,-1-1-1 0 0,1 1 0 0 0,0-1 1 0 0,-1 0-1 0 0,1 0 0 0 0,0 0 1 0 0,0 0-1 0 0,0 0 0 0 0,0-1 1 0 0,0 0-1 0 0,0 1 0 0 0,-1-1 1 0 0,1 0-1 0 0,0 0 0 0 0,0 0 1 0 0,4-2-1 0 0,6 1 23 0 0,-1-1 0 0 0,0-1 1 0 0,1 0-1 0 0,-1 0 0 0 0,-1-2 1 0 0,1 1-1 0 0,14-9 0 0 0,-22 11 2 0 0,0 0 1 0 0,1-1-1 0 0,-1 0 0 0 0,0 0 0 0 0,0 0 1 0 0,0 0-1 0 0,-1 0 0 0 0,1-1 0 0 0,-1 0 1 0 0,0 0-1 0 0,0 0 0 0 0,0 0 0 0 0,0 0 1 0 0,-1 0-1 0 0,0-1 0 0 0,0 0 0 0 0,0 1 1 0 0,0-1-1 0 0,-1 0 0 0 0,2-9 0 0 0,-3 8-3 0 0,1 0 0 0 0,-2 0 0 0 0,1 0 0 0 0,-1 0 0 0 0,1 0 0 0 0,-2 1 0 0 0,1-1 0 0 0,-1 0 0 0 0,0 0 0 0 0,0 1-1 0 0,0-1 1 0 0,-1 1 0 0 0,0 0 0 0 0,0 0 0 0 0,0 0 0 0 0,-1 0 0 0 0,1 0 0 0 0,-1 1 0 0 0,0-1 0 0 0,-1 1 0 0 0,1 0 0 0 0,-1 0 0 0 0,0 1-1 0 0,0-1 1 0 0,0 1 0 0 0,0 0 0 0 0,0 1 0 0 0,-1-1 0 0 0,1 1 0 0 0,-1 0 0 0 0,0 1 0 0 0,0-1 0 0 0,-9 0 0 0 0,-3 0-57 0 0,0 1-1 0 0,-25 1 1 0 0,37 1 2 0 0,0-1 0 0 0,0 1 0 0 0,0 1 0 0 0,0-1 0 0 0,0 1-1 0 0,0 0 1 0 0,0 1 0 0 0,1-1 0 0 0,-1 1 0 0 0,-8 7 0 0 0,13-10 20 0 0,0 1 1 0 0,0-1 0 0 0,0 1 0 0 0,0-1 0 0 0,1 1-1 0 0,-1 0 1 0 0,0 0 0 0 0,0-1 0 0 0,1 1-1 0 0,-1 0 1 0 0,0 0 0 0 0,1 0 0 0 0,-1 0 0 0 0,1 0-1 0 0,-1 0 1 0 0,1 0 0 0 0,0 0 0 0 0,-1 2-1 0 0,1-3 6 0 0,0 1-1 0 0,0-1 0 0 0,1 0 0 0 0,-1 1 1 0 0,0-1-1 0 0,0 1 0 0 0,1-1 0 0 0,-1 1 0 0 0,0-1 1 0 0,0 1-1 0 0,1-1 0 0 0,-1 0 0 0 0,1 1 0 0 0,-1-1 1 0 0,0 0-1 0 0,1 1 0 0 0,-1-1 0 0 0,1 0 0 0 0,-1 0 1 0 0,1 1-1 0 0,-1-1 0 0 0,1 0 0 0 0,-1 0 1 0 0,1 0-1 0 0,0 1 0 0 0,3 0-19 0 0,0-1 0 0 0,1 1 1 0 0,-1-1-1 0 0,0 0 0 0 0,0 0 0 0 0,0 0 1 0 0,0 0-1 0 0,6-2 0 0 0,74-20-108 0 0,-34 8 104 0 0,1 3 0 0 0,53-6 0 0 0,-101 16 36 0 0,0 1 1 0 0,1-1 0 0 0,-1 1 0 0 0,0 0 0 0 0,1 0 0 0 0,-1 1 0 0 0,1-1 0 0 0,-1 1 0 0 0,0 0 0 0 0,1-1 0 0 0,-1 1 0 0 0,0 1-1 0 0,0-1 1 0 0,0 0 0 0 0,0 1 0 0 0,0 0 0 0 0,0 0 0 0 0,0-1 0 0 0,-1 2 0 0 0,1-1 0 0 0,-1 0 0 0 0,1 0 0 0 0,-1 1 0 0 0,0 0-1 0 0,0-1 1 0 0,0 1 0 0 0,0 0 0 0 0,0 0 0 0 0,-1 0 0 0 0,1 0 0 0 0,-1 0 0 0 0,0 0 0 0 0,0 1 0 0 0,1 3 0 0 0,1 12 42 0 0,0 0 0 0 0,-2 0 0 0 0,0 0 0 0 0,-1-1 0 0 0,-3 22 0 0 0,1 4 173 0 0,3-47-201 0 0,1-1 1 0 0,-1 1-1 0 0,1-1 0 0 0,0 1 0 0 0,0 0 0 0 0,0 0 1 0 0,0 0-1 0 0,0 0 0 0 0,4-4 0 0 0,2-2 9 0 0,-7 7-25 0 0,100-129 95 0 0,-83 110-65 0 0,2 0 1 0 0,0 2-1 0 0,43-33 0 0 0,-58 49-13 0 0,1-1-1 0 0,-1 1 1 0 0,1 0 0 0 0,0 0-1 0 0,-1 1 1 0 0,1 0-1 0 0,1 0 1 0 0,-1 0 0 0 0,0 1-1 0 0,0 0 1 0 0,1 0-1 0 0,8 0 1 0 0,-11 1 7 0 0,-1 1 0 0 0,0-1 0 0 0,1 1 0 0 0,-1-1 0 0 0,0 1 0 0 0,1 0 1 0 0,-1 1-1 0 0,0-1 0 0 0,0 0 0 0 0,0 1 0 0 0,0 0 0 0 0,0 0 0 0 0,0 0 0 0 0,-1 0 0 0 0,1 0 0 0 0,0 0 1 0 0,-1 1-1 0 0,0-1 0 0 0,0 1 0 0 0,0 0 0 0 0,0 0 0 0 0,0-1 0 0 0,0 1 0 0 0,1 5 0 0 0,4 7 156 0 0,0 0-1 0 0,-1 1 1 0 0,-1-1 0 0 0,5 28-1 0 0,-9-38-291 0 0,0 0 0 0 0,-1 0 1 0 0,1 0-1 0 0,-1 0 0 0 0,0 0 0 0 0,-1 0 0 0 0,1 0 0 0 0,-1 0 1 0 0,0 0-1 0 0,0 0 0 0 0,-1-1 0 0 0,0 1 0 0 0,1 0 0 0 0,-1-1 0 0 0,-1 1 1 0 0,1-1-1 0 0,-1 1 0 0 0,0-1 0 0 0,-5 6 0 0 0,-40 36-14416 0 0,26-27 9442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6549 0 0,'9'1'8421'0'0,"17"-1"-6438"0"0,-21 0-557 0 0,5 0-1201 0 0,32 1 3710 0 0,-28 0-7711 0 0,0 1-5754 0 0,-6 1 4917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27 5953 0 0,'0'0'1012'0'0,"6"0"28"0"0,0-1 60 0 0,8-1 52 0 0,-5 0 60 0 0,8-2 36 0 0,-5 2 20 0 0,2-2 16 0 0,3 1 5 0 0,-2 0-1 0 0,-4 2 4 0 0,-3-3-76 0 0,-1 4-84 0 0,-5 0 708 0 0,1 8-6492 0 0,-6-1-17 0 0,-3-1 1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 22 4092 0 0,'-10'-12'3595'0'0,"1"3"827"0"0,9 9-4337 0 0,0 0 0 0 0,-1 0 0 0 0,1 0-1 0 0,0 1 1 0 0,-1-1 0 0 0,1 0 0 0 0,0 1 0 0 0,-1-1 0 0 0,1 0-1 0 0,0 1 1 0 0,0-1 0 0 0,0 0 0 0 0,-1 1 0 0 0,1-1 0 0 0,0 0-1 0 0,0 1 1 0 0,0-1 0 0 0,0 1 0 0 0,0-1 0 0 0,-1 0 0 0 0,1 1-1 0 0,0-1 1 0 0,0 1 0 0 0,0-1 0 0 0,0 1 0 0 0,0-1 0 0 0,0 0-1 0 0,1 1 1 0 0,-1-1 0 0 0,0 1 0 0 0,0-1 0 0 0,0 0 0 0 0,0 1-1 0 0,10 165 5360 0 0,0-93-5210 0 0,4-1 0 0 0,2-1 1 0 0,34 94-1 0 0,-47-157-204 0 0,2 4 17 0 0,-1 0 1 0 0,2 0-1 0 0,6 12 0 0 0,-11-22-22 0 0,0 0 1 0 0,0 0-1 0 0,1 0 1 0 0,-1-1-1 0 0,1 1 1 0 0,-1 0-1 0 0,1 0 1 0 0,-1-1-1 0 0,1 1 0 0 0,0-1 1 0 0,0 0-1 0 0,0 1 1 0 0,0-1-1 0 0,0 0 1 0 0,0 0-1 0 0,0 0 1 0 0,0 0-1 0 0,0-1 1 0 0,0 1-1 0 0,1-1 1 0 0,-1 1-1 0 0,0-1 0 0 0,0 0 1 0 0,3 1-1 0 0,-2-2 20 0 0,0 0-1 0 0,0 0 1 0 0,-1-1-1 0 0,1 1 1 0 0,0 0-1 0 0,-1-1 0 0 0,1 0 1 0 0,-1 1-1 0 0,0-1 1 0 0,0 0-1 0 0,1 0 1 0 0,-1-1-1 0 0,0 1 0 0 0,-1 0 1 0 0,1-1-1 0 0,0 1 1 0 0,-1-1-1 0 0,1 1 1 0 0,-1-1-1 0 0,1-3 0 0 0,5-9 196 0 0,-2 1 0 0 0,6-21 0 0 0,3-23 481 0 0,5-63 1 0 0,-11 61-38 0 0,17-58 0 0 0,-25 116-703 0 0,1 0-1 0 0,-1 0 1 0 0,1-1-1 0 0,0 1 1 0 0,-1 0-1 0 0,1 0 1 0 0,0 0-1 0 0,1 0 1 0 0,-1 0-1 0 0,0 1 1 0 0,0-1-1 0 0,1 0 1 0 0,-1 1-1 0 0,1-1 1 0 0,0 1-1 0 0,-1-1 1 0 0,1 1-1 0 0,0-1 1 0 0,0 1-1 0 0,0 0 1 0 0,2-1-1 0 0,19 0-4704 0 0,4 11-6635 0 0,-13-2 6274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5368 0 0,'0'0'6037'0'0,"3"2"-4981"0"0,1-2 16 0 0,1 0 4 0 0,-5 2-36 0 0,8-1-71 0 0,-4 3-89 0 0,-2 1-176 0 0,4 3-956 0 0,-3 2-3337 0 0,-1 3 1 0 0,-2 2 0 0 0,0 5-1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5336 0 0,'0'0'4945'0'0,"0"2"-3913"0"0,0 0 16 0 0,2 2-16 0 0,1 2-56 0 0,1-1-120 0 0,1 5-696 0 0,-2-3-3236 0 0,2 3 0 0 0,1 1 0 0 0,-3-1-1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198 77 4224 0 0,'0'-5'684'0'0,"0"0"-1"0"0,0 0 1 0 0,-1 0-1 0 0,0 0 0 0 0,0 0 1 0 0,0 0-1 0 0,0 0 0 0 0,-1 0 1 0 0,-2-6-1 0 0,3 9-528 0 0,0 1-1 0 0,0-1 1 0 0,-1 1-1 0 0,1-1 1 0 0,0 1-1 0 0,0 0 1 0 0,-1 0-1 0 0,1 0 1 0 0,0 0 0 0 0,-1 0-1 0 0,1 0 1 0 0,-1 0-1 0 0,0 0 1 0 0,1 1-1 0 0,-1-1 1 0 0,0 0-1 0 0,1 1 1 0 0,-1 0-1 0 0,0-1 1 0 0,1 1 0 0 0,-1 0-1 0 0,0 0 1 0 0,0 0-1 0 0,0 0 1 0 0,1 0-1 0 0,-1 0 1 0 0,0 0-1 0 0,1 1 1 0 0,-1-1-1 0 0,0 1 1 0 0,-2 0-1 0 0,-3 2 188 0 0,0 0 0 0 0,0 0 0 0 0,0 1 0 0 0,0 0 0 0 0,1 0 0 0 0,-1 0 0 0 0,1 1 0 0 0,0 0 0 0 0,1 0 0 0 0,-1 1 0 0 0,1 0 0 0 0,0 0 0 0 0,1 0 0 0 0,-1 0 0 0 0,1 1 0 0 0,0-1 0 0 0,1 1 0 0 0,0 0 0 0 0,-3 8 0 0 0,0 0-129 0 0,2-1-1 0 0,0 1 1 0 0,0 0-1 0 0,2 0 1 0 0,-1 0-1 0 0,2 0 1 0 0,0 0-1 0 0,3 27 1 0 0,-1-30-116 0 0,1 0 1 0 0,0 0-1 0 0,1 0 1 0 0,0-1-1 0 0,1 1 0 0 0,1-1 1 0 0,6 14-1 0 0,-8-21-116 0 0,-1 1 0 0 0,1-1 0 0 0,0 0 0 0 0,1 0-1 0 0,-1 0 1 0 0,1 0 0 0 0,-1 0 0 0 0,1-1-1 0 0,0 1 1 0 0,1-1 0 0 0,-1 0 0 0 0,0-1 0 0 0,1 1-1 0 0,0-1 1 0 0,-1 0 0 0 0,1 0 0 0 0,0 0 0 0 0,10 2-1 0 0,32 2-2076 0 0,-38-5-144 0 0,0-1 1 0 0,0 0-1 0 0,0 0 1 0 0,0-1-1 0 0,16-3 1 0 0,-1-4-2578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155 68 4232 0 0,'-1'-5'504'0'0,"-1"1"0"0"0,1 0 0 0 0,-1 0 0 0 0,0 0 0 0 0,0 0 0 0 0,0 0 0 0 0,-1 1 0 0 0,1-1 0 0 0,-1 1 0 0 0,0-1 0 0 0,0 1 0 0 0,0 0 0 0 0,-1 0 0 0 0,1 1 0 0 0,-1-1 0 0 0,0 0 0 0 0,1 1 0 0 0,-7-3 0 0 0,9 5-370 0 0,-1 0-1 0 0,1 0 1 0 0,-1 0 0 0 0,1 0 0 0 0,-1 0-1 0 0,1 0 1 0 0,-1 1 0 0 0,1-1 0 0 0,-1 0 0 0 0,1 1-1 0 0,0-1 1 0 0,-1 1 0 0 0,1-1 0 0 0,0 1-1 0 0,-1 0 1 0 0,1 0 0 0 0,0 0 0 0 0,0-1-1 0 0,0 1 1 0 0,-1 0 0 0 0,1 0 0 0 0,0 1-1 0 0,0-1 1 0 0,1 0 0 0 0,-1 0 0 0 0,0 0-1 0 0,0 1 1 0 0,0-1 0 0 0,0 3 0 0 0,-18 45 2148 0 0,17-44-1945 0 0,-9 37 598 0 0,2 1 1 0 0,1 0 0 0 0,-3 63-1 0 0,11-105-924 0 0,0 0-1 0 0,-1 1 1 0 0,1-1-1 0 0,0 1 1 0 0,0-1-1 0 0,0 1 1 0 0,1-1-1 0 0,-1 0 1 0 0,0 1 0 0 0,0-1-1 0 0,1 0 1 0 0,-1 1-1 0 0,1-1 1 0 0,-1 0-1 0 0,1 1 1 0 0,0-1-1 0 0,-1 0 1 0 0,1 0-1 0 0,0 1 1 0 0,0-1-1 0 0,0 0 1 0 0,0 0-1 0 0,2 1 1 0 0,-2-1-12 0 0,1 0-1 0 0,-1-1 1 0 0,1 0 0 0 0,0 1 0 0 0,-1-1-1 0 0,1 0 1 0 0,-1 0 0 0 0,1 0 0 0 0,0 0-1 0 0,-1 0 1 0 0,1 0 0 0 0,0-1-1 0 0,-1 1 1 0 0,1 0 0 0 0,-1-1 0 0 0,4-1-1 0 0,3-1-44 0 0,0-1 0 0 0,0 0 0 0 0,-1-1-1 0 0,0 1 1 0 0,1-2 0 0 0,6-6 0 0 0,-4 1-22 0 0,-1 0 0 0 0,0-1 0 0 0,-1 0 0 0 0,0-1 0 0 0,-1 0 0 0 0,0 0-1 0 0,-1 0 1 0 0,0-1 0 0 0,-1 0 0 0 0,-1 0 0 0 0,3-20 0 0 0,-5 26 36 0 0,3-10-83 0 0,-3 33 146 0 0,-4 58 261 0 0,1-28 56 0 0,5 68 1 0 0,-4-109-299 0 0,1 1-1 0 0,0-1 0 0 0,0 0 1 0 0,0 0-1 0 0,0 1 1 0 0,1-1-1 0 0,-1 0 1 0 0,1 0-1 0 0,0 0 0 0 0,0-1 1 0 0,1 1-1 0 0,-1 0 1 0 0,1-1-1 0 0,4 5 1 0 0,-5-7-261 0 0,0 1 1 0 0,0 0 0 0 0,1-1 0 0 0,-1 1 0 0 0,1-1-1 0 0,-1 0 1 0 0,1 1 0 0 0,-1-1 0 0 0,6 1 0 0 0,-4-2-972 0 0,1 1 0 0 0,-1-1 0 0 0,0 1 0 0 0,1-1 0 0 0,-1-1 0 0 0,0 1 0 0 0,7-2 0 0 0,23-6-7436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137 13 4224 0 0,'-5'-12'5420'0'0,"3"12"-5227"0"0,1-1 1 0 0,-1 1 0 0 0,0 0 0 0 0,0 0 0 0 0,1 0 0 0 0,-1 0 0 0 0,0 1 0 0 0,1-1 0 0 0,-1 0-1 0 0,0 1 1 0 0,0-1 0 0 0,1 1 0 0 0,-1-1 0 0 0,1 1 0 0 0,-1 0 0 0 0,1 0 0 0 0,-1 0 0 0 0,1 0-1 0 0,-1 0 1 0 0,1 0 0 0 0,-3 3 0 0 0,-27 27 1981 0 0,24-23-1691 0 0,0 1 0 0 0,1 0 0 0 0,0 1 0 0 0,0 0 0 0 0,1 0 0 0 0,0 0 0 0 0,1 0-1 0 0,0 1 1 0 0,1 0 0 0 0,0-1 0 0 0,1 1 0 0 0,0 1 0 0 0,1-1 0 0 0,0 14 0 0 0,1-23-440 0 0,0 1 0 0 0,0-1 1 0 0,1 1-1 0 0,-1 0 0 0 0,1-1 1 0 0,0 1-1 0 0,0-1 0 0 0,0 1 1 0 0,0-1-1 0 0,0 0 0 0 0,0 1 1 0 0,1-1-1 0 0,-1 0 0 0 0,1 0 1 0 0,-1 0-1 0 0,1 0 0 0 0,0 0 1 0 0,0 0-1 0 0,0-1 0 0 0,3 3 1 0 0,-1-2 10 0 0,0 0 1 0 0,0 0-1 0 0,0-1 1 0 0,0 1-1 0 0,0-1 1 0 0,1 0-1 0 0,-1 0 1 0 0,1-1-1 0 0,-1 1 1 0 0,9-1-1 0 0,6-2-374 0 0,0 0-1 0 0,0-1 0 0 0,0-1 0 0 0,24-9 0 0 0,-34 10-2415 0 0,0 0 0 0 0,-1-1 0 0 0,1 0-1 0 0,13-8 1 0 0,-7 0-2066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592 15 4768 0 0,'-24'-6'5461'0'0,"20"4"-5055"0"0,0 1-1 0 0,-1-1 1 0 0,1 1 0 0 0,0 0-1 0 0,0 0 1 0 0,-6 0 0 0 0,-9 2 413 0 0,0 0 0 0 0,0 1 1 0 0,0 1-1 0 0,1 1 0 0 0,-1 1 1 0 0,1 0-1 0 0,0 2 0 0 0,-32 15 1 0 0,-46 31-11 0 0,9 3-4415 0 0,-15 16-5211 0 0,53-35 4408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315 65 4424 0 0,'0'-3'292'0'0,"0"1"-1"0"0,0-1 0 0 0,0 1 1 0 0,0-1-1 0 0,-1 0 0 0 0,1 1 1 0 0,-1-1-1 0 0,0 1 0 0 0,1-1 1 0 0,-1 1-1 0 0,0 0 0 0 0,-1-1 1 0 0,1 1-1 0 0,0 0 0 0 0,-1 0 1 0 0,1 0-1 0 0,-1 0 0 0 0,0 0 1 0 0,1 0-1 0 0,-4-2 0 0 0,1 2-47 0 0,1 0 0 0 0,0 0-1 0 0,-1 1 1 0 0,1-1-1 0 0,-1 1 1 0 0,0 0-1 0 0,1 0 1 0 0,-1 0-1 0 0,0 1 1 0 0,1-1-1 0 0,-1 1 1 0 0,-6 0-1 0 0,-2 1 148 0 0,1 1 1 0 0,0 0-1 0 0,0 0 0 0 0,0 1 0 0 0,0 0 0 0 0,1 1 1 0 0,-1 0-1 0 0,-15 9 0 0 0,13-4 172 0 0,1-1-1 0 0,0 2 1 0 0,0 0 0 0 0,1 0 0 0 0,-14 16 0 0 0,21-21-369 0 0,0 0 0 0 0,0 0 1 0 0,0 1-1 0 0,1-1 1 0 0,0 1-1 0 0,0 0 0 0 0,0 0 1 0 0,1 0-1 0 0,-1 0 0 0 0,1 0 1 0 0,1 0-1 0 0,0 1 1 0 0,-1-1-1 0 0,1 14 0 0 0,1-19-166 0 0,1 1 0 0 0,-1 0-1 0 0,1 0 1 0 0,0-1 0 0 0,-1 1-1 0 0,1-1 1 0 0,0 1 0 0 0,0 0-1 0 0,0-1 1 0 0,0 1 0 0 0,1-1-1 0 0,-1 0 1 0 0,0 1-1 0 0,0-1 1 0 0,1 0 0 0 0,-1 0-1 0 0,1 0 1 0 0,-1 0 0 0 0,1 0-1 0 0,-1 0 1 0 0,1 0 0 0 0,0-1-1 0 0,-1 1 1 0 0,1 0 0 0 0,0-1-1 0 0,0 0 1 0 0,0 1-1 0 0,-1-1 1 0 0,1 0 0 0 0,0 0-1 0 0,3 0 1 0 0,6 1 39 0 0,0-1-1 0 0,-1 0 1 0 0,21-4 0 0 0,-12 1-387 0 0,0-1 0 0 0,0-1 0 0 0,0 0 0 0 0,-1-2 0 0 0,0 0 1 0 0,0-1-1 0 0,18-11 0 0 0,11-16-4444 0 0,-6-9-3597 0 0,-20 14 3872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129 99 4056 0 0,'-6'-10'1159'0'0,"-1"-1"0"0"0,0 2 0 0 0,0-1 0 0 0,-11-10 0 0 0,14 16-740 0 0,0 0 0 0 0,0 0 0 0 0,0 1 0 0 0,-1-1 0 0 0,1 1 0 0 0,-1 0 0 0 0,0 0 0 0 0,0 1 0 0 0,0-1 0 0 0,0 1 0 0 0,-5-1 0 0 0,9 3-301 0 0,0 0 1 0 0,1-1-1 0 0,-1 1 0 0 0,1 0 0 0 0,-1 0 0 0 0,0 1 0 0 0,1-1 0 0 0,-1 0 0 0 0,1 0 0 0 0,-1 0 0 0 0,0 0 0 0 0,1 0 0 0 0,-1 1 0 0 0,1-1 1 0 0,-1 0-1 0 0,1 0 0 0 0,-1 1 0 0 0,1-1 0 0 0,-1 1 0 0 0,1-1 0 0 0,-1 0 0 0 0,1 1 0 0 0,-1-1 0 0 0,1 1 0 0 0,0-1 0 0 0,-1 1 0 0 0,1-1 1 0 0,-1 1-1 0 0,-5 23 2071 0 0,5 28 357 0 0,1-48-2256 0 0,8 137 1621 0 0,46 237-1 0 0,-50-360-1847 0 0,18 71 165 0 0,-20-80-248 0 0,1 0 0 0 0,1-1 0 0 0,0 1 0 0 0,0-1-1 0 0,0 0 1 0 0,1 0 0 0 0,9 11 0 0 0,-13-17-25 0 0,1-1 1 0 0,0 1-1 0 0,-1 0 1 0 0,1-1 0 0 0,0 1-1 0 0,0-1 1 0 0,0 1-1 0 0,0-1 1 0 0,0 0-1 0 0,0 0 1 0 0,0 0-1 0 0,0 0 1 0 0,0 0 0 0 0,1 0-1 0 0,-1-1 1 0 0,0 1-1 0 0,1-1 1 0 0,-1 1-1 0 0,1-1 1 0 0,-1 0-1 0 0,4 0 1 0 0,-3-1-42 0 0,1 0 0 0 0,-1 0 1 0 0,1-1-1 0 0,-1 1 0 0 0,0-1 0 0 0,0 1 1 0 0,0-1-1 0 0,0 0 0 0 0,0 0 0 0 0,0 0 1 0 0,0-1-1 0 0,4-4 0 0 0,3-5-166 0 0,-1 0 0 0 0,0-1-1 0 0,-1 0 1 0 0,0 0 0 0 0,8-22 0 0 0,29-83-753 0 0,11-24 256 0 0,-56 141 752 0 0,1-1-1 0 0,-1 0 1 0 0,1 1-1 0 0,0-1 1 0 0,0 1-1 0 0,0 0 1 0 0,0-1 0 0 0,0 1-1 0 0,0 0 1 0 0,0-1-1 0 0,0 1 1 0 0,0 0-1 0 0,3-2 1 0 0,-3 3 8 0 0,0 1 0 0 0,-1-1 0 0 0,1 1 0 0 0,-1-1 1 0 0,1 0-1 0 0,-1 1 0 0 0,1-1 0 0 0,-1 1 0 0 0,1 0 0 0 0,-1-1 0 0 0,1 1 0 0 0,-1-1 1 0 0,0 1-1 0 0,1 0 0 0 0,-1-1 0 0 0,0 1 0 0 0,1 0 0 0 0,-1-1 0 0 0,0 1 0 0 0,0 0 1 0 0,0-1-1 0 0,0 1 0 0 0,0 0 0 0 0,0-1 0 0 0,0 1 0 0 0,0 0 0 0 0,0 0 0 0 0,0-1 0 0 0,0 1 1 0 0,0 1-1 0 0,1 166 1582 0 0,0 2 69 0 0,-1-167-1627 0 0,1 0 0 0 0,-1 0 0 0 0,1 0 0 0 0,0 0 0 0 0,-1 0 0 0 0,2 0 0 0 0,-1 0-1 0 0,0 0 1 0 0,0 0 0 0 0,1-1 0 0 0,-1 1 0 0 0,1-1 0 0 0,0 1 0 0 0,0-1 0 0 0,0 1 0 0 0,0-1 0 0 0,0 0-1 0 0,1 0 1 0 0,-1 0 0 0 0,1-1 0 0 0,-1 1 0 0 0,1 0 0 0 0,0-1 0 0 0,-1 0 0 0 0,1 1 0 0 0,0-1-1 0 0,0 0 1 0 0,0-1 0 0 0,0 1 0 0 0,0 0 0 0 0,0-1 0 0 0,4 1 0 0 0,0-1-70 0 0,-1 0 0 0 0,0 0 1 0 0,1 0-1 0 0,-1-1 0 0 0,0 0 1 0 0,0 0-1 0 0,1-1 0 0 0,-1 0 0 0 0,0 0 1 0 0,-1 0-1 0 0,1 0 0 0 0,0-1 1 0 0,-1 0-1 0 0,1 0 0 0 0,6-6 0 0 0,-1-2-136 0 0,0 0-1 0 0,0-1 1 0 0,-1-1-1 0 0,0 0 1 0 0,-1 0-1 0 0,-1-1 0 0 0,13-26 1 0 0,35-114-975 0 0,-38 100 624 0 0,-14 42 389 0 0,2-3-225 0 0,-2 32 218 0 0,-4 14 213 0 0,-1 0 0 0 0,-10 55 1 0 0,0 6 254 0 0,11-86-341 0 0,0 15 398 0 0,4-21-137 0 0,4-12-134 0 0,117-198 513 0 0,-122 206-615 0 0,0 0 0 0 0,0 0-1 0 0,0 1 1 0 0,0-1-1 0 0,0 1 1 0 0,1-1 0 0 0,-1 1-1 0 0,9-5 1 0 0,-12 8-10 0 0,1 0 1 0 0,-1-1-1 0 0,1 1 1 0 0,-1 0-1 0 0,1 0 0 0 0,0 0 1 0 0,-1 0-1 0 0,1-1 1 0 0,-1 1-1 0 0,1 0 0 0 0,-1 0 1 0 0,1 0-1 0 0,-1 0 1 0 0,1 0-1 0 0,0 0 1 0 0,-1 1-1 0 0,1-1 0 0 0,-1 0 1 0 0,1 0-1 0 0,-1 0 1 0 0,1 0-1 0 0,-1 1 0 0 0,1-1 1 0 0,-1 0-1 0 0,1 0 1 0 0,-1 1-1 0 0,1-1 0 0 0,0 1 1 0 0,0 0 1 0 0,0 1 1 0 0,-1 0 0 0 0,1-1 0 0 0,0 1-1 0 0,0 0 1 0 0,-1 0 0 0 0,1 0-1 0 0,-1-1 1 0 0,1 1 0 0 0,-1 0-1 0 0,0 0 1 0 0,0 0 0 0 0,0 2-1 0 0,-1 80 114 0 0,0-67-91 0 0,0 1-1 0 0,0-1 1 0 0,2 1 0 0 0,0-1-1 0 0,2 1 1 0 0,-1-1-1 0 0,11 32 1 0 0,-11-45-16 0 0,-1 0 1 0 0,1 0-1 0 0,0 0 0 0 0,1-1 1 0 0,-1 1-1 0 0,1-1 0 0 0,0 1 1 0 0,0-1-1 0 0,0 0 0 0 0,0 0 1 0 0,0 0-1 0 0,1 0 0 0 0,-1-1 1 0 0,1 0-1 0 0,-1 1 0 0 0,1-1 1 0 0,0-1-1 0 0,0 1 0 0 0,0 0 1 0 0,0-1-1 0 0,1 0 0 0 0,-1 0 1 0 0,0 0-1 0 0,0-1 0 0 0,1 1 1 0 0,-1-1-1 0 0,0 0 0 0 0,8-1 1 0 0,-5 0-2 0 0,0 0 1 0 0,0 0 0 0 0,0-1 0 0 0,0 0 0 0 0,0 0-1 0 0,0-1 1 0 0,-1 1 0 0 0,1-2 0 0 0,-1 1-1 0 0,0-1 1 0 0,0 0 0 0 0,0 0 0 0 0,0-1 0 0 0,-1 1-1 0 0,0-1 1 0 0,7-8 0 0 0,0-4-2 0 0,-1-1 0 0 0,-1 0 1 0 0,0 0-1 0 0,12-34 0 0 0,20-83 33 0 0,-35 110-33 0 0,12-37 8 0 0,-7 25 37 0 0,14-75-1 0 0,-26 112-49 0 0,0 0 0 0 0,1-1 0 0 0,-1 1-1 0 0,0-1 1 0 0,0 1 0 0 0,0 0 0 0 0,0-1 0 0 0,0 1-1 0 0,0-1 1 0 0,0 1 0 0 0,0 0 0 0 0,0-1-1 0 0,0 1 1 0 0,0-1 0 0 0,0 1 0 0 0,0-1-1 0 0,0 1 1 0 0,-1 0 0 0 0,1-1 0 0 0,0 1 0 0 0,0 0-1 0 0,0-1 1 0 0,-1 1 0 0 0,1-1 0 0 0,0 1-1 0 0,0 0 1 0 0,-1-1 0 0 0,1 1 0 0 0,0 0 0 0 0,-1 0-1 0 0,1-1 1 0 0,-1 1 0 0 0,-12 5 93 0 0,-12 19 17 0 0,11 2-55 0 0,1 1 0 0 0,1-1 1 0 0,2 2-1 0 0,-10 39 0 0 0,11-35 5 0 0,0-1 0 0 0,3 2 0 0 0,1-1 0 0 0,-2 46 0 0 0,7-75-55 0 0,0 0 0 0 0,0 0 0 0 0,0-1 0 0 0,0 1 0 0 0,1 0 0 0 0,-1 0-1 0 0,1-1 1 0 0,0 1 0 0 0,0-1 0 0 0,0 1 0 0 0,0 0 0 0 0,0-1-1 0 0,1 0 1 0 0,-1 1 0 0 0,1-1 0 0 0,-1 0 0 0 0,1 0 0 0 0,0 0 0 0 0,0 0-1 0 0,0 0 1 0 0,0 0 0 0 0,0 0 0 0 0,1-1 0 0 0,3 3 0 0 0,3 0 21 0 0,1 0 0 0 0,0-1 0 0 0,1 0 0 0 0,-1 0-1 0 0,14 1 1 0 0,-15-3-3 0 0,0 0-1 0 0,0 1 0 0 0,0 0 0 0 0,0 1 0 0 0,-1 0 0 0 0,1 0 0 0 0,-1 1 0 0 0,11 6 0 0 0,-17-8-9 0 0,1 0 0 0 0,-1 0 1 0 0,0 0-1 0 0,1 1 0 0 0,-1-1 0 0 0,0 1 0 0 0,-1 0 1 0 0,1 0-1 0 0,0-1 0 0 0,-1 1 0 0 0,1 0 1 0 0,-1 0-1 0 0,0 0 0 0 0,0 1 0 0 0,0-1 0 0 0,0 6 1 0 0,-1-7-37 0 0,0-1 0 0 0,0 1 0 0 0,0-1 0 0 0,0 1 1 0 0,-1-1-1 0 0,1 1 0 0 0,0-1 0 0 0,-1 0 0 0 0,0 1 0 0 0,1-1 1 0 0,-1 0-1 0 0,0 1 0 0 0,1-1 0 0 0,-1 0 0 0 0,0 0 1 0 0,0 1-1 0 0,0-1 0 0 0,0 0 0 0 0,0 0 0 0 0,0 0 0 0 0,-1 0 1 0 0,1-1-1 0 0,0 1 0 0 0,0 0 0 0 0,-1 0 0 0 0,1-1 0 0 0,0 1 1 0 0,-1-1-1 0 0,1 1 0 0 0,-1-1 0 0 0,1 0 0 0 0,0 1 1 0 0,-1-1-1 0 0,1 0 0 0 0,-1 0 0 0 0,1 0 0 0 0,-1 0 0 0 0,1 0 1 0 0,-3-1-1 0 0,-21-1-2996 0 0,22 2 1495 0 0,-1-1 0 0 0,1 0 1 0 0,0 0-1 0 0,-1-1 0 0 0,1 1 0 0 0,0-1 0 0 0,-1 1 1 0 0,-2-3-1 0 0,-5-5-3537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 5056 0 0,'5'-1'4852'0'0,"20"0"-1891"0"0,-20 2-2653 0 0,0 1 0 0 0,0 1 0 0 0,0-1-1 0 0,0 1 1 0 0,-1-1 0 0 0,1 1 0 0 0,-1 1 0 0 0,1-1-1 0 0,-1 0 1 0 0,0 1 0 0 0,-1 0 0 0 0,1 0-1 0 0,-1 0 1 0 0,1 1 0 0 0,-1-1 0 0 0,-1 1 0 0 0,1 0-1 0 0,2 6 1 0 0,-3-7-488 0 0,-1 0 0 0 0,0 0 0 0 0,0 1 0 0 0,0-1 0 0 0,0 0 0 0 0,-1 1 0 0 0,0-1 0 0 0,1 0 0 0 0,-2 9 0 0 0,0-9-560 0 0,0 1-1 0 0,0-1 0 0 0,-1 0 1 0 0,1 0-1 0 0,-1 0 0 0 0,0 0 0 0 0,1 0 1 0 0,-2-1-1 0 0,1 1 0 0 0,0-1 0 0 0,-4 4 1 0 0,-13 16-3273 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0 144 5112 0 0,'0'0'905'0'0,"0"-2"55"0"0,0 0 16 0 0,0-1 40 0 0,0-4 12 0 0,8-1 24 0 0,7 0 16 0 0,37-17 1068 0 0,-18 14-1068 0 0,8-5-16 0 0,10 3-67 0 0,9 0-141 0 0,4 3-796 0 0,1 2-3697 0 0,-3 0 1 0 0,0 1 0 0 0,-3 5-1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93 129 4112 0 0,'0'-18'1679'0'0,"0"6"-719"0"0,0 0 1 0 0,0 0 0 0 0,-1 0 0 0 0,0 0 0 0 0,-1 0 0 0 0,-5-16 0 0 0,7 27-893 0 0,0 1-1 0 0,0-1 0 0 0,-1 1 1 0 0,1-1-1 0 0,0 1 0 0 0,0 0 1 0 0,0-1-1 0 0,0 1 1 0 0,-1-1-1 0 0,1 1 0 0 0,0-1 1 0 0,0 1-1 0 0,0 0 0 0 0,-1-1 1 0 0,1 1-1 0 0,0 0 1 0 0,-1-1-1 0 0,1 1 0 0 0,0 0 1 0 0,-1-1-1 0 0,1 1 0 0 0,-1 0 1 0 0,1 0-1 0 0,0 0 1 0 0,-1-1-1 0 0,1 1 0 0 0,-1 0 1 0 0,1 0-1 0 0,-1 0 1 0 0,1 0-1 0 0,0 0 0 0 0,-1 0 1 0 0,1 0-1 0 0,-1 0 0 0 0,1 0 1 0 0,-1 0-1 0 0,1 0 1 0 0,-1 0-1 0 0,0 0 0 0 0,-15 16 1611 0 0,-6 30 382 0 0,13-8-798 0 0,1 1 1 0 0,-3 50 0 0 0,10-67-1118 0 0,0 1 0 0 0,2-1 0 0 0,0 1 0 0 0,2-1 1 0 0,7 32-1 0 0,-9-49-130 0 0,1-1 1 0 0,-1 0 0 0 0,0 0-1 0 0,1 0 1 0 0,0 0-1 0 0,0 0 1 0 0,0-1 0 0 0,1 1-1 0 0,-1 0 1 0 0,1-1-1 0 0,0 0 1 0 0,0 0-1 0 0,0 0 1 0 0,0 0 0 0 0,0 0-1 0 0,1 0 1 0 0,0-1-1 0 0,-1 0 1 0 0,1 1 0 0 0,0-2-1 0 0,0 1 1 0 0,0 0-1 0 0,0-1 1 0 0,0 1 0 0 0,0-1-1 0 0,1 0 1 0 0,-1-1-1 0 0,0 1 1 0 0,1-1-1 0 0,-1 0 1 0 0,0 0 0 0 0,1 0-1 0 0,-1-1 1 0 0,6 0-1 0 0,1-1-2 0 0,-1 0-1 0 0,0-1 0 0 0,0 0 0 0 0,0-1 1 0 0,0 0-1 0 0,0 0 0 0 0,-1-1 1 0 0,0-1-1 0 0,0 1 0 0 0,0-1 0 0 0,-1-1 1 0 0,1 0-1 0 0,8-9 0 0 0,-10 6-42 0 0,0 0-1 0 0,0-1 1 0 0,-1 0-1 0 0,-1 0 1 0 0,0 0-1 0 0,0 0 1 0 0,-1-1 0 0 0,0 0-1 0 0,-1 0 1 0 0,-1 0-1 0 0,0 0 1 0 0,1-17-1 0 0,-3 39 15 0 0,-1 13-8 0 0,2-1 1 0 0,0 0-1 0 0,1 0 0 0 0,10 40 0 0 0,-11-56 30 0 0,1-1 0 0 0,0 0-1 0 0,0 0 1 0 0,0 0-1 0 0,1 0 1 0 0,0 0-1 0 0,0-1 1 0 0,0 1-1 0 0,1-1 1 0 0,-1 0-1 0 0,1 0 1 0 0,0 0-1 0 0,0 0 1 0 0,0-1-1 0 0,1 1 1 0 0,-1-1-1 0 0,1 0 1 0 0,0-1-1 0 0,0 1 1 0 0,0-1-1 0 0,0 0 1 0 0,0 0-1 0 0,0-1 1 0 0,12 3 0 0 0,-10-4 33 0 0,1 1 0 0 0,-1-1 1 0 0,1 0-1 0 0,0-1 1 0 0,-1 0-1 0 0,1 0 1 0 0,-1-1-1 0 0,0 0 1 0 0,1 0-1 0 0,-1 0 1 0 0,0-1-1 0 0,0 0 0 0 0,0-1 1 0 0,-1 1-1 0 0,1-1 1 0 0,-1-1-1 0 0,7-5 1 0 0,-5 4 28 0 0,-1-1 1 0 0,0 0-1 0 0,0 0 0 0 0,-1 0 1 0 0,0-1-1 0 0,0 0 1 0 0,-1 0-1 0 0,0 0 1 0 0,0-1-1 0 0,-1 1 0 0 0,0-1 1 0 0,0 0-1 0 0,2-10 1 0 0,-4 9 37 0 0,0-1 1 0 0,-1 1 0 0 0,0 0-1 0 0,-1-1 1 0 0,0 1-1 0 0,-1-1 1 0 0,-2-15 0 0 0,2 22-81 0 0,1 1 0 0 0,-1 0 1 0 0,0-1-1 0 0,0 1 0 0 0,-1 0 0 0 0,1 0 1 0 0,-1 0-1 0 0,1 0 0 0 0,-1 0 1 0 0,0 0-1 0 0,0 0 0 0 0,0 0 0 0 0,-1 1 1 0 0,1-1-1 0 0,0 1 0 0 0,-1 0 1 0 0,0-1-1 0 0,0 1 0 0 0,0 0 0 0 0,0 1 1 0 0,0-1-1 0 0,0 0 0 0 0,0 1 1 0 0,0 0-1 0 0,0 0 0 0 0,-4-1 0 0 0,-1 0-19 0 0,1 1-1 0 0,-1 0 1 0 0,1 0-1 0 0,-1 1 1 0 0,1 0-1 0 0,-1 0 1 0 0,1 1-1 0 0,-1 0 0 0 0,1 0 1 0 0,0 1-1 0 0,-1 0 1 0 0,1 0-1 0 0,0 1 1 0 0,0 0-1 0 0,0 0 1 0 0,1 1-1 0 0,-1-1 0 0 0,1 1 1 0 0,-1 1-1 0 0,-9 9 1 0 0,14-13-29 0 0,1 1-1 0 0,0-1 1 0 0,-1 1 0 0 0,1-1 0 0 0,0 1 0 0 0,0 0 0 0 0,0 0-1 0 0,0 0 1 0 0,0 0 0 0 0,1-1 0 0 0,-1 1 0 0 0,0 0 0 0 0,1 0-1 0 0,0 0 1 0 0,-1 0 0 0 0,1 1 0 0 0,0 3 0 0 0,0-6 5 0 0,0 1 0 0 0,1 0 1 0 0,-1 0-1 0 0,0 0 0 0 0,1-1 0 0 0,-1 1 1 0 0,0 0-1 0 0,1 0 0 0 0,-1-1 1 0 0,1 1-1 0 0,-1 0 0 0 0,1-1 0 0 0,-1 1 1 0 0,1 0-1 0 0,0-1 0 0 0,-1 1 1 0 0,1-1-1 0 0,0 1 0 0 0,-1-1 0 0 0,1 1 1 0 0,0-1-1 0 0,0 0 0 0 0,0 1 0 0 0,-1-1 1 0 0,1 0-1 0 0,0 1 0 0 0,0-1 1 0 0,0 0-1 0 0,0 0 0 0 0,-1 0 0 0 0,1 0 1 0 0,0 0-1 0 0,0 0 0 0 0,0 0 0 0 0,0 0 1 0 0,0 0-1 0 0,-1-1 0 0 0,1 1 1 0 0,0 0-1 0 0,0 0 0 0 0,1-1 0 0 0,20-6-161 0 0,0 0-1 0 0,-1-2 0 0 0,0 0 0 0 0,27-17 0 0 0,26-12-124 0 0,-69 36 285 0 0,0 0 0 0 0,0 0 0 0 0,0 0 1 0 0,1 1-1 0 0,-1 0 0 0 0,0-1 0 0 0,0 2 0 0 0,1-1 1 0 0,-1 1-1 0 0,1 0 0 0 0,-1 0 0 0 0,10 1 0 0 0,-12 0 17 0 0,0 0 0 0 0,-1 0-1 0 0,1 1 1 0 0,0-1-1 0 0,-1 0 1 0 0,1 1 0 0 0,-1 0-1 0 0,0-1 1 0 0,1 1 0 0 0,-1 0-1 0 0,0 0 1 0 0,0 0-1 0 0,0 1 1 0 0,0-1 0 0 0,-1 0-1 0 0,1 1 1 0 0,-1-1 0 0 0,1 1-1 0 0,-1 0 1 0 0,0-1-1 0 0,0 1 1 0 0,0 0 0 0 0,0 0-1 0 0,0 4 1 0 0,5 26 42 0 0,-2 0 0 0 0,-2 1-1 0 0,-2 56 1 0 0,-1-38 92 0 0,26-83 26 0 0,-12 12-142 0 0,0 1 1 0 0,2 0-1 0 0,0 1 0 0 0,1 1 0 0 0,1 0 0 0 0,1 1 0 0 0,0 1 0 0 0,0 1 1 0 0,23-12-1 0 0,-38 23-9 0 0,0 0-1 0 0,0 1 1 0 0,0 0 0 0 0,0 0 0 0 0,0 0 0 0 0,1 0 0 0 0,-1 0 0 0 0,0 0 0 0 0,1 1 0 0 0,-1 0 0 0 0,1-1 0 0 0,-1 1-1 0 0,0 1 1 0 0,1-1 0 0 0,-1 0 0 0 0,0 1 0 0 0,1 0 0 0 0,-1 0 0 0 0,0 0 0 0 0,0 0 0 0 0,1 0 0 0 0,-1 1-1 0 0,0-1 1 0 0,0 1 0 0 0,0 0 0 0 0,-1 0 0 0 0,5 3 0 0 0,-2 1 11 0 0,-1-1 0 0 0,0 0-1 0 0,-1 1 1 0 0,1 0 0 0 0,-1 0 0 0 0,0 0 0 0 0,0 0 0 0 0,-1 0-1 0 0,0 0 1 0 0,0 1 0 0 0,-1-1 0 0 0,1 1 0 0 0,-1 7-1 0 0,4 27 15 0 0,-3 1-1 0 0,-3 59 0 0 0,-5-70-174 0 0,-1-18-2313 0 0,-6-6-6078 0 0,4-6 3601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70 5112 0 0,'0'-2'905'0'0,"0"-1"23"0"0,0-1 36 0 0,2-2 36 0 0,4-1 20 0 0,3-1 32 0 0,8 1 4 0 0,5-3 16 0 0,10 3 0 0 0,9 1 0 0 0,10 3-16 0 0,12-2-91 0 0,-1 3-209 0 0,11 4-4361 0 0,-2 0 1 0 0,-3 1 0 0 0,1-2-1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51 145 3792 0 0,'1'-14'1230'0'0,"1"-1"1"0"0,0 1-1 0 0,5-15 0 0 0,-4 15-124 0 0,0 0-1 0 0,-1 0 1 0 0,-2-16 3600 0 0,0 29-4630 0 0,-7 16 1566 0 0,-6 22 50 0 0,-2 26 311 0 0,-9 90-1 0 0,15-50-1324 0 0,7 124 0 0 0,2-220-677 0 0,0 1 0 0 0,1-1 0 0 0,0 1 0 0 0,1-1 0 0 0,-1 1 0 0 0,1-1 0 0 0,1 0 0 0 0,-1 0 0 0 0,1 0 0 0 0,0 0 0 0 0,6 7 0 0 0,-6-9-62 0 0,0-1 0 0 0,1 0 0 0 0,-1-1 1 0 0,1 1-1 0 0,0-1 0 0 0,0 1 0 0 0,1-1 1 0 0,-1 0-1 0 0,1-1 0 0 0,-1 1 0 0 0,1-1 0 0 0,0 0 1 0 0,0 0-1 0 0,0 0 0 0 0,0-1 0 0 0,8 2 1 0 0,32 2-2396 0 0,-23-4-1703 0 0,0-1 0 0 0,39-4 0 0 0,-20-4-614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224 75 4136 0 0,'-1'-20'3303'0'0,"1"17"-3093"0"0,-1 1 0 0 0,1-1 0 0 0,-1 0 1 0 0,1 1-1 0 0,-1-1 0 0 0,0 1 0 0 0,0 0 1 0 0,-1-1-1 0 0,1 1 0 0 0,0 0 0 0 0,-1 0 0 0 0,1 0 1 0 0,-1 0-1 0 0,0 0 0 0 0,1 0 0 0 0,-1 0 1 0 0,0 0-1 0 0,0 1 0 0 0,0-1 0 0 0,-1 1 1 0 0,1-1-1 0 0,0 1 0 0 0,0 0 0 0 0,-1 0 1 0 0,1 0-1 0 0,-1 0 0 0 0,1 0 0 0 0,-4 0 0 0 0,2 1-4 0 0,0 0-1 0 0,0 0 0 0 0,1 0 1 0 0,-1 0-1 0 0,0 1 0 0 0,0-1 1 0 0,0 1-1 0 0,0 0 0 0 0,0 1 1 0 0,1-1-1 0 0,-1 0 0 0 0,0 1 0 0 0,1 0 1 0 0,0 0-1 0 0,-1 0 0 0 0,1 0 1 0 0,0 1-1 0 0,-4 2 0 0 0,-1 4 237 0 0,0 0 0 0 0,0 0-1 0 0,0 1 1 0 0,1 0-1 0 0,1 0 1 0 0,0 1 0 0 0,0-1-1 0 0,-7 21 1 0 0,6-9-109 0 0,0 0 0 0 0,2 0 1 0 0,-4 38-1 0 0,8-58-311 0 0,1 1 0 0 0,-1-1-1 0 0,1 0 1 0 0,0 1 0 0 0,0-1 0 0 0,0 1-1 0 0,1-1 1 0 0,-1 1 0 0 0,0-1 0 0 0,1 0-1 0 0,0 1 1 0 0,-1-1 0 0 0,1 0 0 0 0,0 1-1 0 0,0-1 1 0 0,0 0 0 0 0,1 0 0 0 0,2 4-1 0 0,-3-5-6 0 0,1 0 0 0 0,-1 0 0 0 0,1 0 0 0 0,0 1 0 0 0,0-2 0 0 0,0 1-1 0 0,0 0 1 0 0,0 0 0 0 0,0-1 0 0 0,0 1 0 0 0,0-1 0 0 0,0 1 0 0 0,0-1 0 0 0,0 0-1 0 0,0 0 1 0 0,0 0 0 0 0,3 0 0 0 0,3-1 4 0 0,0-1-1 0 0,0 1 1 0 0,0-2 0 0 0,0 1 0 0 0,-1-1-1 0 0,1 0 1 0 0,-1-1 0 0 0,0 1-1 0 0,11-9 1 0 0,-7 3-17 0 0,-1 0-1 0 0,0-1 1 0 0,-1 0-1 0 0,0-1 1 0 0,0 0-1 0 0,-1 0 1 0 0,-1-1-1 0 0,12-23 1 0 0,-11 17-8 0 0,-1 0 0 0 0,0-1 0 0 0,-1 0 0 0 0,-1 0 0 0 0,5-35-1 0 0,-8 37 40 0 0,-1 18 83 0 0,-1 28 160 0 0,-1-14-220 0 0,0 38 231 0 0,0-20 82 0 0,7 61-1 0 0,-6-90-332 0 0,0 0 0 0 0,1-1 0 0 0,0 1 0 0 0,0 0 0 0 0,0-1 0 0 0,0 1 0 0 0,1-1 0 0 0,-1 0 0 0 0,1 1 0 0 0,0-1 0 0 0,0 0 0 0 0,0 0 0 0 0,0 0 0 0 0,0 0 0 0 0,1 0 0 0 0,-1-1 0 0 0,1 1 0 0 0,0-1 0 0 0,4 3 0 0 0,-4-3-32 0 0,0-1 0 0 0,0 0 0 0 0,0 0 1 0 0,0 0-1 0 0,1-1 0 0 0,-1 1 0 0 0,0-1 0 0 0,1 1 0 0 0,-1-1 0 0 0,0 0 0 0 0,1 0 0 0 0,-1-1 0 0 0,0 1 1 0 0,0-1-1 0 0,1 0 0 0 0,-1 1 0 0 0,0-2 0 0 0,0 1 0 0 0,0 0 0 0 0,0 0 0 0 0,5-4 0 0 0,-1 1-33 0 0,-1 0-1 0 0,0-1 0 0 0,-1 1 0 0 0,1-1 0 0 0,-1-1 1 0 0,0 1-1 0 0,0-1 0 0 0,0 1 0 0 0,-1-2 0 0 0,0 1 0 0 0,4-7 1 0 0,3-11-114 0 0,15-43 0 0 0,-23 59 120 0 0,3-9-25 0 0,1-3-1 0 0,1 0 1 0 0,12-25-1 0 0,-20 45 51 0 0,0 0 0 0 0,0 0 0 0 0,0-1 0 0 0,0 1 0 0 0,0 0 1 0 0,0 0-1 0 0,1 0 0 0 0,-1 0 0 0 0,0 0 0 0 0,0 0 0 0 0,0 0 1 0 0,0 0-1 0 0,0-1 0 0 0,0 1 0 0 0,0 0 0 0 0,0 0 0 0 0,0 0 0 0 0,0 0 1 0 0,0 0-1 0 0,0 0 0 0 0,0 0 0 0 0,0 0 0 0 0,1 0 0 0 0,-1 0 1 0 0,0 0-1 0 0,0-1 0 0 0,0 1 0 0 0,0 0 0 0 0,0 0 0 0 0,0 0 1 0 0,0 0-1 0 0,0 0 0 0 0,1 0 0 0 0,-1 0 0 0 0,0 0 0 0 0,0 0 0 0 0,0 0 1 0 0,0 0-1 0 0,0 0 0 0 0,0 0 0 0 0,0 0 0 0 0,1 0 0 0 0,-1 0 1 0 0,0 0-1 0 0,0 0 0 0 0,0 0 0 0 0,0 0 0 0 0,0 0 0 0 0,0 1 1 0 0,0-1-1 0 0,1 0 0 0 0,-1 0 0 0 0,0 0 0 0 0,0 0 0 0 0,0 0 0 0 0,0 0 1 0 0,0 0-1 0 0,0 0 0 0 0,0 0 0 0 0,0 0 0 0 0,0 0 0 0 0,0 1 1 0 0,0-1-1 0 0,0 0 0 0 0,3 13 129 0 0,-2 17 59 0 0,3 125 687 0 0,0-40-3394 0 0,-3-105-2827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63 30 5288 0 0,'0'-1'933'0'0,"0"-1"55"0"0,0-2 36 0 0,0 0 36 0 0,0-2 36 0 0,0 3-4 0 0,0-1 4 0 0,0 1 0 0 0,0 1 16 0 0,0 4-20 0 0,0 5-67 0 0,-3 6-105 0 0,-2 8-196 0 0,-4 7-4433 0 0,-3 6 1 0 0,-4 7 0 0 0,-1 7-1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0 5360 0 0,'-3'3'893'0'0,"3"-1"3"0"0,0 1-4 0 0,0 2 8 0 0,-3 0-4 0 0,3 0-36 0 0,0 3-68 0 0,-2 0-180 0 0,2-3-3032 0 0,0 1 0 0 0,0-2-1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203 597 4480 0 0,'-59'-14'5132'0'0,"54"14"-4837"0"0,0 0 0 0 0,-1 0 0 0 0,1 0 0 0 0,0 1 0 0 0,-1-1 0 0 0,1 1 0 0 0,0 1-1 0 0,-1-1 1 0 0,1 1 0 0 0,0 0 0 0 0,0 0 0 0 0,0 0 0 0 0,1 1 0 0 0,-9 5 0 0 0,8-4-47 0 0,1 0 0 0 0,0 1 0 0 0,0-1 0 0 0,1 1 0 0 0,-1 0 0 0 0,1 0 0 0 0,0 0 0 0 0,1 0 0 0 0,-1 0 1 0 0,1 1-1 0 0,0-1 0 0 0,0 1 0 0 0,1 0 0 0 0,-2 9 0 0 0,-3 17 1507 0 0,-1 60-1 0 0,6-83-1645 0 0,1 0 0 0 0,0 0-1 0 0,1 0 1 0 0,0 0 0 0 0,1 0-1 0 0,-1 0 1 0 0,2 0 0 0 0,-1 0 0 0 0,1-1-1 0 0,1 1 1 0 0,0-1 0 0 0,7 13-1 0 0,-7-18-95 0 0,-1 1 0 0 0,1-1 0 0 0,-1-1-1 0 0,1 1 1 0 0,0 0 0 0 0,0-1 0 0 0,0 0-1 0 0,0 0 1 0 0,1 0 0 0 0,-1 0 0 0 0,1-1-1 0 0,-1 0 1 0 0,1 0 0 0 0,-1 0 0 0 0,1 0-1 0 0,0-1 1 0 0,-1 0 0 0 0,1 0 0 0 0,5 0-1 0 0,4-1 21 0 0,0-1-1 0 0,0 0 0 0 0,0-1 0 0 0,-1 0 0 0 0,15-6 0 0 0,-10 1-59 0 0,0 0 0 0 0,-1-2 0 0 0,-1 0 0 0 0,1-1-1 0 0,-2 0 1 0 0,1-1 0 0 0,-2-1 0 0 0,0-1 0 0 0,0 0 0 0 0,-1-1-1 0 0,-1 0 1 0 0,-1 0 0 0 0,14-25 0 0 0,-2-1-58 0 0,-2-1 0 0 0,-1-1 0 0 0,-3-1 0 0 0,17-62 0 0 0,-19 49-5 0 0,-3-1 1 0 0,-2 0-1 0 0,-2-1 0 0 0,-1-105 0 0 0,-8 156 102 0 0,1 1-1 0 0,-1-1 0 0 0,-1 1 1 0 0,1 0-1 0 0,-2 0 0 0 0,1 0 0 0 0,-4-9 1 0 0,5 15-6 0 0,1 0 0 0 0,-1 0 1 0 0,1 0-1 0 0,-1-1 0 0 0,0 1 0 0 0,1 0 1 0 0,-1 0-1 0 0,0 0 0 0 0,0 0 1 0 0,0 0-1 0 0,0 0 0 0 0,0 0 0 0 0,0 0 1 0 0,0 1-1 0 0,0-1 0 0 0,0 0 1 0 0,0 1-1 0 0,0-1 0 0 0,-1 1 0 0 0,1-1 1 0 0,0 1-1 0 0,0-1 0 0 0,-1 1 1 0 0,1 0-1 0 0,0-1 0 0 0,-1 1 0 0 0,1 0 1 0 0,0 0-1 0 0,-1 0 0 0 0,1 0 1 0 0,0 0-1 0 0,-1 1 0 0 0,1-1 0 0 0,0 0 1 0 0,0 1-1 0 0,-1-1 0 0 0,1 1 1 0 0,0-1-1 0 0,0 1 0 0 0,0-1 0 0 0,-1 1 1 0 0,1 0-1 0 0,0 0 0 0 0,0-1 1 0 0,0 1-1 0 0,0 0 0 0 0,-1 2 0 0 0,-4 2 18 0 0,1 1-1 0 0,0 0 1 0 0,0 0-1 0 0,1 0 1 0 0,0 1-1 0 0,0-1 1 0 0,0 1-1 0 0,1 0 1 0 0,0 0-1 0 0,-4 14 1 0 0,-2 10 69 0 0,-4 39 1 0 0,11-60-74 0 0,-16 117 220 0 0,5 0-1 0 0,5 200 0 0 0,8-321-231 0 0,0 4 22 0 0,1 0 0 0 0,0 0 0 0 0,4 18 0 0 0,-5-27-28 0 0,0 0 1 0 0,1 0-1 0 0,-1 0 1 0 0,0 0-1 0 0,1 1 1 0 0,-1-1 0 0 0,0 0-1 0 0,1 0 1 0 0,-1 0-1 0 0,1 0 1 0 0,-1 0-1 0 0,1 0 1 0 0,0-1-1 0 0,0 1 1 0 0,-1 0 0 0 0,1 0-1 0 0,0 0 1 0 0,0-1-1 0 0,0 1 1 0 0,0 0-1 0 0,0-1 1 0 0,0 1 0 0 0,0 0-1 0 0,0-1 1 0 0,0 0-1 0 0,0 1 1 0 0,0-1-1 0 0,0 0 1 0 0,0 1 0 0 0,0-1-1 0 0,0 0 1 0 0,0 0-1 0 0,0 0 1 0 0,1 0-1 0 0,-1 0 1 0 0,0 0 0 0 0,0 0-1 0 0,0 0 1 0 0,0 0-1 0 0,0-1 1 0 0,0 1-1 0 0,0 0 1 0 0,2-2 0 0 0,5-2 0 0 0,-1-1 0 0 0,1 0 1 0 0,-1-1-1 0 0,-1 1 1 0 0,1-1-1 0 0,-1-1 1 0 0,0 1-1 0 0,0-1 0 0 0,-1 0 1 0 0,0 0-1 0 0,0-1 1 0 0,4-10-1 0 0,4-8-5 0 0,-1 0 0 0 0,12-41 0 0 0,14-70 100 0 0,-36 199 138 0 0,-1-37-172 0 0,0 1 0 0 0,7 32 0 0 0,-6-47-40 0 0,0-1-1 0 0,1 1 0 0 0,0-1 0 0 0,1 0 0 0 0,0 0 0 0 0,1 0 1 0 0,0 0-1 0 0,7 9 0 0 0,-9-16-15 0 0,-1 1-1 0 0,1-1 1 0 0,0 0 0 0 0,0 0-1 0 0,0 0 1 0 0,1-1-1 0 0,-1 1 1 0 0,1-1 0 0 0,-1 1-1 0 0,1-1 1 0 0,0-1 0 0 0,0 1-1 0 0,0 0 1 0 0,0-1 0 0 0,0 0-1 0 0,8 2 1 0 0,-5-3-5 0 0,-1 0-1 0 0,1 0 1 0 0,-1 0-1 0 0,1-1 1 0 0,-1 0-1 0 0,1 0 1 0 0,-1 0-1 0 0,0-1 1 0 0,1 0-1 0 0,7-4 1 0 0,-4 2-4 0 0,-1-1 0 0 0,1-1 1 0 0,-1 0-1 0 0,0 0 0 0 0,0 0 0 0 0,-1-1 1 0 0,0-1-1 0 0,0 1 0 0 0,-1-1 1 0 0,0-1-1 0 0,0 1 0 0 0,-1-1 1 0 0,6-11-1 0 0,-5 4 8 0 0,-2 0 1 0 0,0-1-1 0 0,-1 1 0 0 0,0-1 1 0 0,-1 0-1 0 0,-1 0 0 0 0,-1-34 1 0 0,-4 152 2 0 0,0-53-1 0 0,7 91 0 0 0,-4-135-6 0 0,1-1 0 0 0,-1 1 0 0 0,1 0 0 0 0,0-1 0 0 0,0 1 0 0 0,1-1 0 0 0,-1 1 0 0 0,1-1 0 0 0,0 0 0 0 0,-1 0 0 0 0,1 1 0 0 0,1-1 0 0 0,-1-1 0 0 0,0 1 0 0 0,1 0 0 0 0,-1 0 0 0 0,1-1 0 0 0,0 0 0 0 0,0 1-1 0 0,6 2 1 0 0,-7-4 0 0 0,1 0 0 0 0,0 0-1 0 0,0 0 1 0 0,-1-1 0 0 0,1 1-1 0 0,0-1 1 0 0,0 1-1 0 0,0-1 1 0 0,0 0 0 0 0,0 0-1 0 0,0-1 1 0 0,0 1-1 0 0,-1 0 1 0 0,1-1 0 0 0,0 0-1 0 0,0 0 1 0 0,0 0-1 0 0,-1 0 1 0 0,1 0 0 0 0,-1 0-1 0 0,1-1 1 0 0,-1 1 0 0 0,1-1-1 0 0,-1 0 1 0 0,0 0-1 0 0,0 0 1 0 0,2-2 0 0 0,5-4 4 0 0,-1-1 0 0 0,0-1 0 0 0,-1 1 0 0 0,0-1 0 0 0,-1-1 0 0 0,0 1 0 0 0,0-1 0 0 0,-1 0 0 0 0,5-15 0 0 0,0-8 32 0 0,9-65 0 0 0,-14 68-35 0 0,-9 64 2 0 0,2 0-1 0 0,1 0 1 0 0,2 0 0 0 0,1 0-1 0 0,9 42 1 0 0,-11-72-5 0 0,1 1 0 0 0,0-1-1 0 0,0 1 1 0 0,0-1 0 0 0,1 0 0 0 0,-1 0 0 0 0,1 0 0 0 0,-1 0 0 0 0,1 0 0 0 0,0 0 0 0 0,1 0 0 0 0,-1 0 0 0 0,0-1 0 0 0,1 1 0 0 0,-1-1 0 0 0,1 0 0 0 0,0 0 0 0 0,0 0 0 0 0,0 0-1 0 0,0 0 1 0 0,0-1 0 0 0,0 1 0 0 0,0-1 0 0 0,0 0 0 0 0,1 0 0 0 0,-1 0 0 0 0,1 0 0 0 0,-1 0 0 0 0,0-1 0 0 0,1 0 0 0 0,-1 0 0 0 0,1 0 0 0 0,-1 0 0 0 0,7-1 0 0 0,11-2 3 0 0,0-1 0 0 0,0-1 0 0 0,0-1 0 0 0,31-14 1 0 0,-26 10 7 0 0,-5 3-1 0 0,0-2 0 0 0,-1 0-1 0 0,36-23 1 0 0,-51 28-8 0 0,1 1-1 0 0,0-2 1 0 0,-1 1 0 0 0,0-1-1 0 0,0 1 1 0 0,0-1 0 0 0,-1-1-1 0 0,1 1 1 0 0,-1-1 0 0 0,-1 1-1 0 0,1-1 1 0 0,-1 0 0 0 0,0-1-1 0 0,0 1 1 0 0,0 0 0 0 0,2-13-1 0 0,-3 3 24 0 0,0 11-8 0 0,-1 0 0 0 0,0 0 0 0 0,0-1 0 0 0,0 1 1 0 0,-1-1-1 0 0,0 1 0 0 0,0 0 0 0 0,0-1 0 0 0,-1 1 0 0 0,0-1 0 0 0,0 1 0 0 0,0 0 0 0 0,-1 0 1 0 0,-2-7-1 0 0,3 11-12 0 0,0 0 0 0 0,0 0 0 0 0,0 0 0 0 0,0 1 0 0 0,0-1 0 0 0,0 0 1 0 0,-1 1-1 0 0,1-1 0 0 0,0 1 0 0 0,0-1 0 0 0,0 1 0 0 0,-1-1 0 0 0,1 1 0 0 0,0 0 0 0 0,-1 0 1 0 0,1 0-1 0 0,0 0 0 0 0,0 0 0 0 0,-1 0 0 0 0,1 0 0 0 0,0 0 0 0 0,-1 0 0 0 0,1 0 1 0 0,0 1-1 0 0,0-1 0 0 0,-1 1 0 0 0,1-1 0 0 0,0 1 0 0 0,0-1 0 0 0,0 1 0 0 0,-2 1 1 0 0,-36 24 97 0 0,38-26-102 0 0,-14 13 24 0 0,1-1 1 0 0,1 2 0 0 0,0 0 0 0 0,1 1 0 0 0,0 0-1 0 0,2 0 1 0 0,-1 2 0 0 0,2-1 0 0 0,0 1-1 0 0,1 0 1 0 0,1 1 0 0 0,-9 33 0 0 0,15-47-16 0 0,-1 1 1 0 0,1 0-1 0 0,0 0 1 0 0,1 0-1 0 0,-1-1 1 0 0,1 1-1 0 0,0 0 1 0 0,1 9-1 0 0,0-13-3 0 0,0 1-1 0 0,-1 0 1 0 0,1-1-1 0 0,0 1 0 0 0,0-1 1 0 0,0 0-1 0 0,0 1 1 0 0,0-1-1 0 0,0 0 1 0 0,0 1-1 0 0,0-1 1 0 0,1 0-1 0 0,-1 0 1 0 0,0 0-1 0 0,1 0 0 0 0,-1 0 1 0 0,1 0-1 0 0,-1-1 1 0 0,1 1-1 0 0,-1 0 1 0 0,1-1-1 0 0,0 1 1 0 0,-1-1-1 0 0,1 0 0 0 0,0 0 1 0 0,-1 1-1 0 0,4-1 1 0 0,58-1 122 0 0,-49-1-80 0 0,1 1 0 0 0,0 1 0 0 0,-1 1 0 0 0,1 0 1 0 0,21 4-1 0 0,-33-4-57 0 0,0 0 1 0 0,0 0 0 0 0,0 0-1 0 0,-1 0 1 0 0,1 1 0 0 0,0-1-1 0 0,0 1 1 0 0,-1-1 0 0 0,1 1-1 0 0,-1 0 1 0 0,0 0 0 0 0,0 0-1 0 0,0 1 1 0 0,0-1 0 0 0,0 0-1 0 0,0 1 1 0 0,0 0 0 0 0,-1-1-1 0 0,1 1 1 0 0,-1 0 0 0 0,0 0-1 0 0,0-1 1 0 0,0 1 0 0 0,0 0-1 0 0,0 0 1 0 0,-1 0 0 0 0,1 0-1 0 0,-1 0 1 0 0,0 1-1 0 0,0-1 1 0 0,0 3 0 0 0,0-3-195 0 0,0-1 1 0 0,0 1 0 0 0,0-1-1 0 0,-1 1 1 0 0,1 0 0 0 0,-1-1-1 0 0,1 0 1 0 0,-1 1-1 0 0,-1 2 1 0 0,1-3-515 0 0,0-1 0 0 0,-1 1 0 0 0,1 0 0 0 0,0-1-1 0 0,-1 1 1 0 0,1-1 0 0 0,0 0 0 0 0,-1 1 0 0 0,0-1 0 0 0,1 0 0 0 0,-1 0 0 0 0,-2 1-1 0 0,-11 4-4404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19 5569 0 0,'6'-3'510'0'0,"-1"0"0"0"0,1 1 1 0 0,-1 0-1 0 0,1 0 1 0 0,-1 0-1 0 0,1 1 1 0 0,0 0-1 0 0,0 0 1 0 0,10 0-1 0 0,52 2 1973 0 0,-61-1-2192 0 0,1 1 1 0 0,-1 1 0 0 0,0-1-1 0 0,0 1 1 0 0,0 1-1 0 0,0-1 1 0 0,0 1 0 0 0,-1 0-1 0 0,1 0 1 0 0,-1 1-1 0 0,0 0 1 0 0,0 0-1 0 0,0 1 1 0 0,6 6 0 0 0,-9-8-118 0 0,0 1-1 0 0,0 0 1 0 0,0 0 0 0 0,0 0 0 0 0,-1 0 0 0 0,0 1 0 0 0,0-1 0 0 0,0 1-1 0 0,0-1 1 0 0,-1 1 0 0 0,1 0 0 0 0,-1-1 0 0 0,0 1 0 0 0,-1 0 0 0 0,1 0 0 0 0,-1 0-1 0 0,0 0 1 0 0,0 0 0 0 0,-1 0 0 0 0,1-1 0 0 0,-1 1 0 0 0,-1 5 0 0 0,-2 1 155 0 0,1 0 0 0 0,-1-1 0 0 0,-10 19 0 0 0,-25 29-3471 0 0,14-29-2049 0 0,-45 41 0 0 0,22-27 534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255 680 4544 0 0,'0'-4'400'0'0,"0"-1"-1"0"0,0 1 1 0 0,-1 0-1 0 0,1 0 1 0 0,-1-1-1 0 0,0 1 0 0 0,0 0 1 0 0,-1 0-1 0 0,1 0 1 0 0,-1 0-1 0 0,0 1 1 0 0,0-1-1 0 0,0 0 0 0 0,-1 1 1 0 0,1-1-1 0 0,-1 1 1 0 0,0 0-1 0 0,-4-4 1 0 0,5 5-229 0 0,-1 0 0 0 0,0 1 0 0 0,0-1 1 0 0,0 1-1 0 0,0-1 0 0 0,0 1 1 0 0,0 0-1 0 0,0 0 0 0 0,-1 0 0 0 0,1 0 1 0 0,0 1-1 0 0,-1-1 0 0 0,1 1 0 0 0,0 0 1 0 0,-1 0-1 0 0,1 0 0 0 0,0 1 1 0 0,-1-1-1 0 0,1 1 0 0 0,0-1 0 0 0,0 1 1 0 0,-1 0-1 0 0,-5 3 0 0 0,1 1 151 0 0,0-1-1 0 0,0 1 1 0 0,0 0 0 0 0,1 1-1 0 0,0 0 1 0 0,0 0-1 0 0,0 1 1 0 0,1 0 0 0 0,0 0-1 0 0,0 0 1 0 0,1 1 0 0 0,0 0-1 0 0,0 0 1 0 0,0 0-1 0 0,1 1 1 0 0,-3 10 0 0 0,0 0 19 0 0,1 1 1 0 0,1 0 0 0 0,1 0-1 0 0,0 0 1 0 0,2 0 0 0 0,0 29 0 0 0,2-43-300 0 0,0-1 1 0 0,0 1-1 0 0,1 0 1 0 0,-1-1 0 0 0,2 1-1 0 0,-1-1 1 0 0,0 1 0 0 0,1-1-1 0 0,0 1 1 0 0,0-1-1 0 0,1 0 1 0 0,0 0 0 0 0,0 0-1 0 0,0 0 1 0 0,0-1-1 0 0,1 1 1 0 0,-1-1 0 0 0,6 5-1 0 0,-3-5-4 0 0,0 1-1 0 0,1-1 1 0 0,0 0-1 0 0,0-1 1 0 0,0 1-1 0 0,0-1 1 0 0,0-1-1 0 0,0 1 0 0 0,1-1 1 0 0,0-1-1 0 0,-1 1 1 0 0,16 0-1 0 0,4-1 3 0 0,-1-1 0 0 0,1-1-1 0 0,0-1 1 0 0,0-2 0 0 0,-1 0-1 0 0,0-2 1 0 0,31-11 0 0 0,-44 13-56 0 0,-1 0 0 0 0,0-1 1 0 0,0-1-1 0 0,-1 0 0 0 0,0-1 0 0 0,0 0 1 0 0,0 0-1 0 0,-1-2 0 0 0,0 1 0 0 0,-1-1 1 0 0,1 0-1 0 0,-2-1 0 0 0,1 0 1 0 0,-2 0-1 0 0,1-1 0 0 0,10-21 0 0 0,-9 7-27 0 0,-1 1 0 0 0,0-1 0 0 0,-2 0 0 0 0,-2-1 0 0 0,3-32 0 0 0,-2-134-161 0 0,-5 135 146 0 0,0 20 17 0 0,-4-128-111 0 0,2 136 138 0 0,-1 1 0 0 0,-2 0 0 0 0,-13-46 1 0 0,17 70 13 0 0,-1-1 0 0 0,0 1 1 0 0,0 0-1 0 0,0 0 0 0 0,-1 0 0 0 0,1 0 1 0 0,-1 1-1 0 0,-6-7 0 0 0,8 9 1 0 0,1 0 1 0 0,-1 1-1 0 0,0-1 0 0 0,1 1 0 0 0,-1-1 0 0 0,0 1 0 0 0,0-1 0 0 0,0 1 0 0 0,1-1 0 0 0,-1 1 0 0 0,0 0 1 0 0,0 0-1 0 0,0-1 0 0 0,0 1 0 0 0,0 0 0 0 0,0 0 0 0 0,0 0 0 0 0,0 0 0 0 0,0 0 0 0 0,0 0 0 0 0,0 0 1 0 0,1 0-1 0 0,-1 0 0 0 0,0 0 0 0 0,0 1 0 0 0,0-1 0 0 0,0 0 0 0 0,0 1 0 0 0,0-1 0 0 0,1 1 1 0 0,-1-1-1 0 0,0 1 0 0 0,0-1 0 0 0,0 1 0 0 0,1-1 0 0 0,-1 1 0 0 0,0 0 0 0 0,1-1 0 0 0,-1 1 0 0 0,1 0 1 0 0,-1 0-1 0 0,1-1 0 0 0,-1 1 0 0 0,1 0 0 0 0,-1 0 0 0 0,1 0 0 0 0,0 0 0 0 0,-1 1 0 0 0,-5 11 27 0 0,0 0 0 0 0,1 0-1 0 0,1 1 1 0 0,0 0 0 0 0,1 0 0 0 0,-2 22-1 0 0,-1 89 153 0 0,5-81-117 0 0,2 559 828 0 0,-1-583-850 0 0,4 53 68 0 0,-4-67-95 0 0,1-1 1 0 0,0 1-1 0 0,0-1 0 0 0,1 1 0 0 0,-1-1 1 0 0,1 1-1 0 0,0-1 0 0 0,1 0 0 0 0,4 8 0 0 0,-6-12-13 0 0,0 0-1 0 0,0-1 1 0 0,-1 1-1 0 0,1 0 1 0 0,0-1-1 0 0,0 1 0 0 0,0 0 1 0 0,0-1-1 0 0,0 1 1 0 0,1-1-1 0 0,-1 0 1 0 0,0 1-1 0 0,0-1 1 0 0,0 0-1 0 0,0 1 0 0 0,0-1 1 0 0,0 0-1 0 0,1 0 1 0 0,-1 0-1 0 0,0 0 1 0 0,0 0-1 0 0,0-1 1 0 0,0 1-1 0 0,0 0 0 0 0,1 0 1 0 0,-1-1-1 0 0,0 1 1 0 0,0-1-1 0 0,0 1 1 0 0,0-1-1 0 0,0 1 0 0 0,0-1 1 0 0,0 1-1 0 0,0-1 1 0 0,0 0-1 0 0,-1 0 1 0 0,1 0-1 0 0,0 1 1 0 0,0-1-1 0 0,1-2 0 0 0,5-4-13 0 0,0-1 0 0 0,0 0 0 0 0,6-11-1 0 0,-12 17 13 0 0,23-38-42 0 0,-2-1-1 0 0,-2-1 0 0 0,24-74 1 0 0,-29 75 29 0 0,-15 41 16 0 0,0 0 0 0 0,0 0 0 0 0,0 0 0 0 0,0 0 0 0 0,1 0 0 0 0,-1 0 0 0 0,0 0 0 0 0,0 0 0 0 0,0 0 0 0 0,0 0 0 0 0,0-1 0 0 0,0 1 0 0 0,0 0 0 0 0,0 0-1 0 0,0 0 1 0 0,0 0 0 0 0,0 0 0 0 0,0 0 0 0 0,0 0 0 0 0,1 0 0 0 0,-1 0 0 0 0,0 0 0 0 0,0 0 0 0 0,0 0 0 0 0,0 0 0 0 0,0 0 0 0 0,0 0 0 0 0,0 0 0 0 0,0 0 0 0 0,0 0 0 0 0,0 0 0 0 0,1 0 0 0 0,-1 0 0 0 0,0 0 0 0 0,0 0 0 0 0,0 0 0 0 0,0 0 0 0 0,0 0 0 0 0,0 0 0 0 0,0 0 0 0 0,0 0 0 0 0,0 0 0 0 0,0 0 0 0 0,0 0 0 0 0,1 0 0 0 0,-1 1 0 0 0,0-1 0 0 0,0 0 0 0 0,0 0 0 0 0,0 0 0 0 0,0 0 0 0 0,0 0 0 0 0,0 0 0 0 0,0 0 0 0 0,0 0 0 0 0,0 0 0 0 0,0 0 0 0 0,0 0 0 0 0,0 0 0 0 0,0 1 0 0 0,0-1 0 0 0,0 0 0 0 0,0 0 0 0 0,0 0 0 0 0,0 0 0 0 0,0 0 0 0 0,0 0 0 0 0,0 0 0 0 0,0 0 0 0 0,5 13 91 0 0,2 17 41 0 0,-2 25 105 0 0,10 61 166 0 0,-12-100-321 0 0,1 0 0 0 0,0 0 0 0 0,2-1 0 0 0,-1 1-1 0 0,10 15 1 0 0,-13-27-61 0 0,1 0 0 0 0,-1-1 0 0 0,1 1 0 0 0,0 0 0 0 0,0-1 0 0 0,0 1 0 0 0,1-1-1 0 0,-1 0 1 0 0,1 0 0 0 0,0-1 0 0 0,-1 1 0 0 0,1-1 0 0 0,1 0 0 0 0,-1 0 0 0 0,6 2 0 0 0,-3-1-2 0 0,0-2 1 0 0,1 1 0 0 0,0-1-1 0 0,-1 0 1 0 0,1 0 0 0 0,0-1-1 0 0,0 0 1 0 0,12-3 0 0 0,-6 1-15 0 0,-1-1 1 0 0,1 0-1 0 0,-1-1 1 0 0,0-1 0 0 0,-1 0-1 0 0,1-1 1 0 0,-1 0-1 0 0,0 0 1 0 0,0-2-1 0 0,13-11 1 0 0,-15 10-19 0 0,0-1 0 0 0,-1 0 1 0 0,-1-1-1 0 0,0 0 0 0 0,0-1 0 0 0,-1 1 0 0 0,0-1 1 0 0,-1-1-1 0 0,7-20 0 0 0,-5 8-31 0 0,-1 0 0 0 0,-2 0 0 0 0,0 0 0 0 0,1-31 1 0 0,-7 37-58 0 0,-6 28 10 0 0,-7 30 9 0 0,13-32 68 0 0,-18 93-75 0 0,17-87 77 0 0,1 1 1 0 0,0-1-1 0 0,1 0 1 0 0,0 0-1 0 0,4 20 1 0 0,-3-30 9 0 0,0-1 0 0 0,0 1 0 0 0,0-1 0 0 0,0 1 0 0 0,0-1 0 0 0,0 1 0 0 0,1-1 0 0 0,-1 0 0 0 0,1 0 0 0 0,0 0 0 0 0,-1 0 0 0 0,1 0 0 0 0,0 0 1 0 0,0 0-1 0 0,0 0 0 0 0,1-1 0 0 0,-1 1 0 0 0,0-1 0 0 0,1 0 0 0 0,-1 0 0 0 0,1 0 0 0 0,-1 0 0 0 0,1 0 0 0 0,-1 0 0 0 0,1 0 0 0 0,0-1 1 0 0,-1 0-1 0 0,1 1 0 0 0,0-1 0 0 0,-1 0 0 0 0,4 0 0 0 0,10-1 24 0 0,0 0 0 0 0,0-1 0 0 0,0-1 0 0 0,15-4 0 0 0,-17 4-8 0 0,9-2 33 0 0,48-13 83 0 0,-67 16-116 0 0,0 1 0 0 0,0-1 0 0 0,-1 1-1 0 0,1-1 1 0 0,0 0 0 0 0,-1-1-1 0 0,0 1 1 0 0,1-1 0 0 0,-1 1-1 0 0,0-1 1 0 0,0 0 0 0 0,0 0 0 0 0,-1 0-1 0 0,4-5 1 0 0,-6 6-9 0 0,1 1 0 0 0,-1-1 1 0 0,0 0-1 0 0,1 1 0 0 0,-1-1 0 0 0,0 0 0 0 0,0 1 1 0 0,0-1-1 0 0,0 1 0 0 0,0-1 0 0 0,-1 0 1 0 0,1 1-1 0 0,0-1 0 0 0,-1 1 0 0 0,1-1 0 0 0,-1 1 1 0 0,0-1-1 0 0,0 1 0 0 0,1-1 0 0 0,-1 1 1 0 0,0-1-1 0 0,0 1 0 0 0,0 0 0 0 0,0 0 0 0 0,0-1 1 0 0,-3-1-1 0 0,-40-33 55 0 0,30 25-50 0 0,-8-7-25 0 0,-1 1 1 0 0,-1 1-1 0 0,0 1 0 0 0,-1 1 0 0 0,-49-20 1 0 0,74 34 10 0 0,1 1 1 0 0,-1-1 0 0 0,0 0-1 0 0,0 0 1 0 0,0 1-1 0 0,0-1 1 0 0,0 0 0 0 0,0 1-1 0 0,0-1 1 0 0,1 0 0 0 0,-1 1-1 0 0,0-1 1 0 0,0 0-1 0 0,0 1 1 0 0,0-1 0 0 0,0 0-1 0 0,0 1 1 0 0,-1-1 0 0 0,1 0-1 0 0,0 1 1 0 0,0-1 0 0 0,0 0-1 0 0,0 1 1 0 0,0-1-1 0 0,0 0 1 0 0,0 1 0 0 0,-1-1-1 0 0,1 0 1 0 0,0 0 0 0 0,0 1-1 0 0,-1-1 1 0 0,1 0 0 0 0,0 0-1 0 0,0 1 1 0 0,-1-1-1 0 0,1 0 1 0 0,0 0 0 0 0,0 0-1 0 0,-1 0 1 0 0,1 1 0 0 0,0-1-1 0 0,-1 0 1 0 0,1 0 0 0 0,0 0-1 0 0,-1 0 1 0 0,1 0-1 0 0,0 0 1 0 0,-1 0 0 0 0,1 0-1 0 0,0 0 1 0 0,-1 0 0 0 0,1 0-1 0 0,0 0 1 0 0,-1 0 0 0 0,1 0-1 0 0,0 0 1 0 0,-1 0-1 0 0,1 0 1 0 0,0 0 0 0 0,-1-1-1 0 0,1 1 1 0 0,0 0 0 0 0,0 0-1 0 0,-1 0 1 0 0,1 0-1 0 0,0-1 1 0 0,0 1 0 0 0,-1-1-1 0 0,2 3-10 0 0,0 0-1 0 0,0 0 0 0 0,0 0 1 0 0,0 0-1 0 0,0 0 0 0 0,0-1 0 0 0,1 1 1 0 0,-1 0-1 0 0,1-1 0 0 0,1 2 1 0 0,5 1-33 0 0,1 0 1 0 0,-1 0-1 0 0,1-1 0 0 0,0 0 1 0 0,0-1-1 0 0,0 0 1 0 0,0 0-1 0 0,1-1 1 0 0,-1 0-1 0 0,17-1 1 0 0,9-3-117 0 0,56-11-1 0 0,-64 9 87 0 0,-1 0 0 0 0,1 2-1 0 0,31 0 1 0 0,-54 4 77 0 0,-1-1 0 0 0,0 1-1 0 0,1-1 1 0 0,-1 1 0 0 0,0 0 0 0 0,0 0-1 0 0,0 1 1 0 0,0-1 0 0 0,0 1 0 0 0,0-1-1 0 0,0 1 1 0 0,0 0 0 0 0,0 0 0 0 0,-1 0-1 0 0,1 1 1 0 0,-1-1 0 0 0,1 1 0 0 0,-1-1-1 0 0,0 1 1 0 0,0 0 0 0 0,0-1 0 0 0,-1 1 0 0 0,1 0-1 0 0,-1 0 1 0 0,1 1 0 0 0,-1-1 0 0 0,0 0-1 0 0,0 0 1 0 0,-1 1 0 0 0,2 4 0 0 0,-1 1 49 0 0,0 0 0 0 0,0 0 0 0 0,-1 0 1 0 0,0 0-1 0 0,-1 0 0 0 0,0 0 0 0 0,0 0 0 0 0,-1 0 1 0 0,0-1-1 0 0,-5 15 0 0 0,56-71 493 0 0,-30 28-475 0 0,17-15 37 0 0,48-40 0 0 0,-73 66-83 0 0,1 1 1 0 0,0 0 0 0 0,0 1-1 0 0,1 0 1 0 0,-1 1-1 0 0,1 1 1 0 0,1 0-1 0 0,-1 0 1 0 0,18-3-1 0 0,-28 8-2 0 0,0-1-1 0 0,0 1 1 0 0,1-1-1 0 0,-1 1 1 0 0,0 0-1 0 0,0 0 1 0 0,0 0-1 0 0,0 0 1 0 0,0 1-1 0 0,0-1 1 0 0,0 1-1 0 0,0 0 1 0 0,0 0-1 0 0,0 0 1 0 0,0 0-1 0 0,0 1 1 0 0,-1-1-1 0 0,1 1 1 0 0,0-1-1 0 0,-1 1 1 0 0,0 0-1 0 0,1 0 1 0 0,-1 0-1 0 0,0 0 1 0 0,0 1-1 0 0,0-1 1 0 0,0 1-1 0 0,0-1 1 0 0,-1 1-1 0 0,1-1 1 0 0,-1 1-1 0 0,1 0 1 0 0,-1 0-1 0 0,0 0 1 0 0,0 0-1 0 0,0 4 1 0 0,3 11 115 0 0,-2 0 1 0 0,0 1 0 0 0,-1-1-1 0 0,-1 1 1 0 0,-2 18-1 0 0,0 1 84 0 0,3-29 296 0 0,-1-1-987 0 0,0 0 1 0 0,0 0-1 0 0,-1 0 0 0 0,0-1 1 0 0,-2 9-1 0 0,-9 7-5934 0 0,-12-1-3772 0 0,5-8 4417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6265 0 0,'0'2'1080'0'0,"0"1"72"0"0,0 0 60 0 0,2 1 24 0 0,-2 0 48 0 0,4 2 20 0 0,1-1-4 0 0,1 1 20 0 0,3-1-19 0 0,-4 1-33 0 0,7 1-112 0 0,-3-6-164 0 0,-4 0-220 0 0,3-1-5100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298 57 2912 0 0,'1'-15'7560'0'0,"0"-1"-3936"0"0,-1 15-3446 0 0,0 0 0 0 0,-1 0 1 0 0,1-1-1 0 0,0 1 0 0 0,-1 0 0 0 0,1 0 0 0 0,-1 0 0 0 0,0 0 1 0 0,1 0-1 0 0,-1 0 0 0 0,0 0 0 0 0,1 0 0 0 0,-1 1 1 0 0,0-1-1 0 0,0 0 0 0 0,0 0 0 0 0,0 1 0 0 0,0-1 0 0 0,0 0 1 0 0,0 1-1 0 0,0-1 0 0 0,0 1 0 0 0,0-1 0 0 0,0 1 1 0 0,0-1-1 0 0,0 1 0 0 0,0 0 0 0 0,0 0 0 0 0,-1 0 0 0 0,-1-1 1 0 0,-43-1 645 0 0,36 2-332 0 0,2-1-417 0 0,0 1 0 0 0,0 1-1 0 0,0-1 1 0 0,0 1 0 0 0,0 1 0 0 0,0-1 0 0 0,1 1 0 0 0,-1 1 0 0 0,0-1-1 0 0,1 2 1 0 0,0-1 0 0 0,-1 1 0 0 0,1 0 0 0 0,1 0 0 0 0,-1 0 0 0 0,1 1-1 0 0,-1 0 1 0 0,1 1 0 0 0,1-1 0 0 0,-1 1 0 0 0,1 0 0 0 0,0 1 0 0 0,0-1-1 0 0,1 1 1 0 0,0 0 0 0 0,0 0 0 0 0,1 0 0 0 0,-5 14 0 0 0,3-9-36 0 0,0 1 1 0 0,1 0 0 0 0,0 1-1 0 0,1-1 1 0 0,1 1 0 0 0,-2 26-1 0 0,4-36-34 0 0,0 0 0 0 0,0 0 0 0 0,1 0 1 0 0,-1 0-1 0 0,1 0 0 0 0,0 0 0 0 0,0 0 0 0 0,1 0 0 0 0,-1 0 0 0 0,1 0 0 0 0,0 0 0 0 0,0-1 0 0 0,0 1 1 0 0,0-1-1 0 0,0 1 0 0 0,1-1 0 0 0,0 0 0 0 0,0 0 0 0 0,0 0 0 0 0,0-1 0 0 0,0 1 0 0 0,0-1 0 0 0,1 1 0 0 0,-1-1 1 0 0,1 0-1 0 0,-1 0 0 0 0,6 1 0 0 0,3 1-12 0 0,-1-1 0 0 0,1-1 1 0 0,-1 0-1 0 0,1 0 0 0 0,0-1 1 0 0,-1-1-1 0 0,1 0 0 0 0,0-1 1 0 0,-1 0-1 0 0,1 0 0 0 0,0-1 1 0 0,-1-1-1 0 0,1 0 0 0 0,15-7 1 0 0,-10 3-878 0 0,1-1 0 0 0,-1 0 0 0 0,19-14 0 0 0,-20 11-1852 0 0,-2 0-1 0 0,0 0 0 0 0,15-16 1 0 0,-3-2-1733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 17 4224 0 0,'-11'-10'5220'0'0,"4"3"-162"0"0,9 29-2130 0 0,24 131 2964 0 0,-4 88-4223 0 0,-17-164-1118 0 0,13 420 1431 0 0,-18-495-1996 0 0,0 0 0 0 0,0 1 1 0 0,1-1-1 0 0,-1 0 0 0 0,0 1 0 0 0,1-1 0 0 0,-1 0 1 0 0,1 0-1 0 0,1 4 0 0 0,5-4-1500 0 0,4-12-3668 0 0,-6 1 9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 51 4232 0 0,'-1'-1'315'0'0,"0"0"0"0"0,0 1 0 0 0,0-1 0 0 0,0 0 0 0 0,0 0-1 0 0,1 0 1 0 0,-1 0 0 0 0,0 0 0 0 0,1 0 0 0 0,-1 0 0 0 0,0 0 0 0 0,1 0-1 0 0,-1 0 1 0 0,1 0 0 0 0,0 0 0 0 0,-1-1 0 0 0,1 1 0 0 0,0 0-1 0 0,0 0 1 0 0,0 0 0 0 0,-1 0 0 0 0,1-1 0 0 0,0 1 0 0 0,1 0-1 0 0,-1 0 1 0 0,0 0 0 0 0,0-1 0 0 0,0 1 0 0 0,1 0 0 0 0,-1 0 0 0 0,1 0-1 0 0,-1 0 1 0 0,1 0 0 0 0,-1 0 0 0 0,2-2 0 0 0,5 0 587 0 0,0 1 0 0 0,0 0-1 0 0,0 1 1 0 0,0 0 0 0 0,1 0 0 0 0,7 0 0 0 0,49 3 1986 0 0,-23-1-2083 0 0,23-2 19 0 0,69 2-495 0 0,-120 4-1134 0 0,-15 2-3796 0 0,-18 9-6220 0 0,18-15 10155 0 0,-11 8-4243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39 4456 0 0,'-1'-2'583'0'0,"1"1"-1"0"0,-1-1 0 0 0,1 0 0 0 0,-1 0 0 0 0,1 1 0 0 0,0-1 0 0 0,0 0 0 0 0,0 0 0 0 0,0 0 1 0 0,0 1-1 0 0,0-1 0 0 0,0 0 0 0 0,0 0 0 0 0,2-2 0 0 0,3-6 3526 0 0,2 27-1494 0 0,5 59 1006 0 0,-9 41-2877 0 0,-3-101-564 0 0,-2 182 405 0 0,2 153 249 0 0,1-325-685 0 0,6 36-1 0 0,-7-55-110 0 0,2-1 0 0 0,-1 0 0 0 0,1 1 0 0 0,0-1 0 0 0,1 0 0 0 0,-1 0 0 0 0,1 0 0 0 0,0 0 0 0 0,1 0 0 0 0,-1-1 0 0 0,6 6 0 0 0,-8-10-33 0 0,0 1-1 0 0,1-1 0 0 0,-1 0 0 0 0,0 0 0 0 0,1 0 0 0 0,-1 0 0 0 0,1 0 0 0 0,-1-1 0 0 0,1 1 0 0 0,0 0 0 0 0,-1-1 1 0 0,1 1-1 0 0,0-1 0 0 0,-1 1 0 0 0,1-1 0 0 0,0 0 0 0 0,0 0 0 0 0,0 0 0 0 0,-1 0 0 0 0,1 0 0 0 0,0 0 0 0 0,0 0 1 0 0,-1-1-1 0 0,1 1 0 0 0,0-1 0 0 0,-1 1 0 0 0,1-1 0 0 0,0 0 0 0 0,1-1 0 0 0,22-14-1367 0 0,-3-3-3523 0 0,-10 8-478 0 0,2 0 337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60 4680 0 0,'0'-51'8327'0'0,"0"43"-4043"0"0,0 33-1518 0 0,-1 43 847 0 0,1 69-961 0 0,1-117-2446 0 0,2-1 0 0 0,0 1 0 0 0,1-1-1 0 0,11 34 1 0 0,-14-50-176 0 0,1 1 0 0 0,-1 0 0 0 0,1-1 0 0 0,0 1 0 0 0,0-1 0 0 0,0 1 0 0 0,1-1 0 0 0,-1 0 0 0 0,1 0 0 0 0,0 0 0 0 0,0-1 1 0 0,0 1-1 0 0,0 0 0 0 0,0-1 0 0 0,0 0 0 0 0,1 0 0 0 0,5 3 0 0 0,-4-4-45 0 0,0 1 1 0 0,1-1 0 0 0,-1 0-1 0 0,0 0 1 0 0,1-1 0 0 0,-1 1-1 0 0,0-1 1 0 0,1 0 0 0 0,-1-1-1 0 0,0 1 1 0 0,10-3 0 0 0,-4 0-92 0 0,-1 0 0 0 0,1-1 1 0 0,-1 0-1 0 0,0-1 0 0 0,-1 0 1 0 0,1-1-1 0 0,-1 0 1 0 0,0 0-1 0 0,0-1 0 0 0,-1 0 1 0 0,0 0-1 0 0,11-13 0 0 0,-7 2-122 0 0,0 0 1 0 0,-1-2-1 0 0,-1 1 0 0 0,0-1 0 0 0,10-34 0 0 0,-9 17-261 0 0,-1-1 1 0 0,6-50-1 0 0,-36 205 1997 0 0,4-37-409 0 0,-6 111 0 0 0,21-169-892 0 0,0 39 412 0 0,1-57-572 0 0,0 0 0 0 0,1-1 0 0 0,-1 1 0 0 0,1 0 0 0 0,0-1 0 0 0,0 1 0 0 0,1-1 0 0 0,-1 1 0 0 0,0-1 0 0 0,1 0 0 0 0,0 1 0 0 0,4 4 0 0 0,-5-7-19 0 0,0 0 0 0 0,0 0-1 0 0,0 0 1 0 0,0 0 0 0 0,0-1 0 0 0,0 1-1 0 0,0 0 1 0 0,0-1 0 0 0,0 1 0 0 0,0-1 0 0 0,1 1-1 0 0,-1-1 1 0 0,0 1 0 0 0,0-1 0 0 0,2 0 0 0 0,18-4-3216 0 0,-16 2 1077 0 0,0 0-1 0 0,-1-1 1 0 0,1 0-1 0 0,-1 0 1 0 0,0-1-1 0 0,6-5 1 0 0,1-4-3449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59 4672 0 0,'-1'0'157'0'0,"1"0"0"0"0,0 0-1 0 0,0 0 1 0 0,-1 0 0 0 0,1 0-1 0 0,0 0 1 0 0,0 0-1 0 0,-1 0 1 0 0,1 0 0 0 0,0 0-1 0 0,0 0 1 0 0,-1 0-1 0 0,1 0 1 0 0,0 0 0 0 0,0-1-1 0 0,-1 1 1 0 0,1 0 0 0 0,0 0-1 0 0,0 0 1 0 0,0 0-1 0 0,-1 0 1 0 0,1-1 0 0 0,0 1-1 0 0,0 0 1 0 0,0 0-1 0 0,0 0 1 0 0,0-1 0 0 0,-1 1-1 0 0,1 0 1 0 0,0 0 0 0 0,0-1-1 0 0,0 1 1 0 0,0 0-1 0 0,0 0 1 0 0,0-1 0 0 0,0 1-1 0 0,0 0 1 0 0,0 0-1 0 0,0-1 1 0 0,0 1 0 0 0,0 0-1 0 0,0 0 1 0 0,0-1 0 0 0,0 1-1 0 0,0 0 1 0 0,0 0-1 0 0,0-1 1 0 0,0 1 0 0 0,0 0-1 0 0,1-1 1 0 0,8-3 2019 0 0,74 5 3827 0 0,30-1-1883 0 0,-63-1-3210 0 0,68-10 1 0 0,-116 10-895 0 0,35-7 111 0 0,-36 8-136 0 0,1 0 1 0 0,-1 0-1 0 0,0-1 1 0 0,0 1-1 0 0,1-1 1 0 0,-1 1-1 0 0,0-1 1 0 0,0 1-1 0 0,0-1 1 0 0,0 1-1 0 0,0-1 1 0 0,1 0-1 0 0,-1 0 1 0 0,-1 0-1 0 0,1 1 1 0 0,0-1-1 0 0,0 0 1 0 0,0 0-1 0 0,0 0 1 0 0,-1 0-1 0 0,1-1 1 0 0,0 1-1 0 0,0-2 0 0 0,-1 2-3 0 0,-1 1-1 0 0,1-1 1 0 0,0 1-1 0 0,-1-1 0 0 0,1 1 1 0 0,-1 0-1 0 0,1-1 1 0 0,-1 1-1 0 0,1 0 0 0 0,-1-1 1 0 0,1 1-1 0 0,-1 0 1 0 0,0-1-1 0 0,1 1 0 0 0,-1 0 1 0 0,1 0-1 0 0,-1 0 0 0 0,0 0 1 0 0,1 0-1 0 0,-1 0 1 0 0,1-1-1 0 0,-1 1 0 0 0,0 1 1 0 0,1-1-1 0 0,-2 0 1 0 0,-20 0-134 0 0,18 0 91 0 0,2 0 39 0 0,0 0 0 0 0,0-1 0 0 0,0 1 0 0 0,1 0 0 0 0,-1 1 0 0 0,0-1 0 0 0,0 0 0 0 0,0 1 0 0 0,0-1 0 0 0,1 0 0 0 0,-1 1-1 0 0,0 0 1 0 0,0 0 0 0 0,1-1 0 0 0,-1 1 0 0 0,1 0 0 0 0,-1 0 0 0 0,0 0 0 0 0,1 1 0 0 0,0-1 0 0 0,-1 0 0 0 0,1 0 0 0 0,0 1 0 0 0,0-1 0 0 0,0 1 0 0 0,-2 2 0 0 0,1 2 5 0 0,1-1 0 0 0,0 0-1 0 0,0 1 1 0 0,1-1 0 0 0,-1 0 0 0 0,1 1 0 0 0,1 8-1 0 0,0 7 11 0 0,9 222-218 0 0,-1-2-33 0 0,-6-161 180 0 0,-1 45-47 0 0,-3-110 113 0 0,0-1 0 0 0,-1 1 0 0 0,-1 0 0 0 0,0-1 0 0 0,-1 1 0 0 0,-6 13 0 0 0,9-24 7 0 0,-1-1 0 0 0,1 0 0 0 0,-1 0 0 0 0,1 0 0 0 0,-1 0 1 0 0,0 0-1 0 0,0 0 0 0 0,-1 0 0 0 0,1-1 0 0 0,0 1 0 0 0,-1-1 0 0 0,0 0 0 0 0,1 1 0 0 0,-1-1 0 0 0,0 0 0 0 0,0-1 0 0 0,0 1 0 0 0,-1-1 0 0 0,1 1 0 0 0,0-1 0 0 0,0 0 0 0 0,-1 0 0 0 0,1 0 0 0 0,-1 0 0 0 0,1-1 0 0 0,-1 0 0 0 0,1 1 0 0 0,-1-1 0 0 0,1-1 1 0 0,-1 1-1 0 0,-6-2 0 0 0,-15-8-56 0 0,-4-1-1061 0 0,12 6-8368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64 5384 0 0,'2'-1'3538'0'0,"8"-9"-1766"0"0,6 2-142 0 0,1 0-1 0 0,0 2 0 0 0,1 0 0 0 0,0 1 1 0 0,35-5-1 0 0,-9 5 2055 0 0,59 1-1 0 0,-90 4-3305 0 0,0 1 0 0 0,26 5 0 0 0,1 7-3801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 0 4800 0 0,'-1'0'369'0'0,"0"0"0"0"0,0 0 0 0 0,1 0 0 0 0,-1 0-1 0 0,0 1 1 0 0,1-1 0 0 0,-1 0 0 0 0,0 0-1 0 0,0 0 1 0 0,1 1 0 0 0,-1-1 0 0 0,0 0-1 0 0,1 1 1 0 0,-1-1 0 0 0,1 1 0 0 0,-1-1 0 0 0,1 1-1 0 0,-2 0 1 0 0,-1 34 2176 0 0,1 1-1 0 0,3 50 1 0 0,0 15 123 0 0,-4 132 2157 0 0,2-71-6798 0 0,1-159 1083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316 52 4528 0 0,'-11'-23'4511'0'0,"7"20"-4221"0"0,0 0 1 0 0,0 0-1 0 0,0 1 1 0 0,0-1-1 0 0,0 1 1 0 0,0 0-1 0 0,-1 0 1 0 0,1 0-1 0 0,-1 1 1 0 0,1-1-1 0 0,-1 1 1 0 0,0 0-1 0 0,0 1 1 0 0,1-1 0 0 0,-1 1-1 0 0,0 0 1 0 0,-9 1-1 0 0,5-1 51 0 0,1 1-1 0 0,-1 1 1 0 0,1 0 0 0 0,-1 0-1 0 0,1 0 1 0 0,0 1-1 0 0,0 0 1 0 0,0 1 0 0 0,-8 5-1 0 0,6-2 28 0 0,0 0-1 0 0,1 1 1 0 0,0 0-1 0 0,0 1 1 0 0,1 0-1 0 0,0 0 1 0 0,1 0-1 0 0,0 1 1 0 0,0 0-1 0 0,1 1 1 0 0,1 0-1 0 0,0 0 1 0 0,0 0-1 0 0,1 0 0 0 0,0 1 1 0 0,1-1-1 0 0,-3 19 1 0 0,6-27-327 0 0,-1 1 1 0 0,1-1-1 0 0,-1 0 0 0 0,1 0 1 0 0,0 0-1 0 0,0 1 1 0 0,0-1-1 0 0,1 0 1 0 0,-1 0-1 0 0,1 0 0 0 0,0 0 1 0 0,0 0-1 0 0,0 0 1 0 0,0 0-1 0 0,0 0 0 0 0,1 0 1 0 0,-1 0-1 0 0,1 0 1 0 0,3 3-1 0 0,-2-3 7 0 0,0 0 0 0 0,0-1-1 0 0,1 0 1 0 0,-1 1 0 0 0,1-1 0 0 0,-1 0 0 0 0,1-1 0 0 0,0 1 0 0 0,-1-1-1 0 0,1 0 1 0 0,0 0 0 0 0,0 0 0 0 0,6 1 0 0 0,7-1-45 0 0,0-1 0 0 0,-1 0 0 0 0,1-1 0 0 0,0-1 0 0 0,-1 0 0 0 0,20-6 0 0 0,-22 4-646 0 0,-2 0 1 0 0,1 0-1 0 0,22-11 1 0 0,-30 12-781 0 0,1-1 0 0 0,-1 0 1 0 0,1 1-1 0 0,-1-2 0 0 0,8-8 0 0 0,3-8-3477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23 113 4048 0 0,'-1'-16'1724'0'0,"-1"1"0"0"0,-1-1-1 0 0,-6-22 1 0 0,2 10 1268 0 0,6 65 2040 0 0,14 187 1278 0 0,-9-106-5286 0 0,0 90 487 0 0,4 55-469 0 0,-1-230-1068 0 0,2-21-3868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17 4944 0 0,'0'-1'360'0'0,"0"1"0"0"0,0-1-1 0 0,0 1 1 0 0,0-1-1 0 0,0 1 1 0 0,0-1 0 0 0,0 1-1 0 0,1-1 1 0 0,-1 1-1 0 0,0-1 1 0 0,3-3 2876 0 0,-3 4-2876 0 0,1 0-1 0 0,-1-1 1 0 0,2 1-1 0 0,15-5 3438 0 0,28 7-2428 0 0,-30-1 43 0 0,121-2 3641 0 0,-81-2-3979 0 0,1 4 1 0 0,99 12-1 0 0,-154-13-1102 0 0,0 0-1 0 0,0 0 1 0 0,1 1-1 0 0,-1-1 1 0 0,0 0 0 0 0,1 1-1 0 0,-1-1 1 0 0,0 1 0 0 0,0-1-1 0 0,0 1 1 0 0,0 0 0 0 0,1-1-1 0 0,-1 1 1 0 0,0 0-1 0 0,0 0 1 0 0,1 1 0 0 0,-2-1-166 0 0,0-1 1 0 0,1 1 0 0 0,-1-1 0 0 0,0 1-1 0 0,0-1 1 0 0,0 1 0 0 0,0-1-1 0 0,0 1 1 0 0,0 0 0 0 0,0-1 0 0 0,0 1-1 0 0,0-1 1 0 0,0 1 0 0 0,-1-1-1 0 0,1 1 1 0 0,0-1 0 0 0,0 1 0 0 0,0-1-1 0 0,-1 1 1 0 0,1-1 0 0 0,0 1-1 0 0,-1-1 1 0 0,1 0 0 0 0,0 1 0 0 0,-1-1-1 0 0,0 1 1 0 0,-3 3-1575 0 0,0-1-1 0 0,0 0 1 0 0,0 0 0 0 0,0 0 0 0 0,-1-1-1 0 0,-7 4 1 0 0,-13 4-3401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47 1 4512 0 0,'-2'-1'395'0'0,"0"1"0"0"0,0 0 0 0 0,0 0-1 0 0,1 0 1 0 0,-1 0 0 0 0,0 0-1 0 0,0 1 1 0 0,0-1 0 0 0,1 0-1 0 0,-1 1 1 0 0,0-1 0 0 0,0 1 0 0 0,1 0-1 0 0,-1 0 1 0 0,1-1 0 0 0,-1 1-1 0 0,0 0 1 0 0,1 0 0 0 0,-1 0 0 0 0,1 1-1 0 0,0-1 1 0 0,-2 2 0 0 0,2 0-50 0 0,0 1-1 0 0,0 0 1 0 0,0-1 0 0 0,0 1 0 0 0,0 0 0 0 0,1-1 0 0 0,0 1 0 0 0,0 0 0 0 0,0 0-1 0 0,1 5 1 0 0,32 303 8089 0 0,-21-195-7516 0 0,-5 230-1 0 0,-9-204-657 0 0,2-137-240 0 0,0 0 1 0 0,0 1 0 0 0,1-1 0 0 0,0 0-1 0 0,0 0 1 0 0,3 9 0 0 0,-3-14-13 0 0,-1 1 1 0 0,1-1-1 0 0,-1 0 0 0 0,1 0 1 0 0,0 0-1 0 0,-1 0 0 0 0,1 0 1 0 0,0 0-1 0 0,0 0 0 0 0,0 0 1 0 0,0 0-1 0 0,0-1 1 0 0,0 1-1 0 0,0 0 0 0 0,0 0 1 0 0,0-1-1 0 0,0 1 0 0 0,0-1 1 0 0,0 1-1 0 0,0-1 0 0 0,1 0 1 0 0,-1 1-1 0 0,0-1 1 0 0,0 0-1 0 0,1 0 0 0 0,-1 0 1 0 0,0 1-1 0 0,0-2 0 0 0,1 1 1 0 0,-1 0-1 0 0,0 0 0 0 0,0 0 1 0 0,1 0-1 0 0,-1-1 1 0 0,0 1-1 0 0,2-1 0 0 0,39-11-353 0 0,0-2 0 0 0,0-2 0 0 0,55-29 0 0 0,-53 18-5284 0 0,-3-3-5164 0 0,-23 13 5512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35 35 4992 0 0,'-10'-13'4714'0'0,"-2"-3"-543"0"0,7 18-2391 0 0,2 11-220 0 0,-2 149 5831 0 0,8-116-6028 0 0,12 69 0 0 0,-14-109-1294 0 0,1 0 0 0 0,0 0 0 0 0,0 0 0 0 0,0-1 0 0 0,0 1 0 0 0,1-1 0 0 0,0 1 0 0 0,7 9 0 0 0,-9-14-60 0 0,1 1 0 0 0,-1 0 1 0 0,0-1-1 0 0,1 1 0 0 0,0-1 1 0 0,-1 0-1 0 0,1 0 0 0 0,0 1 1 0 0,0-1-1 0 0,-1 0 1 0 0,1-1-1 0 0,0 1 0 0 0,0 0 1 0 0,0 0-1 0 0,0-1 0 0 0,0 1 1 0 0,0-1-1 0 0,0 0 0 0 0,1 1 1 0 0,-1-1-1 0 0,0 0 0 0 0,0 0 1 0 0,0-1-1 0 0,0 1 0 0 0,0 0 1 0 0,0-1-1 0 0,0 1 1 0 0,0-1-1 0 0,0 0 0 0 0,3-1 1 0 0,4-3-69 0 0,0-1 0 0 0,0 0 1 0 0,-1 0-1 0 0,0-1 0 0 0,0 0 1 0 0,0-1-1 0 0,-1 0 0 0 0,0 0 1 0 0,-1 0-1 0 0,0-1 0 0 0,0 0 1 0 0,-1 0-1 0 0,8-18 1 0 0,1-7-250 0 0,-1 0 0 0 0,15-62 0 0 0,-8-36-276 0 0,-35 247 1912 0 0,0 129 0 0 0,14-233-2110 0 0,0 1 1342 0 0,1 1-1 0 0,1 0 1 0 0,1 13 0 0 0,8 1-3083 0 0,-9-26 1804 0 0,0 1 0 0 0,0-1 0 0 0,0 0 0 0 0,0 0 0 0 0,0 1 0 0 0,1-1 0 0 0,-1 0 0 0 0,0 0 0 0 0,1-1 0 0 0,-1 1 0 0 0,0 0 0 0 0,1 0 0 0 0,-1-1 0 0 0,4 2 1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7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129 1 5264 0 0,'1'53'3289'0'0,"0"-3"300"0"0,-2 0 0 0 0,-9 59 0 0 0,7-92-3485 0 0,-1 0-1 0 0,0-1 0 0 0,-14 32 0 0 0,13-38-965 0 0,0 0 0 0 0,-1 0 0 0 0,0-1-1 0 0,-1 1 1 0 0,0-2 0 0 0,-15 17-1 0 0,6-12-3697 0 0,0-3-1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12 171 4712 0 0,'-8'-19'5236'0'0,"6"11"-1663"0"0,1 19-801 0 0,1 36-184 0 0,3 0 0 0 0,8 48 0 0 0,-9-80-2300 0 0,1 1-1 0 0,1-1 1 0 0,1 0-1 0 0,0 0 1 0 0,0 0-1 0 0,2-1 1 0 0,0 0-1 0 0,1 0 1 0 0,17 24-1 0 0,-23-35-243 0 0,0-1-1 0 0,0 1 0 0 0,0 0 0 0 0,1-1 0 0 0,-1 0 0 0 0,1 1 1 0 0,0-1-1 0 0,-1 0 0 0 0,1 0 0 0 0,0-1 0 0 0,0 1 0 0 0,0-1 1 0 0,0 1-1 0 0,1-1 0 0 0,-1 0 0 0 0,0 0 0 0 0,0 0 0 0 0,1-1 1 0 0,-1 1-1 0 0,1-1 0 0 0,-1 0 0 0 0,0 0 0 0 0,1 0 0 0 0,-1 0 1 0 0,1 0-1 0 0,-1-1 0 0 0,0 0 0 0 0,1 1 0 0 0,-1-1 0 0 0,0-1 1 0 0,0 1-1 0 0,1 0 0 0 0,-1-1 0 0 0,0 0 0 0 0,-1 1 0 0 0,1-1 1 0 0,0 0-1 0 0,3-4 0 0 0,4-3 55 0 0,0-1 0 0 0,0 0 0 0 0,-1-1 0 0 0,0-1 0 0 0,-1 1 0 0 0,0-1 0 0 0,-1 0 0 0 0,6-14 0 0 0,4-19 53 0 0,-2 0-1 0 0,-2-2 1 0 0,-1 0-1 0 0,6-66 1 0 0,-5 34-565 0 0,-7 51 233 0 0,-1 18-3897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25 4200 0 0,'0'-1'185'0'0,"1"1"0"0"0,-1 0 0 0 0,1 0 0 0 0,-1 0 1 0 0,0 0-1 0 0,1 0 0 0 0,-1-1 0 0 0,0 1 0 0 0,1 0 0 0 0,-1 0 0 0 0,1-1 0 0 0,-1 1 0 0 0,0 0 0 0 0,0 0 0 0 0,1-1 0 0 0,-1 1 0 0 0,0 0 0 0 0,0-1 0 0 0,1 1 0 0 0,-1 0 0 0 0,0-1 0 0 0,0 1 0 0 0,0-1 0 0 0,1 1 0 0 0,-1 0 0 0 0,0-1 0 0 0,0 1 0 0 0,0-1 0 0 0,0 1 0 0 0,0 0 0 0 0,0-1 0 0 0,0 1 0 0 0,0-1 0 0 0,0 1 0 0 0,0-1 0 0 0,0 1 0 0 0,0 0 0 0 0,0-1 0 0 0,0 1 0 0 0,-1-1 0 0 0,1 1 1 0 0,0 0-1 0 0,0-1 0 0 0,0 1 0 0 0,-1-1 0 0 0,1 1 0 0 0,0 0 0 0 0,0-1 0 0 0,-1 1 0 0 0,1 0 0 0 0,0 0 0 0 0,-1-1 0 0 0,1 1 0 0 0,0 0 0 0 0,-1 0 0 0 0,1-1 0 0 0,0 1 0 0 0,-1 0 0 0 0,1 0 0 0 0,-1 0 0 0 0,1 0 0 0 0,0 0 0 0 0,-1-1 0 0 0,1 1 0 0 0,-1 0 0 0 0,34-3 2664 0 0,0 2 1 0 0,41 3-1 0 0,-6 0-1035 0 0,158-2 374 0 0,-227 0-2203 0 0,-1 0 0 0 0,1 1 0 0 0,0-1 0 0 0,-1 1 1 0 0,1-1-1 0 0,-1 1 0 0 0,1 0 0 0 0,0-1 0 0 0,0 1 0 0 0,-1 0 0 0 0,1 0 0 0 0,0 0 0 0 0,0 0 0 0 0,0 0 1 0 0,0 0-1 0 0,0 0 0 0 0,0 1 0 0 0,0-1 0 0 0,0 0 0 0 0,0 0 0 0 0,1 1 0 0 0,-1-1 0 0 0,1 0 1 0 0,-1 1-1 0 0,1-1 0 0 0,-1 1 0 0 0,1-1 0 0 0,0 1 0 0 0,-1-1 0 0 0,1 1 0 0 0,0 2 0 0 0,-1 10 17 0 0,0-1 0 0 0,2 23 0 0 0,-1-20-26 0 0,-2 675-12 0 0,2-683 35 0 0,1 10 1 0 0,-2-1 0 0 0,0 0 0 0 0,-1 1 0 0 0,-4 21 0 0 0,4-35-2 0 0,1 0 1 0 0,0 1 0 0 0,-1-1 0 0 0,0 0 0 0 0,0 0-1 0 0,0 0 1 0 0,0-1 0 0 0,-1 1 0 0 0,0 0-1 0 0,1-1 1 0 0,-1 1 0 0 0,-1-1 0 0 0,1 0-1 0 0,0 0 1 0 0,-1-1 0 0 0,1 1 0 0 0,-1-1 0 0 0,0 1-1 0 0,0-1 1 0 0,0 0 0 0 0,-7 2 0 0 0,-15 4-769 0 0,-1-2-1 0 0,0 0 1 0 0,-40 2 0 0 0,65-8-58 0 0,0 1 1 0 0,1-1-1 0 0,-1 0 0 0 0,1-1 0 0 0,-1 1 0 0 0,0 0 0 0 0,1 0 0 0 0,-1-1 1 0 0,1 1-1 0 0,-1-1 0 0 0,1 1 0 0 0,-1-1 0 0 0,1 0 0 0 0,-1 1 1 0 0,1-1-1 0 0,0 0 0 0 0,-2-1 0 0 0,-3-5-4381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640 116 3056 0 0,'1'-3'325'0'0,"1"0"-1"0"0,-1 0 1 0 0,1 1 0 0 0,-1-1-1 0 0,1 1 1 0 0,0-1 0 0 0,0 1-1 0 0,0 0 1 0 0,0-1-1 0 0,0 1 1 0 0,1 0 0 0 0,2-1-1 0 0,6-8 763 0 0,-3 2-74 0 0,1 1-1 0 0,0 0 0 0 0,0 1 0 0 0,16-9 0 0 0,8-8 4697 0 0,-97 79-1786 0 0,-28 35-2494 0 0,-49 42-1380 0 0,-220 155 191 0 0,344-275-233 0 0,1 2-1 0 0,0 0 0 0 0,1 0 1 0 0,-21 27-1 0 0,35-40 5 0 0,0 1 0 0 0,-1-1 0 0 0,1 1 0 0 0,0 0 0 0 0,0-1-1 0 0,0 1 1 0 0,0 0 0 0 0,0 0 0 0 0,1 0 0 0 0,-1 0 0 0 0,0-1 0 0 0,1 1-1 0 0,0 0 1 0 0,-1 0 0 0 0,1 0 0 0 0,0 0 0 0 0,0 0 0 0 0,0 0-1 0 0,0 0 1 0 0,0 0 0 0 0,1 0 0 0 0,-1 0 0 0 0,1 0 0 0 0,-1 0 0 0 0,1 0-1 0 0,0 0 1 0 0,-1 0 0 0 0,1-1 0 0 0,0 1 0 0 0,0 0 0 0 0,0-1 0 0 0,1 1-1 0 0,-1 0 1 0 0,0-1 0 0 0,1 0 0 0 0,-1 1 0 0 0,1-1 0 0 0,-1 0 0 0 0,1 1-1 0 0,-1-1 1 0 0,1 0 0 0 0,3 1 0 0 0,120 64 591 0 0,29 18-71 0 0,110 94 473 0 0,-237-161-912 0 0,-19-13-67 0 0,-1 0-1 0 0,1 1 1 0 0,-1 0-1 0 0,0 0 1 0 0,0 1-1 0 0,0 0 0 0 0,-1 0 1 0 0,0 0-1 0 0,0 1 1 0 0,-1 0-1 0 0,0 0 0 0 0,6 10 1 0 0,-14-10 13 0 0,-8-5-4594 0 0,-8-2-8725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361 33 4096 0 0,'-6'-19'5092'0'0,"3"17"-4814"0"0,-1 1 1 0 0,1-1-1 0 0,0 0 1 0 0,-1 1-1 0 0,1 0 1 0 0,-1 0-1 0 0,0 0 1 0 0,1 0-1 0 0,-1 1 1 0 0,0-1 0 0 0,1 1-1 0 0,-1 0 1 0 0,0 0-1 0 0,1 0 1 0 0,-7 2-1 0 0,-2-1 327 0 0,1 1 1 0 0,0 1-1 0 0,-21 7 0 0 0,15-3-72 0 0,0 1 1 0 0,1 1 0 0 0,0 0-1 0 0,1 2 1 0 0,0-1 0 0 0,1 2-1 0 0,0 0 1 0 0,-14 16 0 0 0,20-20-403 0 0,1 0-1 0 0,0 1 1 0 0,1 0 0 0 0,-1 1 0 0 0,2-1-1 0 0,-1 1 1 0 0,1 0 0 0 0,1 0 0 0 0,0 1 0 0 0,1-1-1 0 0,-1 1 1 0 0,2 0 0 0 0,0 0 0 0 0,-2 20-1 0 0,4-29-107 0 0,0 0-1 0 0,0 0 1 0 0,0 0-1 0 0,1-1 0 0 0,-1 1 1 0 0,0 0-1 0 0,1 0 1 0 0,-1 0-1 0 0,1 0 0 0 0,0-1 1 0 0,-1 1-1 0 0,1 0 1 0 0,0-1-1 0 0,0 1 0 0 0,0 0 1 0 0,0-1-1 0 0,1 1 1 0 0,-1-1-1 0 0,0 0 0 0 0,0 1 1 0 0,3 1-1 0 0,-1-2 11 0 0,0 1 0 0 0,0-1 0 0 0,0 0 0 0 0,0 0 0 0 0,0 0 0 0 0,0 0 0 0 0,1 0 0 0 0,-1-1 0 0 0,0 1 0 0 0,0-1 0 0 0,6 0 0 0 0,8-2 50 0 0,-1 0 0 0 0,1-1 0 0 0,30-10-1 0 0,-42 12-88 0 0,16-6-157 0 0,0-1 0 0 0,-1 0 0 0 0,0-2 0 0 0,28-17 0 0 0,-9 0-2785 0 0,-2-5-3567 0 0,-16 10 1927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38 136 3792 0 0,'-1'-1'190'0'0,"0"-1"0"0"0,0 1-1 0 0,0 0 1 0 0,0-1-1 0 0,0 1 1 0 0,0-1 0 0 0,0 1-1 0 0,1-1 1 0 0,-1 1 0 0 0,0-1-1 0 0,1 0 1 0 0,-1 1-1 0 0,1-1 1 0 0,0 0 0 0 0,0-1-1 0 0,-4-30 1643 0 0,4 29-1527 0 0,-9-69 6175 0 0,9 78-3006 0 0,-5 40 394 0 0,-3 302-320 0 0,8 182-942 0 0,2-522-2757 0 0,2-19-3455 0 0,4-22-10823 0 0,-5 21 9056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 46 3704 0 0,'-2'-1'445'0'0,"1"1"-1"0"0,0-1 0 0 0,0 1 1 0 0,0-1-1 0 0,0 0 0 0 0,0 1 1 0 0,-1-1-1 0 0,1 0 0 0 0,0 0 1 0 0,1 0-1 0 0,-1 0 0 0 0,0 0 1 0 0,0 0-1 0 0,-1-2 0 0 0,2 3-275 0 0,-1 0 0 0 0,1 0 0 0 0,0-1 0 0 0,-1 1 0 0 0,1 0 0 0 0,0-1 0 0 0,0 1 0 0 0,-1-1 0 0 0,1 1 0 0 0,0 0 0 0 0,0-1 0 0 0,0 1 0 0 0,-1-1 0 0 0,1 1 0 0 0,0 0 0 0 0,0-1 0 0 0,0 1 0 0 0,0-1 0 0 0,0 1 0 0 0,0-1 0 0 0,0 1-1 0 0,0-1 1 0 0,0 1 0 0 0,0 0 0 0 0,0-1 0 0 0,0 1 0 0 0,1-1 0 0 0,-1 1 0 0 0,0-1 0 0 0,0 1 0 0 0,0 0 0 0 0,1-1 0 0 0,-1 1 0 0 0,0-1 0 0 0,0 1 0 0 0,1 0 0 0 0,-1-1 0 0 0,0 1 0 0 0,0 0 0 0 0,1 0 0 0 0,-1-1 0 0 0,1 1 0 0 0,-1 0 0 0 0,0 0 0 0 0,1-1 0 0 0,-1 1-1 0 0,1 0 1 0 0,-1 0 0 0 0,13-4 1482 0 0,0 1-1 0 0,23-2 0 0 0,65 3 622 0 0,-50 2-1549 0 0,202-1 688 0 0,-242 3-3230 0 0,-37 7-13926 0 0,6-6 10532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4688 0 0,'-1'5'9544'0'0,"2"20"-6862"0"0,26 151 4485 0 0,-15 2-5193 0 0,-21 178-1525 0 0,-1-26-117 0 0,10-327-328 0 0,-1 1 1 0 0,1 0-1 0 0,1 0 0 0 0,-1 0 1 0 0,0 0-1 0 0,1 0 0 0 0,0 0 1 0 0,0-1-1 0 0,0 1 1 0 0,1 0-1 0 0,-1-1 0 0 0,1 1 1 0 0,2 3-1 0 0,-2-5-1 0 0,0 0 1 0 0,0 0-1 0 0,0-1 0 0 0,1 1 0 0 0,-1-1 0 0 0,1 1 1 0 0,-1-1-1 0 0,0 0 0 0 0,1 0 0 0 0,0 0 0 0 0,-1-1 0 0 0,1 1 1 0 0,0-1-1 0 0,-1 1 0 0 0,1-1 0 0 0,0 0 0 0 0,0 0 1 0 0,4 0-1 0 0,39-1 47 0 0,-1-2 0 0 0,57-11 0 0 0,-22-7-6368 0 0,-49 8-4075 0 0,-17 6 5196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0 111 3936 0 0,'0'-30'5135'0'0,"0"-12"2154"0"0,6 123-906 0 0,10-1-4161 0 0,32 78-2214 0 0,-31-107 823 0 0,-15-43-778 0 0,1-1 0 0 0,0 1-1 0 0,0-1 1 0 0,1 0-1 0 0,0 0 1 0 0,7 10 0 0 0,-10-16-42 0 0,0 1 1 0 0,0-1 0 0 0,1 0 0 0 0,-1 1 0 0 0,0-1 0 0 0,1 0-1 0 0,-1 0 1 0 0,1 0 0 0 0,-1 0 0 0 0,1 0 0 0 0,-1 0 0 0 0,1 0-1 0 0,0 0 1 0 0,-1-1 0 0 0,1 1 0 0 0,0-1 0 0 0,0 1 0 0 0,0-1-1 0 0,-1 0 1 0 0,1 0 0 0 0,0 0 0 0 0,0 0 0 0 0,0 0 0 0 0,-1 0-1 0 0,1 0 1 0 0,0 0 0 0 0,0-1 0 0 0,0 1 0 0 0,-1-1-1 0 0,1 1 1 0 0,0-1 0 0 0,-1 0 0 0 0,1 0 0 0 0,0 1 0 0 0,1-3-1 0 0,4-2 55 0 0,0 0 0 0 0,0-1-1 0 0,-1 0 1 0 0,0 0-1 0 0,0-1 1 0 0,-1 1 0 0 0,0-1-1 0 0,0-1 1 0 0,0 1-1 0 0,-1 0 1 0 0,4-11 0 0 0,4-12 274 0 0,13-55 0 0 0,-6 21-58 0 0,1-5 18 0 0,19-50 229 0 0,-27 101 313 0 0,-5 11-3122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82 4560 0 0,'-8'-2'3782'0'0,"12"-1"-287"0"0,14-4-759 0 0,140-17 4046 0 0,58-11-2748 0 0,-157 24-3093 0 0,-58 11-855 0 0,-1 26 137 0 0,-1-3-219 0 0,-2-1 1 0 0,0 0-1 0 0,-10 34 0 0 0,5-27 1 0 0,-3 35 0 0 0,0 327 47 0 0,8-92-27 0 0,1-267-56 0 0,2-8-1 0 0,-1-1 1 0 0,-1 0-1 0 0,-2 1 0 0 0,-8 32 1 0 0,10-51 24 0 0,1 0 0 0 0,-1 0 1 0 0,0 0-1 0 0,-1-1 1 0 0,1 1-1 0 0,-1-1 0 0 0,0 1 1 0 0,0-1-1 0 0,0 0 0 0 0,0 0 1 0 0,-1 0-1 0 0,0 0 1 0 0,1-1-1 0 0,-2 0 0 0 0,1 0 1 0 0,0 0-1 0 0,0 0 1 0 0,-1 0-1 0 0,0-1 0 0 0,1 0 1 0 0,-1 0-1 0 0,0 0 1 0 0,0-1-1 0 0,0 1 0 0 0,-9 0 1 0 0,2 0 51 0 0,0-1-1 0 0,0-1 1 0 0,0 1 0 0 0,0-2 0 0 0,0 0 0 0 0,-15-3 0 0 0,23 3-155 0 0,1 0 0 0 0,-1 0 0 0 0,1 0 1 0 0,-1-1-1 0 0,1 0 0 0 0,0 1 0 0 0,0-1 0 0 0,0 0 1 0 0,0-1-1 0 0,-4-3 0 0 0,4 4-310 0 0,1-1 0 0 0,0 1 0 0 0,1-1 1 0 0,-1 0-1 0 0,0 1 0 0 0,1-1 0 0 0,0 0 0 0 0,-1 0 0 0 0,1 0 0 0 0,0-1 0 0 0,1 1 1 0 0,-1 0-1 0 0,0-6 0 0 0,-2-12-9381 0 0,2 12 4900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 73 3864 0 0,'-11'-18'15524'0'0,"21"13"-11596"0"0,25-2-2264 0 0,268-30 2045 0 0,-289 36-3575 0 0,10-3-84 0 0,-24 3-144 0 0,-21 15-18212 0 0,11-7 13077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70 4440 0 0,'0'0'3705'0'0,"21"-5"3825"0"0,29-5-4351 0 0,119-9 3615 0 0,-27 4-5571 0 0,-112 9-2541 0 0,-21 3-1958 0 0,0-2-3580 0 0,2-2 1716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1 4576 0 0,'-3'0'9036'0'0,"7"8"-8245"0"0,0-1 1 0 0,1 1-1 0 0,0-1 1 0 0,0 0-1 0 0,1-1 1 0 0,0 1-1 0 0,0-1 1 0 0,0 0-1 0 0,12 8 1 0 0,9 9 911 0 0,44 37 320 0 0,-48-42-1668 0 0,-1 1-1 0 0,39 43 0 0 0,-48-47-255 0 0,-7-8-63 0 0,-1-1 0 0 0,1 1 0 0 0,-1 0 0 0 0,0 1 0 0 0,-1-1 0 0 0,1 1 0 0 0,-2 0 1 0 0,1 0-1 0 0,-1 0 0 0 0,4 15 0 0 0,-5-12-22 0 0,-1 0-1 0 0,0-1 1 0 0,-1 1 0 0 0,0 0 0 0 0,0 0-1 0 0,-1-1 1 0 0,-1 1 0 0 0,0-1 0 0 0,0 1 0 0 0,-1-1-1 0 0,0 1 1 0 0,-6 11 0 0 0,0-5-5 0 0,0 0 0 0 0,-1 0 0 0 0,-1-1 0 0 0,0 0-1 0 0,-1-1 1 0 0,-16 15 0 0 0,-86 87-690 0 0,89-92-3029 0 0,0 0-3627 0 0,14-14 2229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210 48 4544 0 0,'1'-2'213'0'0,"-1"1"0"0"0,0-1 0 0 0,0 0-1 0 0,0 1 1 0 0,0-1 0 0 0,0 0 0 0 0,0 1 0 0 0,0-1-1 0 0,-1 0 1 0 0,1 1 0 0 0,-1-1 0 0 0,1 0-1 0 0,-1 1 1 0 0,1-1 0 0 0,-1 1 0 0 0,0-1-1 0 0,0 1 1 0 0,0-1 0 0 0,0 1 0 0 0,0 0-1 0 0,0-1 1 0 0,0 1 0 0 0,0 0 0 0 0,0 0-1 0 0,-1 0 1 0 0,1 0 0 0 0,-1 0 0 0 0,1 0 0 0 0,0 0-1 0 0,-1 0 1 0 0,0 1 0 0 0,1-1 0 0 0,-1 1-1 0 0,1-1 1 0 0,-1 1 0 0 0,0-1 0 0 0,1 1-1 0 0,-1 0 1 0 0,0 0 0 0 0,1 0 0 0 0,-1 0-1 0 0,0 0 1 0 0,1 0 0 0 0,-1 0 0 0 0,-2 1 0 0 0,-2 0 134 0 0,0 1 0 0 0,0 0 1 0 0,0 0-1 0 0,0 1 1 0 0,0 0-1 0 0,1 0 1 0 0,-1 0-1 0 0,1 0 1 0 0,0 1-1 0 0,0 0 1 0 0,-6 5-1 0 0,2 2 94 0 0,0 1 0 0 0,1 0 1 0 0,0 0-1 0 0,1 0 0 0 0,0 1 0 0 0,1 0 1 0 0,1 1-1 0 0,0-1 0 0 0,1 1 0 0 0,0 0 0 0 0,-2 19 1 0 0,1 1-97 0 0,1 0 0 0 0,2 0 1 0 0,5 58-1 0 0,-3-82-297 0 0,1 0-1 0 0,1-1 1 0 0,0 1-1 0 0,0 0 1 0 0,1-1-1 0 0,0 1 1 0 0,7 12-1 0 0,-8-17-63 0 0,1-1 0 0 0,-1 0 0 0 0,1 0 0 0 0,0 0-1 0 0,0-1 1 0 0,1 1 0 0 0,-1-1 0 0 0,1 0 0 0 0,0 1-1 0 0,0-2 1 0 0,0 1 0 0 0,0 0 0 0 0,0-1-1 0 0,0 0 1 0 0,1 0 0 0 0,-1 0 0 0 0,6 1 0 0 0,46 8-1204 0 0,-41-10-657 0 0,-1-1 1 0 0,0 0 0 0 0,0-1 0 0 0,16-3 0 0 0,12-4-3012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256 151 3968 0 0,'1'-16'1920'0'0,"-1"4"-944"0"0,0 0-1 0 0,0 0 0 0 0,-1 0 0 0 0,0 0 0 0 0,-6-19 1 0 0,7 29-827 0 0,-1-1 0 0 0,0 1 0 0 0,0-1 0 0 0,0 1 0 0 0,0 0 0 0 0,-1 0 0 0 0,1 0 0 0 0,-1-1 0 0 0,1 1 0 0 0,-1 1 0 0 0,0-1 0 0 0,0 0 0 0 0,0 0 0 0 0,0 1 0 0 0,0-1 1 0 0,0 1-1 0 0,0-1 0 0 0,0 1 0 0 0,-1 0 0 0 0,1 0 0 0 0,0 0 0 0 0,-1 0 0 0 0,1 1 0 0 0,-1-1 0 0 0,1 0 0 0 0,-1 1 0 0 0,1 0 0 0 0,-1 0 0 0 0,1 0 0 0 0,-1 0 0 0 0,1 0 0 0 0,-1 0 0 0 0,-4 1 1 0 0,0 1 159 0 0,1-1 0 0 0,-1 1 0 0 0,1 0 1 0 0,-1 0-1 0 0,1 1 0 0 0,0 0 1 0 0,0 0-1 0 0,0 0 0 0 0,0 1 1 0 0,0 0-1 0 0,1 0 0 0 0,-6 5 0 0 0,3 0-19 0 0,0-1-1 0 0,1 1 1 0 0,0 0-1 0 0,0 1 1 0 0,1 0-1 0 0,-10 19 1 0 0,10-15-167 0 0,1 0-1 0 0,0 0 1 0 0,1 0 0 0 0,0 1-1 0 0,1 0 1 0 0,1-1 0 0 0,0 1-1 0 0,1 0 1 0 0,0 0 0 0 0,2 0-1 0 0,3 29 1 0 0,-3-41-99 0 0,0 0 0 0 0,-1 1 0 0 0,1-1 0 0 0,1 0 0 0 0,-1 1 1 0 0,0-1-1 0 0,1 0 0 0 0,0 0 0 0 0,0 0 0 0 0,0 0 0 0 0,0 0 0 0 0,0-1 0 0 0,0 1 0 0 0,1-1 1 0 0,-1 1-1 0 0,1-1 0 0 0,0 0 0 0 0,0 0 0 0 0,3 2 0 0 0,-1-2-9 0 0,-1 0 0 0 0,1-1 0 0 0,0 1 0 0 0,0-1 0 0 0,0 0 0 0 0,-1-1 0 0 0,1 1 0 0 0,0-1 0 0 0,0 0 0 0 0,0 0 0 0 0,0 0 0 0 0,7-2 0 0 0,-2 0-24 0 0,0-1 0 0 0,0 1 0 0 0,-1-2 0 0 0,0 1 1 0 0,0-1-1 0 0,0-1 0 0 0,0 0 0 0 0,-1 0 0 0 0,1 0 1 0 0,-1-1-1 0 0,0-1 0 0 0,-1 1 0 0 0,13-15 0 0 0,-13 9-11 0 0,0 1-1 0 0,0-1 0 0 0,-1-1 0 0 0,-1 1 0 0 0,0-1 1 0 0,-1 0-1 0 0,4-19 0 0 0,-3 6 47 0 0,-1 0 0 0 0,1-49 0 0 0,-6 132 400 0 0,1 55 180 0 0,1-97-504 0 0,1 0 0 0 0,0 0-1 0 0,1 0 1 0 0,1 0 0 0 0,6 16-1 0 0,-9-27-67 0 0,1 0 0 0 0,0 0 0 0 0,0 0 0 0 0,0 0 0 0 0,1 0 0 0 0,-1 0 0 0 0,1-1 0 0 0,0 1 0 0 0,0-1 0 0 0,0 0 0 0 0,1 0 0 0 0,-1 0 0 0 0,1 0 0 0 0,0-1 0 0 0,-1 0 0 0 0,1 1 1 0 0,0-1-1 0 0,6 2 0 0 0,-4-3-31 0 0,1 1 0 0 0,-1-1 0 0 0,1 0 0 0 0,0 0 1 0 0,-1-1-1 0 0,1 1 0 0 0,0-2 0 0 0,-1 1 0 0 0,1-1 1 0 0,0 0-1 0 0,8-2 0 0 0,-4 0-101 0 0,-1 0-1 0 0,0-1 1 0 0,0 0 0 0 0,0-1 0 0 0,-1 0-1 0 0,1 0 1 0 0,-1-1 0 0 0,0 0 0 0 0,-1-1-1 0 0,1 0 1 0 0,-1 0 0 0 0,-1-1 0 0 0,1 1-1 0 0,-1-2 1 0 0,6-10 0 0 0,-7 6-102 0 0,-1-1 0 0 0,0 0 0 0 0,-1-1 0 0 0,-1 1 0 0 0,0 0 0 0 0,-1-1 0 0 0,-1 0 0 0 0,0 0 0 0 0,-1 1 0 0 0,0-1 0 0 0,-2 0 0 0 0,-2-15 0 0 0,-4 184 526 0 0,8 163 1319 0 0,0-101-24 0 0,-3-244-2764 0 0,-8-106-539 0 0,11 78 1258 0 0,5-135-792 0 0,-3 166 1106 0 0,2 0 1 0 0,0 0-1 0 0,2 1 1 0 0,1-1-1 0 0,14-34 1 0 0,-18 53 141 0 0,1 0 0 0 0,-1 0 1 0 0,1 0-1 0 0,0 1 0 0 0,0 0 1 0 0,0 0-1 0 0,1 0 1 0 0,0 0-1 0 0,0 1 0 0 0,0 0 1 0 0,0 0-1 0 0,1 0 0 0 0,-1 0 1 0 0,1 1-1 0 0,0 0 0 0 0,0 0 1 0 0,8-2-1 0 0,-10 4 45 0 0,0 0 1 0 0,1 0-1 0 0,-1 0 0 0 0,1 1 0 0 0,-1-1 1 0 0,1 1-1 0 0,-1 0 0 0 0,1 0 0 0 0,-1 1 1 0 0,1-1-1 0 0,-1 1 0 0 0,0 0 0 0 0,1 0 1 0 0,-1 1-1 0 0,0-1 0 0 0,0 1 0 0 0,0 0 1 0 0,0 0-1 0 0,0 0 0 0 0,0 1 0 0 0,0-1 1 0 0,-1 1-1 0 0,1 0 0 0 0,-1 0 0 0 0,0 0 1 0 0,4 6-1 0 0,-2-2 96 0 0,0 0 0 0 0,0 1-1 0 0,0 0 1 0 0,-1 0 0 0 0,-1 1 0 0 0,0-1 0 0 0,0 1 0 0 0,0 0-1 0 0,-1-1 1 0 0,0 1 0 0 0,-1 0 0 0 0,0 0 0 0 0,0 1 0 0 0,-1-1-1 0 0,0 0 1 0 0,-1 0 0 0 0,-1 10 0 0 0,1-15-182 0 0,-1 0-1 0 0,1 0 1 0 0,0-1 0 0 0,-1 1 0 0 0,0 0-1 0 0,0-1 1 0 0,0 1 0 0 0,0-1-1 0 0,-1 1 1 0 0,1-1 0 0 0,-1 0 0 0 0,0 0-1 0 0,0 0 1 0 0,0-1 0 0 0,0 1 0 0 0,-1-1-1 0 0,1 1 1 0 0,-1-1 0 0 0,1 0 0 0 0,-7 2-1 0 0,-37 14-3389 0 0,4-7-4222 0 0,6-4 2297 0 0,-3-3-1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1 306 5152 0 0,'0'-8'570'0'0,"1"0"-1"0"0,1 0 1 0 0,-1 0-1 0 0,1 0 1 0 0,1 0-1 0 0,-1 0 1 0 0,6-11-1 0 0,28-46 1683 0 0,-30 55-1791 0 0,1-3 60 0 0,2 1 0 0 0,0 0 0 0 0,0 0 0 0 0,1 0 0 0 0,1 1 0 0 0,0 1 0 0 0,0 0 0 0 0,1 0 0 0 0,17-9 0 0 0,-21 14-139 0 0,1 0 1 0 0,0 1 0 0 0,0 0 0 0 0,1 0 0 0 0,-1 1 0 0 0,1 0-1 0 0,0 1 1 0 0,0 0 0 0 0,0 1 0 0 0,0 0 0 0 0,0 0-1 0 0,0 1 1 0 0,0 1 0 0 0,14 1 0 0 0,-19-1-254 0 0,-1 0 1 0 0,0 0 0 0 0,1 0 0 0 0,-1 0-1 0 0,0 1 1 0 0,0 0 0 0 0,0 0-1 0 0,0 0 1 0 0,0 0 0 0 0,0 1-1 0 0,0-1 1 0 0,-1 1 0 0 0,1 0-1 0 0,-1 0 1 0 0,0 0 0 0 0,0 1-1 0 0,0-1 1 0 0,0 1 0 0 0,-1-1-1 0 0,1 1 1 0 0,-1 0 0 0 0,0 0-1 0 0,0 0 1 0 0,-1 0 0 0 0,3 7-1 0 0,-2-4-556 0 0,-1 1-1 0 0,0-1 1 0 0,0 1-1 0 0,0-1 0 0 0,-1 1 1 0 0,-1 8-1 0 0,0-5-1438 0 0,-1 0-1 0 0,0-1 1 0 0,-7 21-1 0 0,-13 25-3561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 1 5641 0 0,'-2'3'956'0'0,"-1"-1"20"0"0,0 3 16 0 0,0 0 20 0 0,1 2 0 0 0,-4-2 0 0 0,6 4-4 0 0,-3 0-84 0 0,0 2-248 0 0,6-4-3516 0 0,0 3 0 0 0,-1-2 0 0 0,4-5-1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15 4464 0 0,'0'0'3410'0'0,"-2"18"-434"0"0,0 182 4291 0 0,4-104-4241 0 0,0-18 220 0 0,20-139-1636 0 0,-12 25-1448 0 0,1 0 0 0 0,23-53-1 0 0,-24 69-130 0 0,0 0-1 0 0,2 1 0 0 0,0 0 0 0 0,1 0 1 0 0,22-24-1 0 0,-30 39-16 0 0,-1-1 0 0 0,1 1 0 0 0,0 0 1 0 0,0 0-1 0 0,0 1 0 0 0,0 0 0 0 0,1 0 0 0 0,-1 0 1 0 0,1 0-1 0 0,0 1 0 0 0,0 0 0 0 0,10-2 0 0 0,-13 4 2 0 0,0-1 0 0 0,-1 1 0 0 0,1 0 0 0 0,0 0 0 0 0,-1 1 0 0 0,1-1 0 0 0,0 0-1 0 0,-1 1 1 0 0,1 0 0 0 0,0-1 0 0 0,-1 1 0 0 0,1 0 0 0 0,-1 0 0 0 0,1 1 0 0 0,-1-1-1 0 0,0 0 1 0 0,1 1 0 0 0,-1 0 0 0 0,0-1 0 0 0,0 1 0 0 0,0 0 0 0 0,0 0-1 0 0,-1 0 1 0 0,1 0 0 0 0,0 0 0 0 0,-1 1 0 0 0,1-1 0 0 0,-1 0 0 0 0,0 1 0 0 0,2 3 0 0 0,3 14 115 0 0,0 0 0 0 0,-1 1 0 0 0,-1-1 1 0 0,-1 1-1 0 0,-1 0 0 0 0,-1 0 1 0 0,-2 34-1 0 0,1-19 229 0 0,5 45 0 0 0,-5-78-364 0 0,1-1 0 0 0,-1 0 0 0 0,1 0 0 0 0,-1 1 0 0 0,1-1 0 0 0,0 0 0 0 0,-1 0 0 0 0,1 1 0 0 0,0-1 0 0 0,1 0 0 0 0,-1 0 0 0 0,0 0 0 0 0,0-1 0 0 0,1 1 0 0 0,0 0 0 0 0,-1 0 0 0 0,1-1 0 0 0,0 1 0 0 0,-1-1 0 0 0,5 3 0 0 0,-3-3 2 0 0,1 0 1 0 0,-1 1-1 0 0,0-2 1 0 0,1 1-1 0 0,-1 0 1 0 0,1-1-1 0 0,-1 1 0 0 0,1-1 1 0 0,-1 0-1 0 0,1 0 1 0 0,-1-1-1 0 0,6 0 1 0 0,1-1-795 0 0,1-1 1 0 0,-1 0 0 0 0,14-7 0 0 0,21-12-8772 0 0,-21 8 4151 0 0,-1-5-1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231 20 3632 0 0,'-28'-10'4401'0'0,"5"1"-2222"0"0,21 8-2041 0 0,0 1-1 0 0,1 0 1 0 0,-1 0 0 0 0,0 1 0 0 0,0-1 0 0 0,1 0 0 0 0,-1 1 0 0 0,0-1 0 0 0,1 1 0 0 0,-1-1 0 0 0,0 1 0 0 0,1 0 0 0 0,-1 0 0 0 0,1-1 0 0 0,-1 1 0 0 0,1 0-1 0 0,-1 1 1 0 0,1-1 0 0 0,0 0 0 0 0,0 0 0 0 0,-1 0 0 0 0,1 1 0 0 0,0-1 0 0 0,0 1 0 0 0,0-1 0 0 0,0 1 0 0 0,1-1 0 0 0,-2 4 0 0 0,-3 6 299 0 0,0 0 0 0 0,1 0 1 0 0,-2 13-1 0 0,4-19-258 0 0,-53 234 3835 0 0,4 128-2265 0 0,48-331-1604 0 0,0-14 40 0 0,1 1 0 0 0,0 0 0 0 0,2 0 0 0 0,5 39 0 0 0,-5-61-175 0 0,0-1-1 0 0,0 1 1 0 0,0-1-1 0 0,0 1 1 0 0,0-1-1 0 0,0 1 1 0 0,0-1-1 0 0,0 1 1 0 0,1-1-1 0 0,-1 1 0 0 0,0-1 1 0 0,0 1-1 0 0,0-1 1 0 0,1 1-1 0 0,-1-1 1 0 0,0 0-1 0 0,1 1 1 0 0,-1-1-1 0 0,0 0 1 0 0,1 1-1 0 0,-1-1 0 0 0,0 0 1 0 0,1 1-1 0 0,-1-1 1 0 0,1 0-1 0 0,-1 1 1 0 0,1-1-1 0 0,-1 0 1 0 0,0 0-1 0 0,1 0 1 0 0,-1 0-1 0 0,1 1 0 0 0,-1-1 1 0 0,1 0-1 0 0,-1 0 1 0 0,1 0-1 0 0,-1 0 1 0 0,1 0-1 0 0,-1 0 1 0 0,1 0-1 0 0,-1 0 1 0 0,1 0-1 0 0,-1-1 0 0 0,1 1 1 0 0,-1 0-1 0 0,1 0 1 0 0,-1 0-1 0 0,1 0 1 0 0,-1-1-1 0 0,1 1 1 0 0,-1 0-1 0 0,0-1 1 0 0,1 1-1 0 0,-1 0 0 0 0,0-1 1 0 0,1 1-1 0 0,-1 0 1 0 0,0-1-1 0 0,1 1 1 0 0,-1 0-1 0 0,0-1 1 0 0,1 1-1 0 0,-1-1 1 0 0,27-32 306 0 0,-24 28-265 0 0,42-61 369 0 0,-31 43-237 0 0,1 0-1 0 0,1 1 1 0 0,0 1 0 0 0,2 1 0 0 0,1 0 0 0 0,25-21 0 0 0,-41 39-150 0 0,-1 1 1 0 0,1-1 0 0 0,-1 0 0 0 0,1 1 0 0 0,0 0-1 0 0,0 0 1 0 0,0 0 0 0 0,-1 0 0 0 0,5-1 0 0 0,-6 2-13 0 0,0 0 0 0 0,0 0 0 0 0,0 0 0 0 0,0 0 0 0 0,0 0 1 0 0,0 0-1 0 0,0 1 0 0 0,0-1 0 0 0,0 0 0 0 0,0 0 0 0 0,1 1 1 0 0,-1-1-1 0 0,0 1 0 0 0,-1-1 0 0 0,1 1 0 0 0,0-1 0 0 0,0 1 1 0 0,1 0-1 0 0,0 2 19 0 0,0 0-1 0 0,0 0 1 0 0,0 0 0 0 0,0 0 0 0 0,-1 0 0 0 0,1 1 0 0 0,-1-1 0 0 0,0 0-1 0 0,0 1 1 0 0,0-1 0 0 0,0 1 0 0 0,-1-1 0 0 0,1 7 0 0 0,2 40 334 0 0,-5 65-1 0 0,0 15-409 0 0,3-116 350 0 0,-2-9-793 0 0,1 1 0 0 0,1-1 1 0 0,-1 0-1 0 0,1 0 0 0 0,0 0 1 0 0,2 6-1 0 0,8 5-4908 0 0,10-7-3387 0 0,-3-5 3549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243 472 4736 0 0,'0'-1'244'0'0,"0"-1"0"0"0,0 0 0 0 0,0 1 0 0 0,0-1 0 0 0,-1 1-1 0 0,1-1 1 0 0,-1 1 0 0 0,1-1 0 0 0,-1 1 0 0 0,1 0-1 0 0,-1-1 1 0 0,0 1 0 0 0,1 0 0 0 0,-1-1 0 0 0,0 1 0 0 0,0 0-1 0 0,0 0 1 0 0,0 0 0 0 0,0 0 0 0 0,-1 0 0 0 0,1 0 0 0 0,0 0-1 0 0,0 0 1 0 0,-1 0 0 0 0,1 0 0 0 0,0 1 0 0 0,-1-1 0 0 0,1 0-1 0 0,-1 1 1 0 0,-2-1 0 0 0,1 0-55 0 0,1 1 0 0 0,-1 0 0 0 0,0-1 0 0 0,1 1-1 0 0,-1 0 1 0 0,0 1 0 0 0,1-1 0 0 0,-1 0 0 0 0,0 1 0 0 0,1-1 0 0 0,-1 1 0 0 0,1 0 0 0 0,-1 0-1 0 0,1 0 1 0 0,-1 0 0 0 0,-3 3 0 0 0,-5 4 331 0 0,1 1 0 0 0,1 1 0 0 0,0 0 0 0 0,0 0 0 0 0,0 0 0 0 0,-7 15 0 0 0,-1 3 810 0 0,-18 40 0 0 0,27-49-1057 0 0,1-1 0 0 0,0 1 0 0 0,2 0 0 0 0,0 1 0 0 0,-3 27 0 0 0,8-46-259 0 0,-1 1-1 0 0,1 0 0 0 0,0 0 1 0 0,0 0-1 0 0,0-1 1 0 0,0 1-1 0 0,1 0 0 0 0,-1 0 1 0 0,0 0-1 0 0,1 0 1 0 0,-1-1-1 0 0,1 1 0 0 0,0 0 1 0 0,-1-1-1 0 0,1 1 1 0 0,0 0-1 0 0,0-1 1 0 0,2 3-1 0 0,-2-3-4 0 0,1 0 0 0 0,-1 0 0 0 0,0-1 1 0 0,0 1-1 0 0,1-1 0 0 0,-1 1 0 0 0,0-1 0 0 0,1 1 0 0 0,-1-1 0 0 0,0 0 1 0 0,1 1-1 0 0,-1-1 0 0 0,1 0 0 0 0,-1 0 0 0 0,0 0 0 0 0,1 0 0 0 0,-1 0 1 0 0,3-1-1 0 0,3-1 11 0 0,-1 0 0 0 0,0 0 0 0 0,1-1-1 0 0,-1 0 1 0 0,0 0 0 0 0,0 0 0 0 0,-1-1 0 0 0,8-5 0 0 0,1-4 19 0 0,1-2 0 0 0,-2 0-1 0 0,0 0 1 0 0,-1-1 0 0 0,-1-1 0 0 0,0 0-1 0 0,-1-1 1 0 0,-1 0 0 0 0,-1 0-1 0 0,0-1 1 0 0,7-31 0 0 0,-9 32 90 0 0,-6 23 71 0 0,-8 31 49 0 0,-2 5 22 0 0,-7 48 0 0 0,15-73-178 0 0,1 0 0 0 0,0 0 1 0 0,1 0-1 0 0,1 0 0 0 0,0 0 0 0 0,5 19 1 0 0,-6-33-71 0 0,1 1 0 0 0,0 0 1 0 0,0-1-1 0 0,0 1 0 0 0,0-1 1 0 0,0 1-1 0 0,1-1 0 0 0,-1 0 0 0 0,1 1 1 0 0,0-1-1 0 0,-1 0 0 0 0,1 0 1 0 0,0 0-1 0 0,0 0 0 0 0,0 0 1 0 0,1-1-1 0 0,-1 1 0 0 0,0-1 0 0 0,3 2 1 0 0,0-1-15 0 0,-1-1 1 0 0,1 1-1 0 0,-1-1 1 0 0,1 0-1 0 0,-1-1 0 0 0,1 1 1 0 0,0-1-1 0 0,-1 0 1 0 0,1 0-1 0 0,7-1 1 0 0,1-1-131 0 0,1-1 0 0 0,-1-1 0 0 0,0 0 0 0 0,0 0 0 0 0,0-2 0 0 0,22-12 0 0 0,-22 10-69 0 0,-1-1 1 0 0,-1-1-1 0 0,1 0 0 0 0,-1-1 1 0 0,-1 0-1 0 0,0 0 0 0 0,-1-1 1 0 0,0 0-1 0 0,-1-1 0 0 0,0 0 1 0 0,-1 0-1 0 0,6-16 0 0 0,3-12-377 0 0,-2 0-1 0 0,17-84 0 0 0,-15 24-182 0 0,6-167-1 0 0,-22 260 788 0 0,1 0-1 0 0,-1 0 0 0 0,0-1 1 0 0,-1 1-1 0 0,0 0 1 0 0,0 0-1 0 0,0 0 1 0 0,-1 0-1 0 0,-1 0 0 0 0,-3-9 1 0 0,6 17-28 0 0,0 0 1 0 0,0-1-1 0 0,-1 1 1 0 0,1 0-1 0 0,0 0 1 0 0,0 0-1 0 0,0 0 1 0 0,0 0-1 0 0,-1 0 1 0 0,1-1-1 0 0,0 1 0 0 0,0 0 1 0 0,0 0-1 0 0,0 0 1 0 0,-1 0-1 0 0,1 0 1 0 0,0 0-1 0 0,0 0 1 0 0,0 0-1 0 0,-1 0 1 0 0,1 0-1 0 0,0 0 1 0 0,0 0-1 0 0,-1 0 0 0 0,1 0 1 0 0,0 0-1 0 0,0 0 1 0 0,0 0-1 0 0,-1 0 1 0 0,1 0-1 0 0,0 1 1 0 0,0-1-1 0 0,0 0 1 0 0,0 0-1 0 0,-1 0 1 0 0,1 0-1 0 0,0 0 0 0 0,0 0 1 0 0,0 1-1 0 0,0-1 1 0 0,0 0-1 0 0,-1 0 1 0 0,1 0-1 0 0,0 0 1 0 0,0 1-1 0 0,0-1 1 0 0,0 0-1 0 0,0 0 1 0 0,0 0-1 0 0,0 0 0 0 0,0 1 1 0 0,0-1-1 0 0,0 0 1 0 0,0 0-1 0 0,0 0 1 0 0,0 1-1 0 0,0-1 1 0 0,0 0-1 0 0,-6 15 238 0 0,-2 36 276 0 0,2 0 0 0 0,2 0-1 0 0,4 55 1 0 0,0-88-420 0 0,0 514 2172 0 0,0-559-2117 0 0,2 0-1 0 0,1 1 0 0 0,1-1 0 0 0,1 1 1 0 0,1 0-1 0 0,2 0 0 0 0,0 0 0 0 0,22-41 0 0 0,-24 53-75 0 0,2 1-1 0 0,0-1 0 0 0,1 2 0 0 0,0-1 0 0 0,1 1 0 0 0,0 1 0 0 0,1 0 0 0 0,0 0 0 0 0,0 1 0 0 0,2 1 0 0 0,-1 0 1 0 0,1 0-1 0 0,0 1 0 0 0,1 1 0 0 0,0 0 0 0 0,26-8 0 0 0,-34 13-95 0 0,0 0 0 0 0,1 0-1 0 0,-1 1 1 0 0,1 0 0 0 0,-1 0 0 0 0,1 1-1 0 0,-1 0 1 0 0,12 1 0 0 0,-17-1-13 0 0,-1 0 0 0 0,0 0 0 0 0,0 0 0 0 0,0 0 0 0 0,1 0 0 0 0,-1 0 0 0 0,0 0 0 0 0,0 0 0 0 0,0 0 0 0 0,1 0 0 0 0,-1 0 0 0 0,0 0 0 0 0,0 1 0 0 0,0-1 0 0 0,0 0 0 0 0,1 0 0 0 0,-1 0 0 0 0,0 0 0 0 0,0 0 0 0 0,0 1 0 0 0,0-1 0 0 0,0 0 0 0 0,1 0 0 0 0,-1 0-1 0 0,0 0 1 0 0,0 1 0 0 0,0-1 0 0 0,0 0 0 0 0,0 0 0 0 0,0 0 0 0 0,0 1 0 0 0,0-1 0 0 0,0 0 0 0 0,0 0 0 0 0,0 1 0 0 0,0-1 0 0 0,0 0 0 0 0,0 0 0 0 0,0 0 0 0 0,0 1 0 0 0,0-1 0 0 0,0 0 0 0 0,-8 9-3552 0 0,-16 5-4207 0 0,-2-2 2402 0 0,-8 0-1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0 198 5489 0 0,'1'-5'456'0'0,"0"0"1"0"0,0 0-1 0 0,0 0 1 0 0,1 0-1 0 0,0 1 1 0 0,0-1-1 0 0,0 0 1 0 0,0 1 0 0 0,1-1-1 0 0,-1 1 1 0 0,1 0-1 0 0,0 0 1 0 0,5-5-1 0 0,5-5 638 0 0,1 0 0 0 0,16-13-1 0 0,-18 18-456 0 0,1 0 0 0 0,0 1 0 0 0,0 1 0 0 0,0 0 0 0 0,1 1 0 0 0,0 0 0 0 0,0 1 0 0 0,27-5 0 0 0,-34 8-341 0 0,0 1 1 0 0,0-1-1 0 0,0 2 1 0 0,1-1-1 0 0,-1 1 1 0 0,0 0 0 0 0,0 0-1 0 0,0 1 1 0 0,0 0-1 0 0,0 0 1 0 0,0 1-1 0 0,0 0 1 0 0,0 0-1 0 0,0 1 1 0 0,-1 0-1 0 0,1 0 1 0 0,-1 0 0 0 0,0 1-1 0 0,0 0 1 0 0,9 7-1 0 0,-13-8-207 0 0,1 0 0 0 0,-1 0 0 0 0,1 0 1 0 0,-1 0-1 0 0,0 1 0 0 0,0-1 0 0 0,0 1 0 0 0,1 4 0 0 0,4 32-4582 0 0,-8-23 504 0 0,0-1 0 0 0,-6 32 0 0 0,6-45 3711 0 0,-8 42-5310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0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6137 0 0,'0'4'1044'0'0,"0"-2"36"0"0,0 4 56 0 0,0-2 36 0 0,0 1 40 0 0,4 1 0 0 0,5-1 16 0 0,2 2 0 0 0,-3-5 5 0 0,4 1-77 0 0,2-1-128 0 0,-3-2-168 0 0,4 2-1164 0 0,-4-4-3581 0 0,-2 2 1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9T03:30:36.099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69 22472,'7404'-68'0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30:36.100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89 3688 0 0,'10'-10'7440'0'0,"303"-29"198"0"0,4 21-5394 0 0,317 30-1739 0 0,-136 2-201 0 0,-178 6-48 0 0,-130-3-161 0 0,20-6-16 0 0,122 15 59 0 0,171 3 212 0 0,-158-25 269 0 0,267-4 451 0 0,-513-7-943 0 0,170-36 1 0 0,-226 35-61 0 0,-24 6 35 0 0,-1-2 0 0 0,1 0-1 0 0,33-13 1 0 0,-31 11-20 0 0,0 0 1 0 0,0 2-1 0 0,0 0 1 0 0,1 2-1 0 0,0 0 0 0 0,39 2 1 0 0,-59 0-81 0 0,22 0 81 0 0,-13 1-15 0 0,0 0 0 0 0,0-1 0 0 0,0-1 1 0 0,0 1-1 0 0,1-2 0 0 0,-2 0 0 0 0,1 0 0 0 0,0-1 0 0 0,0 0 0 0 0,18-9 0 0 0,-23 5 267 0 0,-6 7-326 0 0,1 0 0 0 0,-1-1 0 0 0,0 1 0 0 0,0-1 0 0 0,1 1 0 0 0,-1 0 0 0 0,0-1 0 0 0,0 1 0 0 0,1 0 0 0 0,-1 0 0 0 0,0-1 0 0 0,1 1 0 0 0,-1 0 0 0 0,1 0 0 0 0,-1-1 0 0 0,0 1-1 0 0,1 0 1 0 0,-1 0 0 0 0,1 0 0 0 0,-1 0 0 0 0,1 0 0 0 0,-1 0 0 0 0,0 0 0 0 0,1 0 0 0 0,-1 0 0 0 0,1 0 0 0 0,-1 0 0 0 0,1 0 0 0 0,0 0 0 0 0,61-11 624 0 0,-79 14-298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6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142 308 2232 0 0,'-39'-105'4177'0'0,"28"70"-2232"0"0,-2 0 0 0 0,-1 1 0 0 0,-2 1 0 0 0,-20-32 0 0 0,36 65-1909 0 0,0 0 0 0 0,0 1 1 0 0,0-1-1 0 0,0 0 0 0 0,0 0 0 0 0,0 0 0 0 0,-1 1 0 0 0,1-1 0 0 0,0 0 1 0 0,0 0-1 0 0,0 1 0 0 0,0-1 0 0 0,0 0 0 0 0,0 0 0 0 0,-1 0 1 0 0,1 1-1 0 0,0-1 0 0 0,0 0 0 0 0,0 0 0 0 0,-1 0 0 0 0,1 0 0 0 0,0 1 1 0 0,0-1-1 0 0,-1 0 0 0 0,1 0 0 0 0,0 0 0 0 0,0 0 0 0 0,-1 0 0 0 0,1 0 1 0 0,0 0-1 0 0,0 0 0 0 0,-1 0 0 0 0,1 0 0 0 0,0 0 0 0 0,0 0 1 0 0,-1 0-1 0 0,1 0 0 0 0,0 0 0 0 0,0 0 0 0 0,-1 0 0 0 0,1 0 0 0 0,0 0 1 0 0,0 0-1 0 0,-1 0 0 0 0,1 0 0 0 0,0-1 0 0 0,0 1 0 0 0,0 0 0 0 0,-1 0 1 0 0,1 0-1 0 0,0 0 0 0 0,0-1 0 0 0,0 1 0 0 0,-1 0 0 0 0,1 0 0 0 0,0 0 1 0 0,0-1-1 0 0,0 1 0 0 0,0 0 0 0 0,-1 28 199 0 0,1-24-87 0 0,23 255 860 0 0,-14-190-895 0 0,36 297 311 0 0,-44-359-421 0 0,2 19 17 0 0,2-1 1 0 0,7 28 0 0 0,-15-131-1426 0 0,-38-146-268 0 0,6 40 747 0 0,30 146 855 0 0,1 0 0 0 0,3-70 0 0 0,1 106 95 0 0,0 0-1 0 0,1-1 1 0 0,-1 1-1 0 0,0 0 1 0 0,1 0-1 0 0,-1-1 1 0 0,1 1-1 0 0,0 0 0 0 0,0 0 1 0 0,0 0-1 0 0,0 0 1 0 0,0 0-1 0 0,0 0 1 0 0,0 0-1 0 0,1 0 0 0 0,-1 0 1 0 0,1 1-1 0 0,-1-1 1 0 0,1 1-1 0 0,0-1 1 0 0,3-2-1 0 0,-2 3 9 0 0,1-1 0 0 0,-1 1 0 0 0,1 0 1 0 0,-1 0-1 0 0,1 0 0 0 0,0 1 0 0 0,-1-1 0 0 0,1 1 0 0 0,0 0 0 0 0,-1 0 0 0 0,1 0 1 0 0,5 1-1 0 0,3 1 49 0 0,0 1-1 0 0,0 0 1 0 0,0 1 0 0 0,0 0 0 0 0,-1 1-1 0 0,0 0 1 0 0,13 9 0 0 0,-9-3-2 0 0,0 2 0 0 0,-1-1 0 0 0,-1 2 0 0 0,0 0 0 0 0,-1 0 0 0 0,0 1 0 0 0,-1 1 0 0 0,-1 0 0 0 0,-1 0 0 0 0,0 1 0 0 0,-1 0 1 0 0,-1 1-1 0 0,0-1 0 0 0,-2 2 0 0 0,6 25 0 0 0,-7-21 2 0 0,-2 0 1 0 0,0 0 0 0 0,-2 0-1 0 0,0 1 1 0 0,-2-1 0 0 0,0 0-1 0 0,-2 0 1 0 0,0 0 0 0 0,-2-1-1 0 0,0 0 1 0 0,-2 0-1 0 0,-19 41 1 0 0,13-38-15 0 0,0 0-1 0 0,-1-2 1 0 0,-2 0 0 0 0,0 0-1 0 0,-2-2 1 0 0,0 0-1 0 0,-1-2 1 0 0,-2 0 0 0 0,1-1-1 0 0,-32 19 1 0 0,49-34-58 0 0,-1 0 0 0 0,1-1 0 0 0,-1 1 0 0 0,0-1 0 0 0,0 0 0 0 0,-5 1 0 0 0,37-41-577 0 0,81-75-1638 0 0,117-115-4061 0 0,-220 223 6217 0 0,1 0 0 0 0,-1 0-1 0 0,1 1 1 0 0,0 0-1 0 0,1 0 1 0 0,9-5-1 0 0,-15 9 106 0 0,1 0-1 0 0,-1-1 1 0 0,0 1-1 0 0,0 0 1 0 0,0-1-1 0 0,1 1 1 0 0,-1 0 0 0 0,0 0-1 0 0,1 0 1 0 0,-1 0-1 0 0,0 0 1 0 0,0 0-1 0 0,1 1 1 0 0,-1-1-1 0 0,0 0 1 0 0,0 1-1 0 0,0-1 1 0 0,2 1-1 0 0,-2 0 93 0 0,0 0-1 0 0,1 1 1 0 0,-1-1-1 0 0,0 0 1 0 0,0 1-1 0 0,0-1 1 0 0,0 0-1 0 0,0 1 1 0 0,0-1-1 0 0,0 1 1 0 0,0 0-1 0 0,-1-1 0 0 0,1 1 1 0 0,-1 0-1 0 0,1-1 1 0 0,0 4-1 0 0,5 35 1566 0 0,-2 0 0 0 0,-2 76-1 0 0,-2-83-1274 0 0,-1 5-351 0 0,0 15-134 0 0,6-17-8366 0 0,-2-28 4378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6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107 24 4536 0 0,'-3'0'788'0'0,"-6"-3"25"0"0,1 2 15 0 0,-3-3 4 0 0,-1 0 12 0 0,1 2 4 0 0,-6-2 0 0 0,5 3 0 0 0,1-3-20 0 0,2 4-32 0 0,6 2-124 0 0,6 4-644 0 0,6 1-2728 0 0,5 3 0 0 0,0-1-1 0 0,3 4 1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6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104 34 3448 0 0,'-1'-1'351'0'0,"-1"0"0"0"0,1 0 0 0 0,0 0 0 0 0,-1-1 0 0 0,1 1 0 0 0,0 0 0 0 0,0 0 0 0 0,0-1 0 0 0,0 1 0 0 0,0 0 0 0 0,0-1 0 0 0,1 1 0 0 0,-1-1 0 0 0,0 1 0 0 0,1-1 0 0 0,-2-2 0 0 0,1-5 2827 0 0,9 24-1038 0 0,36 88 972 0 0,-25-52-2780 0 0,-2 1 0 0 0,17 95 0 0 0,-27-109-163 0 0,-2 1 0 0 0,-2 1 0 0 0,-1-1 0 0 0,-5 50 0 0 0,2-76-101 0 0,-1 0 1 0 0,-1 0-1 0 0,0-1 0 0 0,-1 1 1 0 0,-1 0-1 0 0,1-1 0 0 0,-9 14 1 0 0,9-19-19 0 0,-1 0 0 0 0,1-1 1 0 0,-1 1-1 0 0,-1-1 0 0 0,1 0 0 0 0,-1 0 1 0 0,0-1-1 0 0,-1 0 0 0 0,1 0 1 0 0,-1 0-1 0 0,0-1 0 0 0,-13 6 1 0 0,17-8-22 0 0,0-1 0 0 0,0 0 0 0 0,0 1 0 0 0,0-1 0 0 0,0 0-1 0 0,-1-1 1 0 0,1 1 0 0 0,0-1 0 0 0,-1 1 0 0 0,1-1 0 0 0,0 0 0 0 0,-1 0 0 0 0,1 0 0 0 0,0-1 0 0 0,-1 1 0 0 0,1-1 0 0 0,0 0 0 0 0,-5-2 0 0 0,5 2-80 0 0,1-1-1 0 0,0 0 1 0 0,-1 0-1 0 0,1 0 1 0 0,0 0-1 0 0,0 0 1 0 0,1 0-1 0 0,-1-1 1 0 0,0 1-1 0 0,1 0 1 0 0,-1-1-1 0 0,1 0 1 0 0,0 1-1 0 0,0-1 1 0 0,0 0-1 0 0,0 1 1 0 0,0-1 0 0 0,1 0-1 0 0,-1 0 1 0 0,1 0-1 0 0,0-4 1 0 0,-1-13-5244 0 0,4-37 1 0 0,-2 45 3959 0 0,1-27-2854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6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63 8 4528 0 0,'-5'0'772'0'0,"3"0"17"0"0,-7 0 23 0 0,3 0 16 0 0,-3-3-4 0 0,1 2 4 0 0,2 1 20 0 0,-3-1-4 0 0,0-2 1640 0 0,16 3-1776 0 0,4 4-352 0 0,3 3-3280 0 0,10 1 0 0 0,-5-1 0 0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6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18 200 3232 0 0,'-10'-158'7132'0'0,"10"142"-6653"0"0,-2-10 4673 0 0,0 42-3925 0 0,-2 50 565 0 0,10 119 0 0 0,-1-81-1383 0 0,-2 8-119 0 0,6 114 130 0 0,-8-212-544 0 0,2 1-1 0 0,-1-1 0 0 0,1 0 0 0 0,1 0 0 0 0,1 0 1 0 0,6 13-1 0 0,-11-26 15 0 0,0-1 0 0 0,1 1 0 0 0,-1-1 0 0 0,0 1 0 0 0,1-1 1 0 0,-1 0-1 0 0,0 1 0 0 0,1-1 0 0 0,-1 0 0 0 0,0 1 0 0 0,1-1 0 0 0,-1 0 0 0 0,1 0 0 0 0,-1 1 1 0 0,1-1-1 0 0,-1 0 0 0 0,1 0 0 0 0,-1 0 0 0 0,0 0 0 0 0,1 1 0 0 0,-1-1 0 0 0,1 0 0 0 0,-1 0 1 0 0,1 0-1 0 0,-1 0 0 0 0,1 0 0 0 0,-1 0 0 0 0,1 0 0 0 0,-1 0 0 0 0,1-1 0 0 0,-1 1 0 0 0,1 0 1 0 0,-1 0-1 0 0,1 0 0 0 0,-1 0 0 0 0,1-1 0 0 0,-1 1 0 0 0,0 0 0 0 0,1 0 0 0 0,-1-1 0 0 0,1 1 0 0 0,-1 0 1 0 0,0-1-1 0 0,1 1 0 0 0,-1 0 0 0 0,0-1 0 0 0,1 1 0 0 0,-1-1 0 0 0,0 1 0 0 0,0-1 0 0 0,1 1 1 0 0,-1 0-1 0 0,0-1 0 0 0,0 1 0 0 0,0-1 0 0 0,16-27-6863 0 0,-7 5 3012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6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228 146 2856 0 0,'6'-10'667'0'0,"-1"0"0"0"0,0 0 0 0 0,0 0 0 0 0,3-13-1 0 0,1-1 286 0 0,-6 17-617 0 0,-1 2 67 0 0,1-1 1 0 0,-1 1-1 0 0,0-1 0 0 0,-1 0 0 0 0,0 0 1 0 0,1-7-1 0 0,-2 13-361 0 0,0-1-1 0 0,0 1 1 0 0,0 0 0 0 0,0 0-1 0 0,0 0 1 0 0,0 0 0 0 0,0-1 0 0 0,0 1-1 0 0,0 0 1 0 0,0 0 0 0 0,0 0-1 0 0,0 0 1 0 0,0 0 0 0 0,0-1-1 0 0,0 1 1 0 0,0 0 0 0 0,0 0-1 0 0,-1 0 1 0 0,1 0 0 0 0,0 0 0 0 0,0 0-1 0 0,0-1 1 0 0,0 1 0 0 0,0 0-1 0 0,-1 0 1 0 0,1 0 0 0 0,0 0-1 0 0,0 0 1 0 0,0 0 0 0 0,0 0-1 0 0,0 0 1 0 0,-1 0 0 0 0,1 0 0 0 0,0 0-1 0 0,0 0 1 0 0,0 0 0 0 0,0 0-1 0 0,-1 0 1 0 0,1 0 0 0 0,0 0-1 0 0,0 0 1 0 0,0 0 0 0 0,0 0 0 0 0,-1 0-1 0 0,1 0 1 0 0,0 0 0 0 0,0 0-1 0 0,0 0 1 0 0,0 0 0 0 0,-1 0-1 0 0,-13 8 1019 0 0,-11 12 166 0 0,-9 10-32 0 0,1 1 1 0 0,-52 65-1 0 0,75-83-1066 0 0,0 0-1 0 0,1 1 1 0 0,0 1 0 0 0,2-1-1 0 0,-1 1 1 0 0,2 1-1 0 0,0-1 1 0 0,1 1-1 0 0,0 0 1 0 0,1 1 0 0 0,-1 16-1 0 0,5-27-95 0 0,0 0-1 0 0,0 0 1 0 0,1-1 0 0 0,-1 1-1 0 0,1 0 1 0 0,1-1-1 0 0,-1 1 1 0 0,1-1 0 0 0,0 1-1 0 0,0-1 1 0 0,1 0-1 0 0,-1 0 1 0 0,1 0-1 0 0,0 0 1 0 0,1 0 0 0 0,-1 0-1 0 0,1-1 1 0 0,0 0-1 0 0,0 0 1 0 0,0 0 0 0 0,1 0-1 0 0,-1-1 1 0 0,7 4-1 0 0,12 7 7 0 0,0-2-1 0 0,1-1 0 0 0,48 16 0 0 0,-4-1-441 0 0,-35-11-1996 0 0,18 1-7574 0 0,-36-13 6058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6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194 97 4384 0 0,'-3'-3'805'0'0,"-1"-1"-1"0"0,1 1 1 0 0,0-1 0 0 0,0 0-1 0 0,0-1 1 0 0,0 1-1 0 0,-3-9 1 0 0,5 10-518 0 0,-1-1 1 0 0,0 1-1 0 0,1-1 1 0 0,-1 1 0 0 0,-1 0-1 0 0,1 0 1 0 0,0 0-1 0 0,-1 0 1 0 0,1 0-1 0 0,-1 0 1 0 0,0 1 0 0 0,0-1-1 0 0,0 1 1 0 0,0 0-1 0 0,0 0 1 0 0,-5-2-1 0 0,5 3-109 0 0,-1 0-1 0 0,1 0 0 0 0,-1 0 0 0 0,1 0 0 0 0,-1 0 0 0 0,0 1 0 0 0,1 0 1 0 0,-1 0-1 0 0,0 0 0 0 0,1 0 0 0 0,-1 0 0 0 0,1 1 0 0 0,-1 0 0 0 0,1 0 1 0 0,-1 0-1 0 0,1 0 0 0 0,-1 0 0 0 0,1 1 0 0 0,0-1 0 0 0,-1 1 0 0 0,1 0 1 0 0,0 0-1 0 0,0 0 0 0 0,1 0 0 0 0,-1 1 0 0 0,0-1 0 0 0,-2 4 0 0 0,2-2-155 0 0,0 0 1 0 0,1 0-1 0 0,0 0 0 0 0,-1 0 0 0 0,2 0 0 0 0,-1 0 0 0 0,0 1 0 0 0,1-1 0 0 0,0 0 1 0 0,0 1-1 0 0,0-1 0 0 0,0 1 0 0 0,1 0 0 0 0,0-1 0 0 0,0 1 0 0 0,0 0 0 0 0,0-1 0 0 0,1 1 1 0 0,0-1-1 0 0,0 1 0 0 0,2 5 0 0 0,1 1-5 0 0,1 1-1 0 0,0-1 1 0 0,1-1 0 0 0,1 1-1 0 0,-1-1 1 0 0,1 0 0 0 0,13 13 0 0 0,5 2 52 0 0,34 26 1 0 0,-40-35-23 0 0,0 0 0 0 0,-1 1 0 0 0,-1 1 1 0 0,25 32-1 0 0,-39-45-30 0 0,0 0 1 0 0,0 0-1 0 0,0 0 1 0 0,-1 0-1 0 0,0 1 1 0 0,0-1-1 0 0,0 1 1 0 0,-1-1 0 0 0,0 1-1 0 0,0 0 1 0 0,0 0-1 0 0,0-1 1 0 0,-1 1-1 0 0,-1 10 1 0 0,0-12-2 0 0,0 0 0 0 0,0 0 0 0 0,0 0 1 0 0,0-1-1 0 0,-1 1 0 0 0,0 0 0 0 0,0-1 0 0 0,0 1 1 0 0,0-1-1 0 0,0 0 0 0 0,-1 1 0 0 0,1-1 0 0 0,-1 0 0 0 0,0 0 1 0 0,0-1-1 0 0,0 1 0 0 0,0-1 0 0 0,-1 0 0 0 0,1 1 1 0 0,-1-1-1 0 0,-6 2 0 0 0,7-2-17 0 0,0-1-1 0 0,0 1 1 0 0,0-1-1 0 0,0 0 1 0 0,0 0 0 0 0,0-1-1 0 0,0 1 1 0 0,0-1 0 0 0,0 1-1 0 0,0-1 1 0 0,0 0-1 0 0,0 0 1 0 0,-1 0 0 0 0,1-1-1 0 0,0 1 1 0 0,0-1-1 0 0,0 1 1 0 0,0-1 0 0 0,0 0-1 0 0,0 0 1 0 0,0-1-1 0 0,-5-2 1 0 0,7 2-87 0 0,-1 0 1 0 0,0 0-1 0 0,1 0 0 0 0,-1 0 1 0 0,1-1-1 0 0,-1 1 0 0 0,1 0 1 0 0,0-1-1 0 0,0 1 1 0 0,0 0-1 0 0,1-1 0 0 0,-1 0 1 0 0,0 1-1 0 0,1-1 0 0 0,0 1 1 0 0,0-1-1 0 0,-1 0 0 0 0,2 1 1 0 0,-1-1-1 0 0,0 1 0 0 0,0-1 1 0 0,1 0-1 0 0,-1 1 0 0 0,1-1 1 0 0,0 1-1 0 0,0-1 0 0 0,2-3 1 0 0,8-18-3454 0 0,3-2-523 0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6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82 66 4312 0 0,'-3'-3'466'0'0,"0"0"0"0"0,0 0-1 0 0,0 0 1 0 0,0 0-1 0 0,1-1 1 0 0,-3-4 0 0 0,-10-12 1222 0 0,-7 3 682 0 0,22 17-2319 0 0,-1-1 0 0 0,1 1 0 0 0,-1 0 1 0 0,1 0-1 0 0,-1 0 0 0 0,1 0 0 0 0,-1 0 0 0 0,1 0 0 0 0,-1 0 0 0 0,1 0 0 0 0,0 0 0 0 0,-1 0 0 0 0,1 0 0 0 0,-1 0 0 0 0,1 0 0 0 0,-1 1 0 0 0,1-1 0 0 0,-1 0 0 0 0,1 0 0 0 0,-1 0 0 0 0,1 1 0 0 0,0-1 0 0 0,-1 0 0 0 0,1 1 1 0 0,-1-1-1 0 0,1 0 0 0 0,0 1 0 0 0,-1-1 0 0 0,1 0 0 0 0,0 1 0 0 0,-1-1 0 0 0,1 1 0 0 0,0-1 0 0 0,0 0 0 0 0,0 1 0 0 0,-1-1 0 0 0,1 1 0 0 0,0-1 0 0 0,0 1 0 0 0,0-1 0 0 0,0 1 0 0 0,0-1 0 0 0,0 1 0 0 0,0-1 0 0 0,0 1 1 0 0,0-1-1 0 0,0 2 0 0 0,-4 28 1178 0 0,2 0 0 0 0,0 1 1 0 0,5 44-1 0 0,18 92 1234 0 0,-17-143-2265 0 0,12 54 362 0 0,44 131 0 0 0,-16-66-944 0 0,-33-96-1456 0 0,-9-17-5982 0 0,-3-20 3578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6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44 255 4000 0 0,'-4'-4'271'0'0,"0"1"-1"0"0,1-1 0 0 0,-1 0 1 0 0,1 0-1 0 0,0 0 0 0 0,0 0 0 0 0,0 0 1 0 0,1-1-1 0 0,0 1 0 0 0,-1-1 1 0 0,2 0-1 0 0,-1 0 0 0 0,0 1 1 0 0,1-1-1 0 0,0 0 0 0 0,0-1 0 0 0,0 1 1 0 0,1 0-1 0 0,0 0 0 0 0,0 0 1 0 0,0 0-1 0 0,1 0 0 0 0,-1 0 0 0 0,1 0 1 0 0,0 0-1 0 0,1 0 0 0 0,-1 0 1 0 0,1 0-1 0 0,0 0 0 0 0,0 1 1 0 0,5-7-1 0 0,-1 4 15 0 0,1 0 1 0 0,1 0 0 0 0,-1 1-1 0 0,1 0 1 0 0,0 0 0 0 0,1 1-1 0 0,-1 0 1 0 0,1 0-1 0 0,0 1 1 0 0,12-3 0 0 0,3-1 381 0 0,0 2 0 0 0,37-5 0 0 0,18 2-1867 0 0,-51 8-3398 0 0,52 5 0 0 0,-43 2 901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6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112 279 4448 0 0,'-5'13'919'0'0,"0"1"0"0"0,1 1-1 0 0,1-1 1 0 0,0 0-1 0 0,1 1 1 0 0,-1 25-1 0 0,0-9 340 0 0,2-4-245 0 0,1-18-335 0 0,-1-1 0 0 0,1 0 0 0 0,-1 1 0 0 0,-1-1-1 0 0,0 0 1 0 0,-3 9 0 0 0,0-15 1295 0 0,-2-9-1046 0 0,-5-15-558 0 0,11 19-268 0 0,-6-13 1 0 0,0 1-1 0 0,1-1 1 0 0,1-1 0 0 0,1 1-1 0 0,-4-24 1 0 0,4 5-8 0 0,-1-56 1 0 0,5 77-85 0 0,0 1 0 0 0,1 0 0 0 0,1 0-1 0 0,1-1 1 0 0,-1 2 0 0 0,2-1 0 0 0,0 0 0 0 0,0 0 0 0 0,1 1 0 0 0,8-12 0 0 0,-9 17-42 0 0,0 0 1 0 0,1 0-1 0 0,0 1 0 0 0,1 0 1 0 0,-1 0-1 0 0,1 0 0 0 0,0 0 0 0 0,1 1 1 0 0,-1 0-1 0 0,1 1 0 0 0,0 0 1 0 0,0 0-1 0 0,1 0 0 0 0,-1 1 0 0 0,1 0 1 0 0,0 0-1 0 0,12-2 0 0 0,-4 2-331 0 0,-1 1 0 0 0,0 1 1 0 0,1 0-1 0 0,-1 1 0 0 0,1 1 0 0 0,-1 0 0 0 0,29 6 0 0 0,-10 2-1212 0 0,-1 2 0 0 0,45 19 0 0 0,-63-26 1215 0 0,1 0 0 0 0,0-1 0 0 0,28 3 4555 0 0,-48-6-4063 0 0,0 1 0 0 0,0 0 0 0 0,0 0 0 0 0,1 0 0 0 0,-1 0 0 0 0,0 1 0 0 0,0 0 0 0 0,1 0 0 0 0,-1 0 0 0 0,1 0 0 0 0,-1 0 0 0 0,1 1 0 0 0,0-1 0 0 0,0 1 0 0 0,-5 6 0 0 0,-5 6 145 0 0,-20 30 0 0 0,30-42-217 0 0,-13 21 119 0 0,2 1 0 0 0,0 0 0 0 0,-11 29 0 0 0,19-38-97 0 0,1 0 1 0 0,0 1-1 0 0,1-1 0 0 0,0 1 0 0 0,1 0 1 0 0,0 25-1 0 0,3-40-71 0 0,0 0 0 0 0,-1-1 1 0 0,1 1-1 0 0,1 0 0 0 0,-1 0 1 0 0,0 0-1 0 0,0-1 0 0 0,1 1 0 0 0,-1 0 1 0 0,1 0-1 0 0,-1-1 0 0 0,1 1 1 0 0,0 0-1 0 0,0-1 0 0 0,0 1 0 0 0,0-1 1 0 0,0 1-1 0 0,0-1 0 0 0,0 1 0 0 0,0-1 1 0 0,3 2-1 0 0,-3-2-2 0 0,1 0 0 0 0,0-1 0 0 0,-1 1 0 0 0,1-1 0 0 0,0 1 0 0 0,0-1 0 0 0,0 0 0 0 0,-1 0 0 0 0,1 0 0 0 0,0 0 0 0 0,0 0 0 0 0,0 0 0 0 0,-1 0-1 0 0,1-1 1 0 0,0 1 0 0 0,0-1 0 0 0,2 0 0 0 0,4-2 9 0 0,0-1 0 0 0,0 0 0 0 0,-1 0 0 0 0,1-1 0 0 0,-1 0 0 0 0,0 0 0 0 0,10-10 0 0 0,11-16 30 0 0,43-65 0 0 0,-15 20 36 0 0,-56 76-83 0 0,0-1 0 0 0,1 1 0 0 0,-1 0 0 0 0,0-1 0 0 0,1 1 0 0 0,-1-1 1 0 0,0 1-1 0 0,1 0 0 0 0,-1 0 0 0 0,0-1 0 0 0,1 1 0 0 0,-1 0 0 0 0,1 0 1 0 0,-1-1-1 0 0,1 1 0 0 0,-1 0 0 0 0,1 0 0 0 0,-1 0 0 0 0,0 0 0 0 0,1 0 0 0 0,-1-1 1 0 0,1 1-1 0 0,-1 0 0 0 0,1 0 0 0 0,-1 0 0 0 0,1 0 0 0 0,-1 1 0 0 0,1-1 0 0 0,0 0 1 0 0,11 12 33 0 0,8 30 25 0 0,-15-29-42 0 0,-1-5-65 0 0,1 0 1 0 0,0 0-1 0 0,0 0 1 0 0,0-1-1 0 0,1 1 0 0 0,0-1 1 0 0,0-1-1 0 0,1 1 0 0 0,-1-1 1 0 0,2 0-1 0 0,-1-1 1 0 0,10 6-1 0 0,-11-8-1233 0 0,1 0 0 0 0,0 0 0 0 0,-1-1 1 0 0,1 0-1 0 0,0 0 0 0 0,8 0 0 0 0,2-1-2860 0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6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 3 4872 0 0,'-4'0'829'0'0,"2"0"7"0"0,-1 0 16 0 0,-1-2 4 0 0,-1 2 868 0 0,2 0-848 0 0,0 0 0 0 0,1 2-20 0 0,4 1-68 0 0,4 5-104 0 0,3 2-612 0 0,-4 5-2896 0 0,4 3 0 0 0,-1 3 0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6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55 5080 0 0,'0'-1'865'0'0,"0"-3"15"0"0,0 1 16 0 0,0-4 20 0 0,-3 0-4 0 0,3 2 4 0 0,0-1 0 0 0,0-2-4 0 0,0 3-16 0 0,0 0-68 0 0,3 4-124 0 0,6-1-732 0 0,-3 4-2908 0 0,5-2 0 0 0,0 1 0 0 0,0-1-1 0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6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0 175 2752 0 0,'0'-152'7109'0'0,"0"130"-830"0"0,14 367-3031 0 0,-4-254-2777 0 0,38 160 0 0 0,-41-224-370 0 0,1 0 1 0 0,2 0 0 0 0,14 29-1 0 0,-21-49-79 0 0,1 0 0 0 0,0-1 0 0 0,0 1 1 0 0,1-1-1 0 0,0 0 0 0 0,0 0 0 0 0,0 0 0 0 0,0 0 0 0 0,1-1 0 0 0,0 0 0 0 0,0-1 0 0 0,1 1 0 0 0,-1-1 0 0 0,1 0 0 0 0,0-1 0 0 0,10 5 0 0 0,-12-7-14 0 0,-1 0 0 0 0,0 0 0 0 0,1 0 0 0 0,-1-1 0 0 0,0 0-1 0 0,1 0 1 0 0,-1 0 0 0 0,1 0 0 0 0,-1 0 0 0 0,0-1 0 0 0,1 0 0 0 0,-1 0-1 0 0,0 0 1 0 0,0-1 0 0 0,6-2 0 0 0,-4 1-6 0 0,1-1 1 0 0,-1 0-1 0 0,0-1 0 0 0,0 1 0 0 0,-1-1 1 0 0,0 0-1 0 0,1-1 0 0 0,5-8 1 0 0,1-3-11 0 0,-1-1 1 0 0,0 0-1 0 0,-2-1 1 0 0,0 0 0 0 0,9-30-1 0 0,-15 42 4 0 0,8-25-21 0 0,0-1 1 0 0,-2 0-1 0 0,-2 0 0 0 0,-1-1 1 0 0,1-35-1 0 0,-8 103 101 0 0,-8 39 0 0 0,4-50-13 0 0,2 0 0 0 0,0 0 0 0 0,2 1 0 0 0,1-1 0 0 0,0 0 0 0 0,2 0 0 0 0,5 28 0 0 0,-5-44-34 0 0,0 1-1 0 0,1-2 0 0 0,0 1 0 0 0,0 0 0 0 0,1 0 1 0 0,-1-1-1 0 0,1 0 0 0 0,1 0 0 0 0,-1 0 0 0 0,1 0 1 0 0,0 0-1 0 0,8 6 0 0 0,-10-10-23 0 0,0 0 0 0 0,0 0 1 0 0,0 0-1 0 0,1 0 0 0 0,-1-1 0 0 0,0 1 1 0 0,1-1-1 0 0,-1 0 0 0 0,1 0 0 0 0,-1 0 1 0 0,1-1-1 0 0,-1 1 0 0 0,1-1 0 0 0,-1 0 1 0 0,1 0-1 0 0,0 0 0 0 0,-1 0 0 0 0,1-1 1 0 0,-1 1-1 0 0,1-1 0 0 0,-1 0 0 0 0,1 0 0 0 0,-1 0 1 0 0,1-1-1 0 0,-1 1 0 0 0,0-1 0 0 0,5-3 1 0 0,-2 1-19 0 0,-1-1 0 0 0,1 1 0 0 0,-1-1 0 0 0,0-1 0 0 0,0 1 0 0 0,-1-1 0 0 0,0 0 0 0 0,0 0 0 0 0,0 0 0 0 0,-1 0 0 0 0,0-1 0 0 0,0 1 0 0 0,0-1 0 0 0,2-11 0 0 0,1-5-47 0 0,-2 0 1 0 0,0-1-1 0 0,1-25 1 0 0,-5 5-119 0 0,0 68 233 0 0,0 20 148 0 0,6 53 1 0 0,-4-82-128 0 0,0-1 0 0 0,2 0 1 0 0,-1 1-1 0 0,2-1 1 0 0,0-1-1 0 0,1 1 0 0 0,13 23 1 0 0,-6-23 706 0 0,1-9-3507 0 0,-13-5 2378 0 0,-1 0 1 0 0,1 0-1 0 0,0 0 0 0 0,0 0 0 0 0,0-1 0 0 0,0 1 0 0 0,-1 0 0 0 0,1 0 0 0 0,0-1 1 0 0,0 1-1 0 0,-1-1 0 0 0,1 1 0 0 0,0-1 0 0 0,-1 1 0 0 0,1-1 0 0 0,0 1 0 0 0,-1-1 1 0 0,1 1-1 0 0,-1-1 0 0 0,1 0 0 0 0,-1 1 0 0 0,1-1 0 0 0,-1 0 0 0 0,1 0 0 0 0,-1 1 1 0 0,0-1-1 0 0,0 0 0 0 0,1 0 0 0 0,-1 0 0 0 0,0 1 0 0 0,0-1 0 0 0,0 0 0 0 0,0 0 1 0 0,0 0-1 0 0,0-1 0 0 0,3-13-3799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6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 2 4312 0 0,'3'-2'6586'0'0,"-1"4"-5247"0"0,2 21 1736 0 0,2 39-1 0 0,-8-18-3434 0 0,-8-6-6341 0 0,1-25 2929 0 0,-2-4-1 0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6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63 4584 0 0,'0'-2'780'0'0,"0"-6"833"0"0,3 4-781 0 0,11-3 16 0 0,1-1 20 0 0,5 1 20 0 0,6 0-4 0 0,2-1 4 0 0,4 4 0 0 0,5 1-36 0 0,0-2-84 0 0,-3 5-176 0 0,-5 2-3648 0 0,-6 1 0 0 0,-8 2 0 0 0,-4 0-1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6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38 201 4728 0 0,'-8'-1'805'0'0,"2"-6"23"0"0,-3 2-4 0 0,0-2 4 0 0,4-5 0 0 0,5-1-4 0 0,5-5 4 0 0,8-4 0 0 0,11 0 16 0 0,17 0 0 0 0,13 2-12 0 0,13 3-92 0 0,13 3-468 0 0,5 5-3240 0 0,6 3 0 0 0,7 4 0 0 0,-4-1-1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6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235 88 3824 0 0,'1'-6'841'0'0,"-3"-30"2309"0"0,2 35-3023 0 0,0 0 0 0 0,0 0-1 0 0,0 0 1 0 0,-1 0 0 0 0,1 0 0 0 0,0 0-1 0 0,0 0 1 0 0,-1 0 0 0 0,1 0-1 0 0,0 0 1 0 0,-1 0 0 0 0,1 0-1 0 0,-1 0 1 0 0,0 0 0 0 0,1 0 0 0 0,-1 0-1 0 0,0 0 1 0 0,1 1 0 0 0,-1-1-1 0 0,0 0 1 0 0,0 1 0 0 0,0-1 0 0 0,0 0-1 0 0,1 1 1 0 0,-1-1 0 0 0,-2 0-1 0 0,2 1-43 0 0,0 0 0 0 0,0 1-1 0 0,0-1 1 0 0,0 0 0 0 0,0 0 0 0 0,1 1-1 0 0,-1-1 1 0 0,0 1 0 0 0,0-1-1 0 0,0 1 1 0 0,1-1 0 0 0,-1 1-1 0 0,0-1 1 0 0,0 1 0 0 0,1 0 0 0 0,-1-1-1 0 0,0 1 1 0 0,1 0 0 0 0,-1-1-1 0 0,0 3 1 0 0,-13 20 808 0 0,11-17-578 0 0,-27 54 796 0 0,3 1 0 0 0,2 1 0 0 0,3 1 0 0 0,3 1 1 0 0,-12 71-1 0 0,20-77-747 0 0,3 0 1 0 0,-2 100-1 0 0,10-158-361 0 0,0 1 0 0 0,0 0 0 0 0,0 0 0 0 0,0-1 0 0 0,0 1 0 0 0,0 0 0 0 0,0 0 0 0 0,0-1 0 0 0,0 1 0 0 0,0 0 0 0 0,0 0 0 0 0,1-1 0 0 0,-1 1 0 0 0,0 0 0 0 0,0-1 0 0 0,1 1 0 0 0,-1 0 0 0 0,1-1 0 0 0,-1 1 0 0 0,0 0 0 0 0,1-1 0 0 0,0 1 0 0 0,0 0 0 0 0,-1-1-5 0 0,1 0 1 0 0,0 0 0 0 0,-1 0 0 0 0,1 0 0 0 0,0 0 0 0 0,-1 0 0 0 0,1 0 0 0 0,-1 0 0 0 0,1-1 0 0 0,0 1 0 0 0,-1 0 0 0 0,1 0 0 0 0,-1-1-1 0 0,1 1 1 0 0,0 0 0 0 0,-1-1 0 0 0,1 1 0 0 0,-1 0 0 0 0,1-1 0 0 0,-1 1 0 0 0,1-1 0 0 0,23-31-173 0 0,5-35-78 0 0,-4-1 0 0 0,-2-1 0 0 0,21-111-1 0 0,-25 96 21 0 0,3 2 0 0 0,33-82 0 0 0,-53 159 227 0 0,1 0-1 0 0,-1-1 1 0 0,1 1 0 0 0,0 0 0 0 0,1 0-1 0 0,5-6 1 0 0,-9 10 10 0 0,1 1-1 0 0,-1-1 0 0 0,1 1 1 0 0,-1-1-1 0 0,1 1 1 0 0,-1 0-1 0 0,1-1 1 0 0,0 1-1 0 0,-1 0 0 0 0,1-1 1 0 0,-1 1-1 0 0,1 0 1 0 0,0 0-1 0 0,-1 0 1 0 0,1-1-1 0 0,-1 1 0 0 0,1 0 1 0 0,0 0-1 0 0,-1 0 1 0 0,1 0-1 0 0,0 0 0 0 0,-1 0 1 0 0,1 1-1 0 0,1-1 1 0 0,-1 1 6 0 0,0 0 0 0 0,1 0 0 0 0,-1 0-1 0 0,0 0 1 0 0,0 0 0 0 0,0 0 0 0 0,0 0 0 0 0,0 0 0 0 0,0 1 0 0 0,0-1 0 0 0,0 0 0 0 0,-1 1 0 0 0,1-1 0 0 0,0 1 0 0 0,0 1 0 0 0,12 33 288 0 0,16 73 0 0 0,0 5 70 0 0,7-23 170 0 0,75 140 0 0 0,-103-216-506 0 0,9 17-223 0 0,13 37 1 0 0,-17-23-5095 0 0,-13-46 4991 0 0,0 1 0 0 0,1 0 0 0 0,-1 0 0 0 0,0-1 0 0 0,0 1 0 0 0,0 0 0 0 0,0-1 0 0 0,0 1 1 0 0,0 0-1 0 0,0 0 0 0 0,0-1 0 0 0,0 1 0 0 0,0 0 0 0 0,0-1 0 0 0,-1 1 0 0 0,1 0 0 0 0,0 0 1 0 0,0-1-1 0 0,-1 1 0 0 0,1-1 0 0 0,-1 1 0 0 0,1 0 0 0 0,0-1 0 0 0,-1 1 0 0 0,1-1 1 0 0,-1 1-1 0 0,0 0 0 0 0,-5 3-3834 0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6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54 191 4760 0 0,'-16'-2'1689'0'0,"4"-2"-793"0"0,3 2 36 0 0,-2 0 20 0 0,5-1 12 0 0,6-2 4 0 0,6-4 0 0 0,9 0 0 0 0,16-1 0 0 0,14-3 16 0 0,16 0 0 0 0,7-4-63 0 0,9 0-161 0 0,7-2-4301 0 0,-4-2 1 0 0,5 0 0 0 0,-7-3-1 0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6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58 116 3656 0 0,'-2'-8'726'0'0,"0"1"-1"0"0,0-1 0 0 0,-1 0 1 0 0,0 1-1 0 0,0-1 0 0 0,-8-12 0 0 0,3 4 442 0 0,2 3-1040 0 0,-6-8 3802 0 0,9 24-1684 0 0,2 15-969 0 0,0 119 1506 0 0,4 197-1270 0 0,-3-332-1505 0 0,3 43 259 0 0,10 61 0 0 0,-11-95-218 0 0,1 1 1 0 0,0 0-1 0 0,1-1 1 0 0,0 0-1 0 0,1 0 0 0 0,0 0 1 0 0,0 0-1 0 0,1-1 1 0 0,1 0-1 0 0,11 14 1 0 0,-15-21-38 0 0,1 1 0 0 0,0 0 0 0 0,0-1 1 0 0,0 0-1 0 0,0 0 0 0 0,0 0 0 0 0,1-1 0 0 0,-1 1 0 0 0,1-1 1 0 0,0 0-1 0 0,0 0 0 0 0,0-1 0 0 0,0 1 0 0 0,0-1 1 0 0,0 0-1 0 0,0-1 0 0 0,0 1 0 0 0,1-1 0 0 0,-1 0 1 0 0,8-1-1 0 0,-6 0-24 0 0,0-1 1 0 0,0 0-1 0 0,-1 0 1 0 0,1-1-1 0 0,-1 1 1 0 0,0-1-1 0 0,1-1 1 0 0,-1 1-1 0 0,-1-1 1 0 0,1 0-1 0 0,-1 0 1 0 0,1-1 0 0 0,-1 0-1 0 0,0 0 1 0 0,4-6-1 0 0,-1 1-34 0 0,-1 0 0 0 0,-1-1 0 0 0,0 1 0 0 0,0-2 1 0 0,-1 1-1 0 0,0 0 0 0 0,-1-1 0 0 0,-1 0 0 0 0,0 0 0 0 0,0 0 0 0 0,-1 0 0 0 0,-1 0 0 0 0,1-14 0 0 0,-2 26 44 0 0,0 0 0 0 0,0 0 0 0 0,0 0 0 0 0,0 0 0 0 0,0 0 0 0 0,0 0 0 0 0,0 0 0 0 0,0-1 0 0 0,0 1 0 0 0,0 0 0 0 0,0 0 0 0 0,0 0 0 0 0,0 0-1 0 0,0 0 1 0 0,0 0 0 0 0,0-1 0 0 0,0 1 0 0 0,0 0 0 0 0,0 0 0 0 0,0 0 0 0 0,0 0 0 0 0,0 0 0 0 0,0 0 0 0 0,0-1 0 0 0,0 1 0 0 0,0 0 0 0 0,0 0 0 0 0,0 0 0 0 0,0 0-1 0 0,0 0 1 0 0,0 0 0 0 0,0-1 0 0 0,0 1 0 0 0,0 0 0 0 0,0 0 0 0 0,-1 0 0 0 0,1 0 0 0 0,0 0 0 0 0,0 0 0 0 0,0 0 0 0 0,0 0 0 0 0,0 0 0 0 0,0 0 0 0 0,0 0 0 0 0,-1-1-1 0 0,1 1 1 0 0,0 0 0 0 0,0 0 0 0 0,0 0 0 0 0,0 0 0 0 0,0 0 0 0 0,0 0 0 0 0,-1 0 0 0 0,1 0 0 0 0,0 0 0 0 0,0 0 0 0 0,0 0 0 0 0,-7 9-99 0 0,-3 17-4 0 0,7-14 93 0 0,1 0-1 0 0,1 1 1 0 0,1-1 0 0 0,-1 0-1 0 0,2 0 1 0 0,2 18 0 0 0,-2-27 15 0 0,-1 0 1 0 0,1-1 0 0 0,0 1-1 0 0,0 0 1 0 0,0-1-1 0 0,0 1 1 0 0,1-1 0 0 0,-1 0-1 0 0,1 1 1 0 0,-1-1 0 0 0,1 0-1 0 0,0 0 1 0 0,0 0-1 0 0,0 0 1 0 0,0-1 0 0 0,0 1-1 0 0,0 0 1 0 0,1-1-1 0 0,-1 1 1 0 0,1-1 0 0 0,-1 0-1 0 0,1 0 1 0 0,-1 0-1 0 0,1 0 1 0 0,-1 0 0 0 0,1-1-1 0 0,0 1 1 0 0,0-1-1 0 0,-1 1 1 0 0,1-1 0 0 0,0 0-1 0 0,-1 0 1 0 0,1-1-1 0 0,0 1 1 0 0,3-1 0 0 0,6 0 15 0 0,0-1 0 0 0,0 0 0 0 0,-1-1 0 0 0,1 0 0 0 0,-1-1 0 0 0,0 0 0 0 0,0-1 0 0 0,20-12 0 0 0,-25 14-6 0 0,0-1 0 0 0,-1-1 0 0 0,0 1 1 0 0,0-1-1 0 0,0 0 0 0 0,0 0 0 0 0,-1 0 0 0 0,0-1 0 0 0,0 1 0 0 0,0-1 1 0 0,-1 0-1 0 0,0 0 0 0 0,0 0 0 0 0,0-1 0 0 0,-1 1 0 0 0,3-12 0 0 0,-4 10 2 0 0,0 0-1 0 0,0 0 1 0 0,-1 0-1 0 0,-1 0 0 0 0,1 0 1 0 0,-1 0-1 0 0,0 0 1 0 0,-1 0-1 0 0,0 0 1 0 0,0 1-1 0 0,-1-1 0 0 0,0 1 1 0 0,0-1-1 0 0,0 1 1 0 0,-1 0-1 0 0,0 0 0 0 0,-1 1 1 0 0,-6-9-1 0 0,7 11-9 0 0,0 0 0 0 0,0 0 0 0 0,0 0 0 0 0,0 1 1 0 0,0-1-1 0 0,-1 1 0 0 0,1 0 0 0 0,-1 1 0 0 0,0-1 0 0 0,0 1 0 0 0,0 0 0 0 0,0 0 0 0 0,0 0 0 0 0,-1 1 0 0 0,1 0 0 0 0,0 0 0 0 0,-1 0 0 0 0,1 1 0 0 0,-1-1 1 0 0,1 1-1 0 0,-1 1 0 0 0,1-1 0 0 0,0 1 0 0 0,-1 0 0 0 0,1 0 0 0 0,0 1 0 0 0,-10 3 0 0 0,13-4-3 0 0,-1 0 0 0 0,1 0 0 0 0,0 0 0 0 0,-1 0-1 0 0,1 1 1 0 0,0-1 0 0 0,0 1 0 0 0,-1 0 0 0 0,1-1 0 0 0,1 1 0 0 0,-1 0-1 0 0,0 0 1 0 0,0 0 0 0 0,1 1 0 0 0,-1-1 0 0 0,1 0 0 0 0,0 1 0 0 0,0-1-1 0 0,0 0 1 0 0,0 1 0 0 0,-1 4 0 0 0,2-5 0 0 0,0-1-1 0 0,0 1 1 0 0,0 0-1 0 0,0 0 1 0 0,1-1-1 0 0,-1 1 0 0 0,0 0 1 0 0,1-1-1 0 0,0 1 1 0 0,-1-1-1 0 0,1 1 1 0 0,0-1-1 0 0,0 1 1 0 0,0-1-1 0 0,0 1 1 0 0,0-1-1 0 0,0 0 1 0 0,0 0-1 0 0,1 1 1 0 0,-1-1-1 0 0,0 0 1 0 0,1 0-1 0 0,-1 0 1 0 0,1 0-1 0 0,-1-1 1 0 0,1 1-1 0 0,-1 0 1 0 0,1 0-1 0 0,-1-1 1 0 0,1 1-1 0 0,0-1 1 0 0,-1 0-1 0 0,1 1 1 0 0,2-1-1 0 0,10 2 0 0 0,0 0 0 0 0,0 0 0 0 0,0-2 0 0 0,0 1 0 0 0,0-2 0 0 0,26-4 0 0 0,81-25-1 0 0,-87 20 0 0 0,0 1-1 0 0,41-6 1 0 0,-73 15 0 0 0,0 0-1 0 0,0 0 1 0 0,0 0-1 0 0,0 0 1 0 0,0 0-1 0 0,-1 0 1 0 0,1 1-1 0 0,0-1 1 0 0,0 1-1 0 0,0-1 1 0 0,-1 1-1 0 0,1-1 1 0 0,0 1-1 0 0,0 0 1 0 0,-1 0-1 0 0,1 0 1 0 0,-1 0-1 0 0,1 0 1 0 0,-1 0-1 0 0,3 3 1 0 0,-2-1 0 0 0,0 0 0 0 0,0 0 0 0 0,0 0 0 0 0,0 0 0 0 0,-1 1 0 0 0,1-1 1 0 0,-1 1-1 0 0,0-1 0 0 0,2 8 0 0 0,-1 7 4 0 0,0-1-1 0 0,-1 1 1 0 0,-2 27 0 0 0,0-34-2 0 0,1 2-14 0 0,-1 0 0 0 0,0 1 0 0 0,-1-1 0 0 0,0 0 0 0 0,-1 0 0 0 0,-1 0 0 0 0,0 0 0 0 0,-1-1 0 0 0,0 1 0 0 0,-1-1 0 0 0,-10 17 0 0 0,13-26-184 0 0,-2 5-1521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6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 0 4304 0 0,'25'2'5013'0'0,"-23"1"-4799"0"0,0-1 1 0 0,0 0-1 0 0,0 0 1 0 0,0 1-1 0 0,0-1 1 0 0,-1 1-1 0 0,1-1 0 0 0,-1 1 1 0 0,0 0-1 0 0,0-1 1 0 0,0 1-1 0 0,0 0 1 0 0,0 0-1 0 0,0 0 1 0 0,-1 0-1 0 0,1 3 0 0 0,3 49 1797 0 0,-5-32-1197 0 0,-1 1 0 0 0,-1-1 1 0 0,-9 35-1 0 0,-3-4-4487 0 0,14-50 2865 0 0,0 0 0 0 0,-1 0 0 0 0,1 0 0 0 0,-1 0 0 0 0,0-1 0 0 0,0 1 0 0 0,-1-1 0 0 0,-2 5 0 0 0,-7 4-2829 0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6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62 4368 0 0,'9'-10'1509'0'0,"-1"5"-729"0"0,9-5 36 0 0,1 2 4 0 0,4 0 12 0 0,1 0 0 0 0,3 3 0 0 0,22-2 796 0 0,-30 10-920 0 0,-7 6-296 0 0,-5 7-3116 0 0,-6 2 0 0 0,-9 4-1 0 0,-8 4 1 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6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19 112 4448 0 0,'-4'0'760'0'0,"2"0"17"0"0,-7 0 39 0 0,6-4 16 0 0,3-1 0 0 0,3-1 16 0 0,8-3 4 0 0,6-1-4 0 0,9 1 4 0 0,20-3-4 0 0,12-1-36 0 0,13 4-312 0 0,7-1-3304 0 0,10 0 0 0 0,4 3 0 0 0,-1-1-1 0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6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338 68 4136 0 0,'-6'-7'492'0'0,"-1"1"-1"0"0,0 0 0 0 0,0 0 0 0 0,-1 1 1 0 0,1 0-1 0 0,-1 0 0 0 0,0 1 0 0 0,-1 0 1 0 0,1 0-1 0 0,-1 1 0 0 0,0 0 0 0 0,0 1 1 0 0,0-1-1 0 0,0 2 0 0 0,-18-2 0 0 0,20 3-279 0 0,0 0 0 0 0,0 1-1 0 0,0 0 1 0 0,1 0 0 0 0,-1 0 0 0 0,0 1-1 0 0,1 0 1 0 0,-1 1 0 0 0,1-1-1 0 0,0 1 1 0 0,0 0 0 0 0,0 1 0 0 0,0-1-1 0 0,0 1 1 0 0,1 0 0 0 0,-1 1 0 0 0,1 0-1 0 0,0-1 1 0 0,1 1 0 0 0,-1 1-1 0 0,-6 9 1 0 0,4-2 191 0 0,0 0 0 0 0,1 1 0 0 0,0 0-1 0 0,1 0 1 0 0,0 0 0 0 0,2 0 0 0 0,-4 23 0 0 0,4-14-139 0 0,1 1 0 0 0,1-1 0 0 0,1 1 0 0 0,3 23 0 0 0,-1-33-212 0 0,1-1 0 0 0,0 0 1 0 0,1 1-1 0 0,0-1 1 0 0,1-1-1 0 0,1 1 1 0 0,0-1-1 0 0,1 0 1 0 0,0 0-1 0 0,1-1 0 0 0,0 0 1 0 0,1 0-1 0 0,16 16 1 0 0,-19-22-62 0 0,0 0 1 0 0,1-1-1 0 0,-1 0 0 0 0,1 0 1 0 0,0 0-1 0 0,0-1 1 0 0,1 0-1 0 0,-1 0 1 0 0,0-1-1 0 0,13 3 1 0 0,-13-3-5 0 0,3 0-49 0 0,0 0-1 0 0,0 0 1 0 0,0-1 0 0 0,1 0-1 0 0,-1 0 1 0 0,0-1 0 0 0,1-1-1 0 0,-1 0 1 0 0,0 0 0 0 0,1-1 0 0 0,-1 0-1 0 0,0-1 1 0 0,0 0 0 0 0,-1-1-1 0 0,1 0 1 0 0,-1 0 0 0 0,0-1-1 0 0,0-1 1 0 0,0 1 0 0 0,9-8-1 0 0,-7 2-62 0 0,0 0 1 0 0,0 0-1 0 0,-1-1 0 0 0,0 0 0 0 0,-1-1 0 0 0,-1 0 0 0 0,0 0 1 0 0,-1-1-1 0 0,0 0 0 0 0,-1 0 0 0 0,0-1 0 0 0,5-26 0 0 0,-8 31 53 0 0,1-7-43 0 0,0 1-1 0 0,-1-1 0 0 0,0 0 1 0 0,-2-1-1 0 0,0-20 0 0 0,-1 37 119 0 0,0 0-1 0 0,0-1 0 0 0,0 1 1 0 0,0 0-1 0 0,-1 0 0 0 0,1 0 0 0 0,0 0 1 0 0,-1 0-1 0 0,1 0 0 0 0,-1 0 1 0 0,1 0-1 0 0,-1 1 0 0 0,1-1 0 0 0,-1 0 1 0 0,0 0-1 0 0,1 0 0 0 0,-1 0 1 0 0,0 1-1 0 0,0-1 0 0 0,1 0 1 0 0,-1 1-1 0 0,0-1 0 0 0,0 1 0 0 0,-1-2 1 0 0,-1 2 12 0 0,1-1 0 0 0,0 1 0 0 0,0 0 0 0 0,-1-1 0 0 0,1 1 0 0 0,0 0 0 0 0,0 0 0 0 0,-1 0 1 0 0,1 1-1 0 0,0-1 0 0 0,-3 1 0 0 0,-4 1 65 0 0,1 1 0 0 0,-1 0 0 0 0,1 1-1 0 0,-13 7 1 0 0,-7 5 138 0 0,1 2 0 0 0,1 0-1 0 0,-24 23 1 0 0,42-33-129 0 0,0-1 0 0 0,0 2 0 0 0,1-1 0 0 0,0 1 0 0 0,0 0-1 0 0,1 0 1 0 0,1 1 0 0 0,-1 0 0 0 0,1 0 0 0 0,1 0 0 0 0,0 1 0 0 0,-3 13 0 0 0,6-22-68 0 0,1 0-1 0 0,0-1 1 0 0,-1 1-1 0 0,1 0 0 0 0,0-1 1 0 0,0 1-1 0 0,0 0 1 0 0,0 0-1 0 0,0-1 1 0 0,0 1-1 0 0,1 0 1 0 0,-1-1-1 0 0,0 1 0 0 0,1 0 1 0 0,0-1-1 0 0,-1 1 1 0 0,1-1-1 0 0,0 1 1 0 0,0-1-1 0 0,0 1 1 0 0,0-1-1 0 0,0 1 1 0 0,0-1-1 0 0,2 2 0 0 0,-1-2 3 0 0,1 1-1 0 0,-1-1 1 0 0,1 1-1 0 0,0-1 1 0 0,0 0-1 0 0,0 0 0 0 0,-1 0 1 0 0,1-1-1 0 0,0 1 1 0 0,0-1-1 0 0,0 1 1 0 0,6-1-1 0 0,5-1 18 0 0,0 0-1 0 0,-1-1 1 0 0,1 0-1 0 0,24-9 1 0 0,-27 8-62 0 0,0-2-1 0 0,0 1 1 0 0,0-1-1 0 0,-1-1 1 0 0,0 0 0 0 0,0 0-1 0 0,-1-1 1 0 0,1-1-1 0 0,-2 1 1 0 0,1-1-1 0 0,-1-1 1 0 0,0 0 0 0 0,-1 0-1 0 0,0 0 1 0 0,0-1-1 0 0,-1 0 1 0 0,7-15 0 0 0,-15 42-21 0 0,1 1 0 0 0,1 28 0 0 0,1-20 56 0 0,-2-12-8 0 0,1-1 32 0 0,0 1 1 0 0,1 0 0 0 0,0 0-1 0 0,5 21 1 0 0,-5-31-45 0 0,1-1 0 0 0,-1 1 0 0 0,0-1 0 0 0,1 1 0 0 0,-1-1 0 0 0,1 0 0 0 0,0 0 0 0 0,0 0 0 0 0,1 0 0 0 0,-1 0 0 0 0,1 0-1 0 0,-1-1 1 0 0,1 1 0 0 0,0-1 0 0 0,0 0 0 0 0,0 1 0 0 0,0-1 0 0 0,0-1 0 0 0,0 1 0 0 0,1 0 0 0 0,-1-1 0 0 0,6 2 0 0 0,-3-1-181 0 0,0-1 1 0 0,1 0-1 0 0,-1 0 1 0 0,1 0-1 0 0,-1-1 0 0 0,1 0 1 0 0,0-1-1 0 0,7 0 1 0 0,-6-1-982 0 0,0 0 0 0 0,0 0 1 0 0,0-1-1 0 0,0 0 0 0 0,0 0 1 0 0,0-1-1 0 0,-1 0 0 0 0,1 0 0 0 0,12-11 1 0 0,1-5-2789 0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6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168 1 3128 0 0,'0'0'636'0'0,"-17"5"2507"0"0,4 5-2588 0 0,1 1 0 0 0,0 0 0 0 0,0 0-1 0 0,1 1 1 0 0,1 1 0 0 0,0-1 0 0 0,1 2-1 0 0,0-1 1 0 0,1 1 0 0 0,1 1 0 0 0,0 0-1 0 0,1 0 1 0 0,0 0 0 0 0,1 0 0 0 0,1 1-1 0 0,1 0 1 0 0,-3 21 0 0 0,6-34-420 0 0,0-1 0 0 0,0 1 0 0 0,0 0 0 0 0,0 0-1 0 0,0 0 1 0 0,1 0 0 0 0,-1-1 0 0 0,1 1 0 0 0,0 0 0 0 0,0 0 0 0 0,0-1 0 0 0,0 1 0 0 0,0 0 0 0 0,1-1 0 0 0,-1 0-1 0 0,1 1 1 0 0,-1-1 0 0 0,1 0 0 0 0,3 3 0 0 0,-2-2-24 0 0,1-1 0 0 0,-1 1 1 0 0,1-1-1 0 0,0 0 0 0 0,0 0 0 0 0,0 0 0 0 0,0-1 1 0 0,0 0-1 0 0,0 1 0 0 0,0-1 0 0 0,7 0 0 0 0,8 0-279 0 0,1 0 0 0 0,0-2 0 0 0,-1 0 0 0 0,28-5 0 0 0,-45 5 91 0 0,98-21-11674 0 0,-73 16 7630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6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732 0 4744 0 0,'-5'0'805'0'0,"-4"3"19"0"0,-8 2 36 0 0,-9 4 16 0 0,-2 5 0 0 0,-9 4 0 0 0,-7 9 0 0 0,-7 4 0 0 0,-10 10 4 0 0,-2 4-36 0 0,-2 5-68 0 0,5 6-136 0 0,2-2-684 0 0,-5 1-2896 0 0,9 1 0 0 0,6-6 0 0 0,5-3-1 0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6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465 694 4056 0 0,'-1'-2'203'0'0,"1"1"-1"0"0,-1-1 1 0 0,0 0 0 0 0,1 1-1 0 0,-1-1 1 0 0,0 1-1 0 0,0-1 1 0 0,0 1-1 0 0,0-1 1 0 0,0 1 0 0 0,0 0-1 0 0,-1 0 1 0 0,1-1-1 0 0,0 1 1 0 0,-1 0-1 0 0,1 0 1 0 0,-1 0-1 0 0,-2-1 1 0 0,-28-14 1496 0 0,21 13-1335 0 0,1 0 1 0 0,-1 1-1 0 0,0 0 1 0 0,0 0 0 0 0,0 1-1 0 0,-1 1 1 0 0,1 0 0 0 0,0 1-1 0 0,0 0 1 0 0,0 0 0 0 0,0 1-1 0 0,0 1 1 0 0,1 0-1 0 0,-15 5 1 0 0,6 0 214 0 0,0 1 1 0 0,1 1-1 0 0,0 1 1 0 0,0 0-1 0 0,1 1 1 0 0,-27 25-1 0 0,35-28-420 0 0,1 0-1 0 0,0 0 1 0 0,1 1-1 0 0,0 0 1 0 0,1 1 0 0 0,0-1-1 0 0,0 1 1 0 0,1 0-1 0 0,1 1 1 0 0,0-1-1 0 0,-3 14 1 0 0,6-23-148 0 0,1 0-1 0 0,0-1 1 0 0,0 1 0 0 0,0 0 0 0 0,0-1 0 0 0,0 1-1 0 0,0-1 1 0 0,0 1 0 0 0,0 0 0 0 0,0-1-1 0 0,1 1 1 0 0,-1-1 0 0 0,1 1 0 0 0,-1-1 0 0 0,1 1-1 0 0,0-1 1 0 0,-1 1 0 0 0,1-1 0 0 0,0 1-1 0 0,0-1 1 0 0,0 0 0 0 0,0 1 0 0 0,0-1 0 0 0,1 0-1 0 0,-1 0 1 0 0,0 0 0 0 0,0 0 0 0 0,1 0-1 0 0,-1 0 1 0 0,1-1 0 0 0,-1 1 0 0 0,0 0 0 0 0,1-1-1 0 0,0 1 1 0 0,-1-1 0 0 0,1 1 0 0 0,-1-1-1 0 0,1 0 1 0 0,0 1 0 0 0,-1-1 0 0 0,3 0-1 0 0,5 1-8 0 0,0-1-1 0 0,1 0 0 0 0,-1 0 1 0 0,0-1-1 0 0,0 0 0 0 0,12-4 0 0 0,4-2 627 0 0,47-19 0 0 0,-51 16-1586 0 0,-1-1 0 0 0,0 0 0 0 0,0-2 0 0 0,28-23 0 0 0,-34 23 276 0 0,0 0 0 0 0,-1-1 0 0 0,0-1 0 0 0,-2 0 0 0 0,20-31 1 0 0,-22 30 1305 0 0,-1 0 1 0 0,-1-1 0 0 0,9-30 0 0 0,-6 0-783 0 0,-1 1 1 0 0,-3-2-1 0 0,-1 1 1 0 0,-3 0-1 0 0,-2-1 1 0 0,-1 0-1 0 0,-3 1 1 0 0,-13-64-1 0 0,14 98 99 0 0,0 1-1 0 0,-1-1 0 0 0,-1 1 0 0 0,1-1 0 0 0,-8-11 0 0 0,11 22 66 0 0,-1-1-1 0 0,0 0 1 0 0,0 1-1 0 0,0-1 1 0 0,0 1-1 0 0,0 0 0 0 0,0 0 1 0 0,-1 0-1 0 0,1 0 1 0 0,-1 0-1 0 0,-4-3 1 0 0,5 5 19 0 0,0-1-1 0 0,0 0 1 0 0,0 1 0 0 0,0 0 0 0 0,1-1 0 0 0,-1 1 0 0 0,0 0 0 0 0,0 0 0 0 0,0 0 0 0 0,0 0 0 0 0,0 0 0 0 0,0 1 0 0 0,0-1 0 0 0,0 1 0 0 0,0-1 0 0 0,0 1 0 0 0,1 0 0 0 0,-1-1 0 0 0,0 1-1 0 0,-2 2 1 0 0,0 0 111 0 0,0 0-1 0 0,1 0 1 0 0,0 0-1 0 0,-1 0 1 0 0,1 0-1 0 0,0 1 1 0 0,1 0-1 0 0,-1-1 1 0 0,1 1-1 0 0,0 0 1 0 0,0 0-1 0 0,0 1 1 0 0,0-1-1 0 0,1 0 1 0 0,-1 1-1 0 0,0 4 1 0 0,-2 12 286 0 0,1-1 0 0 0,-1 26 1 0 0,4-33-277 0 0,-8 122 1251 0 0,17 239 1 0 0,-8-356-1327 0 0,2-1 0 0 0,0 1 1 0 0,1-1-1 0 0,0 0 0 0 0,12 28 0 0 0,-13-39-52 0 0,-1-1-1 0 0,1 0 0 0 0,0 0 0 0 0,0 0 0 0 0,1 0 0 0 0,0-1 0 0 0,0 1 0 0 0,0-1 0 0 0,0 0 0 0 0,0 0 0 0 0,1-1 0 0 0,0 1 0 0 0,0-1 0 0 0,0 0 0 0 0,0 0 0 0 0,0-1 0 0 0,1 1 0 0 0,-1-1 0 0 0,1 0 0 0 0,8 1 0 0 0,-4-1-33 0 0,0 0 0 0 0,0-1 0 0 0,-1-1-1 0 0,1 1 1 0 0,0-2 0 0 0,0 1 0 0 0,0-1-1 0 0,0-1 1 0 0,-1 0 0 0 0,1 0-1 0 0,-1-1 1 0 0,1 0 0 0 0,-1-1 0 0 0,0 0-1 0 0,0 0 1 0 0,-1-1 0 0 0,1 0 0 0 0,-1-1-1 0 0,0 0 1 0 0,-1 0 0 0 0,1 0 0 0 0,-1-1-1 0 0,0-1 1 0 0,-1 1 0 0 0,0-1-1 0 0,0 0 1 0 0,0 0 0 0 0,4-11 0 0 0,-2 2-72 0 0,-2-1 0 0 0,8-30 0 0 0,-12 40 35 0 0,-1-1 0 0 0,0 1-1 0 0,0-1 1 0 0,0 1 0 0 0,-1-1 0 0 0,-1 0-1 0 0,1 1 1 0 0,-4-15 0 0 0,-6 40-16 0 0,4 5 95 0 0,1-1 1 0 0,1 1-1 0 0,1 0 1 0 0,1 0-1 0 0,1 1 0 0 0,1-1 1 0 0,1 0-1 0 0,1 0 1 0 0,1 0-1 0 0,7 28 0 0 0,-10-47-22 0 0,1 0 0 0 0,0 1 0 0 0,0-1 0 0 0,0-1 0 0 0,0 1 0 0 0,0 0 0 0 0,1 0 0 0 0,-1 0 0 0 0,1-1 0 0 0,0 1-1 0 0,0-1 1 0 0,0 1 0 0 0,0-1 0 0 0,0 0 0 0 0,0 0 0 0 0,1 0 0 0 0,-1 0 0 0 0,1 0 0 0 0,0 0 0 0 0,-1-1 0 0 0,1 1 0 0 0,0-1 0 0 0,0 0 0 0 0,0 0-1 0 0,0 0 1 0 0,0 0 0 0 0,0 0 0 0 0,0-1 0 0 0,0 1 0 0 0,5-1 0 0 0,-2-1-5 0 0,1 1 0 0 0,-1-1 0 0 0,0 0 1 0 0,0-1-1 0 0,0 0 0 0 0,0 0 0 0 0,0 0 0 0 0,-1 0 0 0 0,1-1 0 0 0,-1 0 0 0 0,1 0 1 0 0,-1-1-1 0 0,0 0 0 0 0,7-6 0 0 0,9-13-54 0 0,-1-1 0 0 0,-1-1 0 0 0,-1 0 0 0 0,-1-2 0 0 0,-1 0 0 0 0,16-40 0 0 0,3-1-101 0 0,-23 49 74 0 0,-12 19 79 0 0,0 0 0 0 0,0 0 0 0 0,1 0 0 0 0,-1-1 1 0 0,0 1-1 0 0,0 0 0 0 0,0 0 0 0 0,0 0 0 0 0,0 0 0 0 0,0 0 0 0 0,0 0 0 0 0,0 0 0 0 0,1 0 0 0 0,-1-1 0 0 0,0 1 0 0 0,0 0 0 0 0,0 0 0 0 0,0 0 1 0 0,0 0-1 0 0,0 0 0 0 0,1 0 0 0 0,-1 0 0 0 0,0 0 0 0 0,0 0 0 0 0,0 0 0 0 0,0 0 0 0 0,0 0 0 0 0,1 0 0 0 0,-1 0 0 0 0,0 0 0 0 0,0 0 0 0 0,0 0 0 0 0,0 0 1 0 0,0 0-1 0 0,1 0 0 0 0,-1 0 0 0 0,0 0 0 0 0,0 0 0 0 0,0 0 0 0 0,0 1 0 0 0,0-1 0 0 0,0 0 0 0 0,0 0 0 0 0,1 0 0 0 0,-1 0 0 0 0,0 0 0 0 0,0 0 1 0 0,0 0-1 0 0,0 0 0 0 0,0 1 0 0 0,0-1 0 0 0,2 30-154 0 0,-2-16 147 0 0,-3 39-66 0 0,2-34 76 0 0,0 1 0 0 0,1-1-1 0 0,4 29 1 0 0,-4-48 0 0 0,0 0 0 0 0,0 0 1 0 0,0 0-1 0 0,0 1 0 0 0,0-1 0 0 0,0 0 0 0 0,0 0 0 0 0,0 0 0 0 0,0 0 0 0 0,0 0 0 0 0,1 1 1 0 0,-1-1-1 0 0,0 0 0 0 0,0 0 0 0 0,0 0 0 0 0,0 0 0 0 0,0 0 0 0 0,0 0 0 0 0,0 0 0 0 0,0 1 1 0 0,1-1-1 0 0,-1 0 0 0 0,0 0 0 0 0,0 0 0 0 0,0 0 0 0 0,0 0 0 0 0,0 0 0 0 0,0 0 0 0 0,1 0 1 0 0,-1 0-1 0 0,0 0 0 0 0,0 0 0 0 0,0 0 0 0 0,0 0 0 0 0,0 0 0 0 0,1 0 0 0 0,-1 0 0 0 0,0 0 1 0 0,0 0-1 0 0,0 0 0 0 0,0 0 0 0 0,0 0 0 0 0,1 0 0 0 0,-1 0 0 0 0,0 0 0 0 0,0 0 0 0 0,0 0 1 0 0,0 0-1 0 0,0 0 0 0 0,0-1 0 0 0,1 1 0 0 0,-1 0 0 0 0,0 0 0 0 0,0 0 0 0 0,0 0 0 0 0,0 0 1 0 0,11-12 33 0 0,8-15-2 0 0,87-176 95 0 0,-106 203-125 0 0,0 0-1 0 0,0-1 1 0 0,0 1 0 0 0,0 0-1 0 0,0-1 1 0 0,0 1-1 0 0,0 0 1 0 0,0-1-1 0 0,1 1 1 0 0,-1 0 0 0 0,0-1-1 0 0,0 1 1 0 0,0 0-1 0 0,0-1 1 0 0,1 1-1 0 0,-1 0 1 0 0,0-1-1 0 0,0 1 1 0 0,1 0 0 0 0,-1 0-1 0 0,0-1 1 0 0,0 1-1 0 0,1 0 1 0 0,-1 0-1 0 0,0 0 1 0 0,1 0 0 0 0,-1-1-1 0 0,0 1 1 0 0,1 0-1 0 0,-1 0 1 0 0,0 0-1 0 0,1 0 1 0 0,0 0 0 0 0,2 13 58 0 0,-2 32 14 0 0,-1-37-59 0 0,0 18 28 0 0,0-1 0 0 0,2 1 0 0 0,1-1 0 0 0,1 0 0 0 0,2 0 0 0 0,9 27 0 0 0,-14-47-28 0 0,1 0 0 0 0,0-1 0 0 0,0 0 0 0 0,0 1 0 0 0,1-1 0 0 0,0 0 1 0 0,-1 0-1 0 0,2-1 0 0 0,-1 1 0 0 0,0 0 0 0 0,1-1 0 0 0,-1 0 0 0 0,1 0 1 0 0,0 0-1 0 0,0 0 0 0 0,0-1 0 0 0,8 4 0 0 0,-9-5-8 0 0,1 0-1 0 0,-1 0 1 0 0,0-1 0 0 0,1 1-1 0 0,-1-1 1 0 0,1 0 0 0 0,-1 0-1 0 0,0 0 1 0 0,1-1-1 0 0,-1 1 1 0 0,0-1 0 0 0,1 0-1 0 0,-1 1 1 0 0,0-1 0 0 0,0-1-1 0 0,1 1 1 0 0,-1 0 0 0 0,0-1-1 0 0,-1 0 1 0 0,1 0 0 0 0,0 0-1 0 0,0 0 1 0 0,-1 0-1 0 0,1 0 1 0 0,-1-1 0 0 0,3-2-1 0 0,13-17-4 0 0,0-1 0 0 0,-1-1 0 0 0,-2 0 0 0 0,0-1 0 0 0,17-42 0 0 0,44-144 14 0 0,-53 144-15 0 0,-19 53-2 0 0,8-18 4 0 0,-2-1-1 0 0,-1 0 1 0 0,4-36 0 0 0,-13 69-3 0 0,0-1 1 0 0,0 0-1 0 0,0 0 1 0 0,0 1-1 0 0,-1-1 1 0 0,1 0-1 0 0,0 1 0 0 0,0-1 1 0 0,-1 0-1 0 0,1 1 1 0 0,0-1-1 0 0,-1 0 1 0 0,1 1-1 0 0,-1-1 1 0 0,1 0-1 0 0,0 1 1 0 0,-1-1-1 0 0,0 1 1 0 0,1-1-1 0 0,-1 1 1 0 0,1 0-1 0 0,-1-1 1 0 0,0 1-1 0 0,1-1 0 0 0,-1 1 1 0 0,1 0-1 0 0,-1 0 1 0 0,0-1-1 0 0,0 1 1 0 0,1 0-1 0 0,-1 0 1 0 0,0 0-1 0 0,0 0 1 0 0,1 0-1 0 0,-1 0 1 0 0,0 0-1 0 0,1 0 1 0 0,-1 0-1 0 0,0 0 1 0 0,0 0-1 0 0,1 0 0 0 0,-1 0 1 0 0,0 1-1 0 0,0-1 1 0 0,-34 8 29 0 0,35-8-31 0 0,-12 4 14 0 0,1 0-1 0 0,0 0 1 0 0,0 1 0 0 0,0 0-1 0 0,1 1 1 0 0,0 0 0 0 0,0 1-1 0 0,0 0 1 0 0,1 1 0 0 0,0 0 0 0 0,1 0-1 0 0,-1 1 1 0 0,1 0 0 0 0,1 0-1 0 0,0 1 1 0 0,1 0 0 0 0,-1 0-1 0 0,2 0 1 0 0,-1 1 0 0 0,2 0-1 0 0,-1 0 1 0 0,-4 21 0 0 0,6-16 18 0 0,1 0 0 0 0,0 1 0 0 0,1-1 1 0 0,1 1-1 0 0,0-1 0 0 0,2 0 0 0 0,-1 1 1 0 0,7 22-1 0 0,-5-30-11 0 0,0 0 1 0 0,0 0 0 0 0,1 0-1 0 0,0-1 1 0 0,1 0-1 0 0,-1 0 1 0 0,2 0-1 0 0,-1 0 1 0 0,1-1 0 0 0,0 0-1 0 0,1 0 1 0 0,0 0-1 0 0,0-1 1 0 0,0 0-1 0 0,1-1 1 0 0,10 7-1 0 0,-1-3 47 0 0,1-1 0 0 0,0-1 0 0 0,0 0 0 0 0,1-2 0 0 0,21 5 0 0 0,-39-10-59 0 0,0 0-1 0 0,0 0 0 0 0,0 1 0 0 0,0-1 0 0 0,0 0 0 0 0,1 0 0 0 0,-1 1 0 0 0,0-1 0 0 0,0 1 0 0 0,0-1 1 0 0,0 1-1 0 0,0 0 0 0 0,0-1 0 0 0,0 1 0 0 0,-1 0 0 0 0,1 0 0 0 0,0-1 0 0 0,0 1 0 0 0,0 0 0 0 0,-1 0 0 0 0,1 0 1 0 0,0 1-1 0 0,-1-1-3 0 0,1 1 1 0 0,-1-1 0 0 0,0 0 0 0 0,0 0 0 0 0,0 0-1 0 0,-1 0 1 0 0,1 0 0 0 0,0 1 0 0 0,0-1 0 0 0,-1 0-1 0 0,1 0 1 0 0,0 0 0 0 0,-1 0 0 0 0,1 0 0 0 0,-1 0-1 0 0,1 0 1 0 0,-2 2 0 0 0,-4 4 12 0 0,0 0-1 0 0,-1 0 1 0 0,1-1 0 0 0,-10 7-1 0 0,13-11-9 0 0,-44 38-319 0 0,-70 55 144 0 0,32-40-4685 0 0,50-37 1043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6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56 4344 0 0,'4'-5'372'0'0,"1"1"-1"0"0,-1 0 0 0 0,1 0 0 0 0,0 0 1 0 0,1 0-1 0 0,-1 1 0 0 0,1-1 0 0 0,-1 1 1 0 0,1 1-1 0 0,0-1 0 0 0,0 1 0 0 0,10-2 0 0 0,-6 1-19 0 0,0 1-1 0 0,0 0 0 0 0,0 1 1 0 0,0 0-1 0 0,0 1 0 0 0,0 0 1 0 0,12 2-1 0 0,-18-2-228 0 0,0 1 0 0 0,-1 0 0 0 0,1 1 0 0 0,-1-1 0 0 0,1 0 0 0 0,-1 1 0 0 0,0 0 1 0 0,1 0-1 0 0,-1 0 0 0 0,0 0 0 0 0,0 1 0 0 0,-1-1 0 0 0,1 1 0 0 0,0-1 0 0 0,-1 1 0 0 0,0 0 0 0 0,1 0 0 0 0,-1 0 0 0 0,0 1 0 0 0,-1-1 0 0 0,1 0 0 0 0,0 1 0 0 0,-1-1 0 0 0,1 5 0 0 0,1 2 181 0 0,-1 0-1 0 0,0 0 1 0 0,0 1-1 0 0,-1-1 1 0 0,-1 0-1 0 0,0 19 1 0 0,-1-19-152 0 0,-1 0 1 0 0,0-1 0 0 0,0 1 0 0 0,-1-1 0 0 0,-4 12-1 0 0,2-9-794 0 0,-1 0 0 0 0,-1 0-1 0 0,-10 14 1 0 0,3-8-1404 0 0,-2 0 0 0 0,0 0 0 0 0,-33 26 0 0 0,-4-3-1619 0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6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3 119 4704 0 0,'0'-2'817'0'0,"-2"-2"15"0"0,2-1 20 0 0,0-3 16 0 0,2-2 16 0 0,7-1 0 0 0,8-4 16 0 0,6 0 4 0 0,12-2-4 0 0,7 6 4 0 0,10 1 0 0 0,14 2-56 0 0,11 5-188 0 0,11 5-3832 0 0,1-1 0 0 0,6 4 0 0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6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1 590 1400 0 0,'15'-6'158'0'0,"0"0"-1"0"0,-1-1 1 0 0,0 0-1 0 0,0-1 0 0 0,-1-1 1 0 0,13-10-1 0 0,5-7 431 0 0,33-35 0 0 0,-48 45-122 0 0,-1-1 0 0 0,0-1 0 0 0,-2 0 0 0 0,0-1-1 0 0,-1 0 1 0 0,-1-1 0 0 0,0-1 0 0 0,-2 0-1 0 0,0 0 1 0 0,-2 0 0 0 0,0-1 0 0 0,-2 0 0 0 0,0-1-1 0 0,-1 1 1 0 0,1-40 0 0 0,-5 59-318 0 0,0-1 0 0 0,0 1 0 0 0,0 0 0 0 0,0 0 0 0 0,-1-1 0 0 0,0 1 0 0 0,1 0-1 0 0,-1 0 1 0 0,0 0 0 0 0,0 0 0 0 0,-1 0 0 0 0,1 0 0 0 0,-1 0 0 0 0,1 0 0 0 0,-1 0 0 0 0,0 1 0 0 0,0-1 0 0 0,0 1 0 0 0,-1-1 0 0 0,1 1 0 0 0,0 0 0 0 0,-1 0-1 0 0,-4-3 1 0 0,3 3 19 0 0,1 1-1 0 0,-1 0 0 0 0,1 0 0 0 0,-1 0 0 0 0,0 1 1 0 0,1-1-1 0 0,-1 1 0 0 0,0 0 0 0 0,1 0 1 0 0,-1 0-1 0 0,0 0 0 0 0,1 1 0 0 0,-1-1 1 0 0,0 1-1 0 0,1 0 0 0 0,-1 0 0 0 0,1 1 0 0 0,0-1 1 0 0,-1 1-1 0 0,1-1 0 0 0,-4 4 0 0 0,-1 0 65 0 0,0 1 0 0 0,0 0 0 0 0,1 0 0 0 0,0 1 0 0 0,0 0 0 0 0,1 1 0 0 0,0-1 0 0 0,-8 12 0 0 0,5-4 21 0 0,0 1 1 0 0,1 0-1 0 0,-7 19 0 0 0,11-22-162 0 0,0 1 0 0 0,0-1-1 0 0,1 0 1 0 0,1 1 0 0 0,0 0 0 0 0,1-1 0 0 0,0 1 0 0 0,1 0-1 0 0,1 0 1 0 0,0-1 0 0 0,1 1 0 0 0,1 0 0 0 0,0-1-1 0 0,6 18 1 0 0,-6-24-66 0 0,0 1 0 0 0,1-1 0 0 0,0 0 0 0 0,0 0 0 0 0,1 0 0 0 0,0 0 1 0 0,0-1-1 0 0,0 0 0 0 0,1 0 0 0 0,0 0 0 0 0,0-1 0 0 0,1 0 0 0 0,-1 0 0 0 0,1 0 0 0 0,0-1 0 0 0,0 0 0 0 0,1-1 0 0 0,-1 1 0 0 0,1-2 0 0 0,0 1 0 0 0,0-1 0 0 0,0 0 0 0 0,15 2 0 0 0,-12-3-14 0 0,0 0 0 0 0,0-1 0 0 0,1 0 0 0 0,-1-1 0 0 0,0 0 1 0 0,-1-1-1 0 0,1 0 0 0 0,0-1 0 0 0,0 0 0 0 0,19-9 0 0 0,-24 9-13 0 0,0 0 1 0 0,0-1-1 0 0,0 0 1 0 0,-1 0-1 0 0,0-1 1 0 0,1 1-1 0 0,-1-1 1 0 0,-1 0-1 0 0,1 0 1 0 0,-1-1-1 0 0,0 0 0 0 0,0 1 1 0 0,0-1-1 0 0,-1 0 1 0 0,0-1-1 0 0,0 1 1 0 0,-1-1-1 0 0,0 1 1 0 0,2-8-1 0 0,1-16-37 0 0,-2 1 0 0 0,1-44 0 0 0,-5 84 27 0 0,1 6-10 0 0,0-1 0 0 0,0 1-1 0 0,2 0 1 0 0,0 0 0 0 0,1-1-1 0 0,6 22 1 0 0,-7-31 22 0 0,1-1 0 0 0,0 1 0 0 0,0-1 0 0 0,1 1 0 0 0,0-1 0 0 0,0 0 0 0 0,0 0 0 0 0,1-1 0 0 0,-1 0-1 0 0,1 1 1 0 0,1-1 0 0 0,-1-1 0 0 0,1 1 0 0 0,0-1 0 0 0,0 0 0 0 0,0 0 0 0 0,0-1 0 0 0,1 0 0 0 0,-1 0 0 0 0,1-1 0 0 0,0 1 0 0 0,0-1 0 0 0,0-1 0 0 0,0 1 0 0 0,0-1-1 0 0,9 0 1 0 0,-14-1 0 0 0,0 0 0 0 0,0-1 0 0 0,0 1-1 0 0,0 0 1 0 0,0-1 0 0 0,0 1-1 0 0,-1-1 1 0 0,1 0 0 0 0,0 1-1 0 0,0-1 1 0 0,-1 0 0 0 0,1 0-1 0 0,0 0 1 0 0,-1 0 0 0 0,1-1 0 0 0,-1 1-1 0 0,1 0 1 0 0,-1-1 0 0 0,0 1-1 0 0,1-1 1 0 0,-1 1 0 0 0,0-1-1 0 0,0 1 1 0 0,0-1 0 0 0,0 0-1 0 0,0 0 1 0 0,-1 0 0 0 0,1 1 0 0 0,-1-1-1 0 0,1 0 1 0 0,0-2 0 0 0,1-8 1 0 0,-1 0 0 0 0,0 0 0 0 0,0 1 1 0 0,-2-15-1 0 0,1 11 10 0 0,0 8-7 0 0,0 1 1 0 0,0-1 0 0 0,-1 1-1 0 0,0 0 1 0 0,0 0 0 0 0,0-1-1 0 0,-1 1 1 0 0,0 0 0 0 0,0 0 0 0 0,-1 0-1 0 0,0 1 1 0 0,0-1 0 0 0,-5-8-1 0 0,4 11 0 0 0,0-1 0 0 0,1 0 0 0 0,-1 1 0 0 0,0 0 0 0 0,-1 0 0 0 0,1 0 0 0 0,0 1 0 0 0,-1-1 0 0 0,0 1 0 0 0,1 0 0 0 0,-1 0 0 0 0,0 1 0 0 0,0-1 0 0 0,0 1 0 0 0,0 0 0 0 0,0 1 0 0 0,-1-1 0 0 0,-4 1 0 0 0,7 0 0 0 0,-56 0 30 0 0,54 1-31 0 0,0-1 0 0 0,0 1 1 0 0,0 0-1 0 0,1 0 0 0 0,-1 1 0 0 0,0-1 0 0 0,0 1 1 0 0,1 0-1 0 0,-1 0 0 0 0,-6 5 0 0 0,12-7-2 0 0,-1 1-1 0 0,0-1 1 0 0,1 0-1 0 0,-1 1 0 0 0,1-1 1 0 0,-1 1-1 0 0,0-1 1 0 0,1 0-1 0 0,-1 1 0 0 0,1-1 1 0 0,-1 0-1 0 0,1 1 0 0 0,-1-1 1 0 0,1 0-1 0 0,-1 0 1 0 0,1 0-1 0 0,-1 0 0 0 0,1 1 1 0 0,-1-1-1 0 0,1 0 0 0 0,0 0 1 0 0,-1 0-1 0 0,1 0 1 0 0,-1 0-1 0 0,1 0 0 0 0,-1 0 1 0 0,1 0-1 0 0,-1-1 1 0 0,1 1-1 0 0,0 0 0 0 0,26 1 2 0 0,0-6-9 0 0,0-1 0 0 0,43-14 0 0 0,-50 13 9 0 0,0 0-1 0 0,0 2 0 0 0,0 1 0 0 0,1 0 1 0 0,40-1-1 0 0,-58 5 0 0 0,1 0 0 0 0,0 1-1 0 0,0-1 1 0 0,0 1 0 0 0,-1 0 0 0 0,1 1 0 0 0,0-1 0 0 0,-1 0 0 0 0,1 1 0 0 0,-1 0 0 0 0,1 0 0 0 0,-1 0-1 0 0,0 0 1 0 0,0 1 0 0 0,0-1 0 0 0,0 1 0 0 0,0-1 0 0 0,-1 1 0 0 0,1 0 0 0 0,-1 0 0 0 0,0 1 0 0 0,0-1 0 0 0,0 0-1 0 0,3 8 1 0 0,1 5 3 0 0,0 0-1 0 0,-2 1 1 0 0,0-1-1 0 0,3 25 1 0 0,-2-13 5 0 0,-3 4-1 0 0,-2-27-6 0 0,-1-1-1 0 0,2 1 0 0 0,-1 0 1 0 0,0 0-1 0 0,1 0 1 0 0,0 0-1 0 0,0 0 0 0 0,1 0 1 0 0,-1-1-1 0 0,1 1 1 0 0,0 0-1 0 0,3 4 0 0 0,-5-9 1 0 0,1 1-1 0 0,0-1 0 0 0,0 0 1 0 0,0 1-1 0 0,0-1 0 0 0,-1 0 0 0 0,1 0 1 0 0,0 0-1 0 0,0 0 0 0 0,0 0 0 0 0,0 0 1 0 0,0 0-1 0 0,0 0 0 0 0,0 0 1 0 0,-1 0-1 0 0,1 0 0 0 0,0 0 0 0 0,0-1 1 0 0,0 1-1 0 0,0 0 0 0 0,-1-1 1 0 0,1 1-1 0 0,0 0 0 0 0,0-1 0 0 0,0 1 1 0 0,-1-1-1 0 0,1 0 0 0 0,0 1 0 0 0,0-2 1 0 0,24-19-5 0 0,-23 20 3 0 0,46-50 16 0 0,-33 34-13 0 0,1 0 0 0 0,0 1 0 0 0,1 1 0 0 0,1 0 0 0 0,1 1 0 0 0,38-22-1 0 0,-55 35 0 0 0,0 1 0 0 0,-1-1 0 0 0,1 0 0 0 0,0 1 0 0 0,0-1 0 0 0,0 1-1 0 0,-1-1 1 0 0,1 1 0 0 0,0 0 0 0 0,0 0 0 0 0,0 0 0 0 0,0 0 0 0 0,0 0-1 0 0,0 0 1 0 0,0 0 0 0 0,-1 1 0 0 0,1-1 0 0 0,0 1 0 0 0,0-1-1 0 0,0 1 1 0 0,2 1 0 0 0,-2 0 2 0 0,0-1-1 0 0,0 1 0 0 0,0 0 1 0 0,-1 0-1 0 0,1 0 1 0 0,0 0-1 0 0,-1 0 0 0 0,0 1 1 0 0,1-1-1 0 0,-1 0 1 0 0,0 1-1 0 0,0-1 0 0 0,1 5 1 0 0,1 8 12 0 0,0 0 1 0 0,-2-1-1 0 0,1 1 1 0 0,-2 20-1 0 0,0-31-11 0 0,1 36-158 0 0,-2 46-913 0 0,-6-34-7466 0 0,4-42 3993 0 0,-5-3-1 0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6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49 5128 0 0,'-5'-1'889'0'0,"2"-1"23"0"0,0-3 12 0 0,3 2 24 0 0,-2-3 0 0 0,10-2 16 0 0,6 1 0 0 0,9-1 0 0 0,14 3 0 0 0,12 1 20 0 0,8 4-40 0 0,12 4-120 0 0,3 4-575 0 0,10 3-3570 0 0,-8 2 1 0 0,1 0 0 0 0,-9 3-1 0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6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45 4272 0 0,'0'-9'1351'0'0,"-1"7"-1094"0"0,1 0 0 0 0,0 1-1 0 0,-1-1 1 0 0,1 0 0 0 0,0 0 0 0 0,0 1-1 0 0,0-1 1 0 0,0 0 0 0 0,1 0 0 0 0,-1 1-1 0 0,0-1 1 0 0,1 0 0 0 0,-1 1 0 0 0,1-1 0 0 0,0 0-1 0 0,0 1 1 0 0,-1-1 0 0 0,1 1 0 0 0,1-2-1 0 0,-1 3-195 0 0,-1 0-1 0 0,1 0 1 0 0,-1 0-1 0 0,1 0 0 0 0,-1 1 1 0 0,0-1-1 0 0,1 0 1 0 0,-1 0-1 0 0,1 1 1 0 0,-1-1-1 0 0,0 0 0 0 0,1 1 1 0 0,-1-1-1 0 0,0 0 1 0 0,1 1-1 0 0,-1-1 1 0 0,0 0-1 0 0,0 1 0 0 0,1-1 1 0 0,-1 0-1 0 0,0 1 1 0 0,0-1-1 0 0,0 1 1 0 0,1-1-1 0 0,-1 1 0 0 0,0-1 1 0 0,0 1-1 0 0,0-1 1 0 0,0 1-1 0 0,0 0 1 0 0,5 18 930 0 0,4 58 1408 0 0,-3-1-1 0 0,-5 126 1 0 0,-3-86-1755 0 0,2-63-417 0 0,3 126 489 0 0,0-149-601 0 0,0 0 0 0 0,3 1 0 0 0,15 51 0 0 0,-18-73-158 0 0,0 0 0 0 0,1 0-1 0 0,0-1 1 0 0,1 0 0 0 0,0 0 0 0 0,0 0-1 0 0,1-1 1 0 0,0 0 0 0 0,0 0-1 0 0,1 0 1 0 0,-1 0 0 0 0,12 7 0 0 0,-12-10-516 0 0,1 0 1 0 0,-1 0-1 0 0,1-1 0 0 0,0 0 1 0 0,0 0-1 0 0,12 3 1 0 0,-12-5-654 0 0,1 0 1 0 0,-1 0-1 0 0,1 0 0 0 0,-1-1 1 0 0,1 0-1 0 0,-1 0 0 0 0,9-2 1 0 0,16-5-3138 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6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398 48 4064 0 0,'0'-2'196'0'0,"-1"0"0"0"0,1 1 0 0 0,-1-1 0 0 0,0 0 0 0 0,1 1 0 0 0,-1-1 0 0 0,0 1 0 0 0,0-1 0 0 0,0 1 0 0 0,0 0 0 0 0,0-1 0 0 0,0 1 0 0 0,-1 0 0 0 0,1 0 0 0 0,0 0 0 0 0,-1-1 0 0 0,1 1 0 0 0,-1 1 0 0 0,1-1 0 0 0,-1 0 0 0 0,1 0 0 0 0,-1 1 0 0 0,1-1 0 0 0,-4 0 0 0 0,-43-11 1895 0 0,36 10-1786 0 0,0 1-1 0 0,0 0 1 0 0,1 1-1 0 0,-1 0 1 0 0,0 1-1 0 0,0 0 1 0 0,1 1-1 0 0,-1 0 1 0 0,1 1-1 0 0,-1 0 1 0 0,1 1 0 0 0,0 0-1 0 0,0 1 1 0 0,1 0-1 0 0,-1 1 1 0 0,1 0-1 0 0,0 0 1 0 0,1 1-1 0 0,-1 1 1 0 0,2-1-1 0 0,-1 2 1 0 0,1-1-1 0 0,0 1 1 0 0,1 0 0 0 0,0 1-1 0 0,0 0 1 0 0,1 0-1 0 0,0 0 1 0 0,1 1-1 0 0,0-1 1 0 0,1 1-1 0 0,0 1 1 0 0,1-1-1 0 0,-4 20 1 0 0,6-19-215 0 0,0 1 0 0 0,0-1-1 0 0,1 1 1 0 0,1-1 0 0 0,0 1 0 0 0,1-1 0 0 0,5 20-1 0 0,-6-27-76 0 0,0-1 0 0 0,1 0 0 0 0,-1 0 0 0 0,1 0 0 0 0,0 0 0 0 0,0 0 0 0 0,0 0 0 0 0,1-1 0 0 0,-1 1 0 0 0,1-1-1 0 0,0 0 1 0 0,0 1 0 0 0,0-1 0 0 0,0 0 0 0 0,1-1 0 0 0,-1 1 0 0 0,1-1 0 0 0,0 1 0 0 0,-1-1 0 0 0,1 0 0 0 0,0-1 0 0 0,0 1-1 0 0,1-1 1 0 0,-1 1 0 0 0,0-1 0 0 0,0 0 0 0 0,9 0 0 0 0,-7-1-25 0 0,0 0-1 0 0,0 0 0 0 0,0-1 1 0 0,0 0-1 0 0,0 0 1 0 0,0 0-1 0 0,-1-1 1 0 0,1 0-1 0 0,0 0 0 0 0,-1 0 1 0 0,1-1-1 0 0,8-6 1 0 0,-6 4-11 0 0,0-2 0 0 0,0 1 0 0 0,-1-1 0 0 0,0-1 0 0 0,0 1 0 0 0,-1-1 1 0 0,7-10-1 0 0,-2-1-33 0 0,0-1 0 0 0,-2 0 0 0 0,0 0 0 0 0,-1-1 0 0 0,-1 0 1 0 0,6-31-1 0 0,-6 5-51 0 0,-4 32 93 0 0,-3 14 39 0 0,0 4 32 0 0,-1 184 559 0 0,2-177-585 0 0,-1 0 5 0 0,1 0 0 0 0,1 0 0 0 0,0 0 0 0 0,0-1-1 0 0,1 1 1 0 0,0 0 0 0 0,1-1 0 0 0,4 10-1 0 0,-7-17-36 0 0,0 0 0 0 0,1 1 1 0 0,-1-1-1 0 0,0 0 0 0 0,1 0 0 0 0,-1 0 0 0 0,1 0 0 0 0,-1-1 0 0 0,1 1 0 0 0,0 0 0 0 0,0-1 0 0 0,0 1 0 0 0,0-1 0 0 0,0 0 0 0 0,0 1 0 0 0,0-1 0 0 0,0 0 0 0 0,1 0 0 0 0,-1-1 0 0 0,0 1 0 0 0,1 0 0 0 0,-1-1 0 0 0,1 1 0 0 0,-1-1 0 0 0,0 0 1 0 0,1 0-1 0 0,-1 0 0 0 0,1 0 0 0 0,-1 0 0 0 0,1 0 0 0 0,-1-1 0 0 0,1 1 0 0 0,-1-1 0 0 0,0 0 0 0 0,1 0 0 0 0,-1 0 0 0 0,0 0 0 0 0,3-2 0 0 0,1-1-15 0 0,-1 0-1 0 0,1 0 1 0 0,-1 0 0 0 0,0-1 0 0 0,-1 0-1 0 0,1 0 1 0 0,-1 0 0 0 0,0-1-1 0 0,0 1 1 0 0,3-7 0 0 0,31-69-147 0 0,-26 55 118 0 0,7-19-32 0 0,-12 27 48 0 0,1 0 1 0 0,0 0-1 0 0,19-28 1 0 0,-27 46 30 0 0,0 0 0 0 0,0 0-1 0 0,0 0 1 0 0,0 0 0 0 0,0 0 0 0 0,0 0-1 0 0,0 0 1 0 0,1-1 0 0 0,-1 1 0 0 0,0 0 0 0 0,0 0-1 0 0,0 0 1 0 0,0 0 0 0 0,0 0 0 0 0,0 0-1 0 0,0 0 1 0 0,0 0 0 0 0,0 0 0 0 0,1 0-1 0 0,-1 0 1 0 0,0 0 0 0 0,0 0 0 0 0,0 0 0 0 0,0-1-1 0 0,0 1 1 0 0,0 0 0 0 0,1 0 0 0 0,-1 0-1 0 0,0 0 1 0 0,0 0 0 0 0,0 0 0 0 0,0 0-1 0 0,0 1 1 0 0,0-1 0 0 0,1 0 0 0 0,-1 0 0 0 0,0 0-1 0 0,0 0 1 0 0,0 0 0 0 0,0 0 0 0 0,0 0-1 0 0,0 0 1 0 0,0 0 0 0 0,0 0 0 0 0,1 0 0 0 0,-1 0-1 0 0,0 0 1 0 0,0 0 0 0 0,0 0 0 0 0,0 1-1 0 0,0-1 1 0 0,0 0 0 0 0,0 0 0 0 0,0 0-1 0 0,0 0 1 0 0,0 0 0 0 0,0 0 0 0 0,0 0 0 0 0,0 1-1 0 0,0-1 1 0 0,0 0 0 0 0,0 0 0 0 0,0 0-1 0 0,0 0 1 0 0,0 0 0 0 0,3 17 89 0 0,-2 23 44 0 0,-1-36-113 0 0,-3 226 289 0 0,4-213-1895 0 0,1-11-3119 0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6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93 23 4608 0 0,'-4'-2'816'0'0,"-1"0"41"0"0,-4-7 951 0 0,6 5-888 0 0,-2 0 4 0 0,-1 2-8 0 0,3 2 24 0 0,-3 2-4 0 0,3 12-32 0 0,1 6-56 0 0,-2 10-172 0 0,-4 11-3704 0 0,3 5 0 0 0,-7 9 0 0 0,-6 9-1 0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6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 27 5240 0 0,'-3'0'1913'0'0,"-3"-2"2011"0"0,1 2-972 0 0,10 0-2016 0 0,6 0-88 0 0,1 0-135 0 0,2-1-629 0 0,9-3-3405 0 0,-3-2 1 0 0,6 1 0 0 0,0-3-1 0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6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75 0 4536 0 0,'-2'2'828'0'0,"-1"0"17"0"0,-3 0 7 0 0,0 2-4 0 0,-3 1 20 0 0,4 1 0 0 0,-3 1-20 0 0,-1 1-52 0 0,3 1-124 0 0,-3 1-592 0 0,7-2-2488 0 0,-4-3 0 0 0,3-1-1 0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6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0 161 3392 0 0,'0'0'4192'0'0,"19"1"2777"0"0,22 1-5999 0 0,136 0 665 0 0,262-9-440 0 0,-171-35-807 0 0,11-1-207 0 0,114 32-155 0 0,-236 7-302 0 0,183-28 1 0 0,-217 18 149 0 0,147 2 1 0 0,524 15 113 0 0,-744-1 575 0 0,81 14-1 0 0,-72-7-3474 0 0,1-2-6422 0 0,-51-7 5829 0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6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 38 2784 0 0,'0'0'1780'0'0,"-1"-24"6102"0"0,-1 10-10739 0 0,-6 15-1936 0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6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1 106 3192 0 0,'-1'-6'10763'0'0,"3"4"-9849"0"0,50-9 2307 0 0,32 5-2516 0 0,-17 2-426 0 0,708-25 353 0 0,-144 15-597 0 0,-80-1-2 0 0,270 1-257 0 0,-273 9 209 0 0,-317 7 82 0 0,126 8-574 0 0,-196-3 138 0 0,-14-6-830 0 0,-98-1-5815 0 0,-37 0 3510 0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6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90 3424 0 0,'2'-3'5413'0'0,"9"-11"-3045"0"0,1 8-1694 0 0,1 1 1 0 0,-1 0-1 0 0,1 1 1 0 0,1 1-1 0 0,-1 0 1 0 0,0 0-1 0 0,18 0 1 0 0,102 0 492 0 0,-90 4-969 0 0,239 0 372 0 0,319-4-284 0 0,-289-12-183 0 0,191-4-6 0 0,159 17-58 0 0,446 1-165 0 0,-783 20-126 0 0,16 1-34 0 0,326-5 322 0 0,-423-17-129 0 0,402 12 1076 0 0,-498 3-704 0 0,163 6 137 0 0,-262-20-362 0 0,422 2 289 0 0,-285 16-395 0 0,70 2-50 0 0,87-7 248 0 0,-120-2 225 0 0,77-7-1331 0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6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21 102 3828 0 0,'0'-44'7709'0'0,"0"25"-1924"0"0,-10 134-1738 0 0,0 5-3969 0 0,10-104-57 0 0,0 0 0 0 0,1 0 0 0 0,1 0 0 0 0,1 0 0 0 0,0 0 0 0 0,10 27 0 0 0,-12-39-16 0 0,1 0 0 0 0,0 0 0 0 0,0 0 0 0 0,0 0 0 0 0,0 0 0 0 0,1 0 0 0 0,0-1 0 0 0,0 0 0 0 0,0 1 0 0 0,0-1 0 0 0,0 0 0 0 0,0 0 0 0 0,1 0 1 0 0,0-1-1 0 0,-1 0 0 0 0,1 1 0 0 0,0-1 0 0 0,0 0 0 0 0,0-1 0 0 0,1 1 0 0 0,-1-1 0 0 0,0 0 0 0 0,1 0 0 0 0,-1 0 0 0 0,0 0 0 0 0,1-1 0 0 0,-1 0 0 0 0,1 0 0 0 0,5 0 0 0 0,-2-2-1 0 0,1 1 0 0 0,-1-1 0 0 0,0 0-1 0 0,0-1 1 0 0,0 0 0 0 0,-1 0 0 0 0,1-1-1 0 0,-1 0 1 0 0,1 0 0 0 0,-1-1 0 0 0,-1 0-1 0 0,1 0 1 0 0,-1 0 0 0 0,0-1 0 0 0,0 0-1 0 0,7-10 1 0 0,-1 1 1 0 0,-1-1 1 0 0,0-1-1 0 0,-1 0 1 0 0,-1 0-1 0 0,13-35 0 0 0,-11 9 88 0 0,-2-1 0 0 0,-2 1 1 0 0,-2-2-1 0 0,0-51 0 0 0,-6 165 215 0 0,-1-22-136 0 0,3 1 0 0 0,1-1 0 0 0,2 1 0 0 0,12 50 0 0 0,-10-80-75 0 0,1 0 0 0 0,1-1 1 0 0,0 0-1 0 0,1-1 0 0 0,15 21 1 0 0,22 41-2964 0 0,-46-77 2248 0 0,6 8-4320 0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67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9 4688 0 0,'0'-7'8649'0'0,"0"6"-7637"0"0,2 1 0 0 0,1 0 0 0 0,3 1 925 0 0,-1 0-1101 0 0,-1 2-232 0 0,1 7-8501 0 0,-2-5 3949 0 0,0 4-1 0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6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5144 0 0,'0'0'1837'0'0,"0"2"-873"0"0,0 1 1056 0 0,0 2-1004 0 0,3-2 0 0 0,0 2 0 0 0,-1 0 16 0 0,2-3-36 0 0,3 7-68 0 0,-3-3-107 0 0,1 1-477 0 0,1 0-3769 0 0,0 1 1 0 0,-3 1 0 0 0,5 3-1 0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6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71 3800 0 0,'0'-55'7194'0'0,"0"39"-3090"0"0,0 40-1144 0 0,-3 165 925 0 0,7 206-3185 0 0,-3-386-693 0 0,0 0 1 0 0,1 0-1 0 0,0 0 1 0 0,0 0-1 0 0,1 0 1 0 0,0 0-1 0 0,1 0 1 0 0,0-1-1 0 0,0 0 1 0 0,1 0-1 0 0,0 0 1 0 0,0 0-1 0 0,1-1 1 0 0,0 0-1 0 0,12 12 1 0 0,-10-12-71 0 0,2 0 0 0 0,-1-1 0 0 0,1 0-1 0 0,0 0 1 0 0,0-1 0 0 0,0-1 0 0 0,1 1 0 0 0,0-2 0 0 0,0 1 0 0 0,0-2 0 0 0,20 4 0 0 0,-17-5-31 0 0,-1 0 0 0 0,1 0 0 0 0,0-1 1 0 0,-1-1-1 0 0,1-1 0 0 0,0 1 1 0 0,-1-2-1 0 0,1 0 0 0 0,-1-1 0 0 0,0 0 1 0 0,0-1-1 0 0,-1 0 0 0 0,1-1 1 0 0,-1-1-1 0 0,0 0 0 0 0,-1 0 0 0 0,0-1 1 0 0,0-1-1 0 0,0 0 0 0 0,-1 0 1 0 0,17-21-1 0 0,-19 17 167 0 0,-1-1 1 0 0,0 0 0 0 0,-1 0-1 0 0,0 0 1 0 0,-1-1 0 0 0,-1 0-1 0 0,0 0 1 0 0,-1 0-1 0 0,2-23 1 0 0,-5 36-41 0 0,0 1-5 0 0,1 0 0 0 0,-1 0-1 0 0,0 0 1 0 0,0 0 0 0 0,0 0 0 0 0,1 0-1 0 0,-1 0 1 0 0,0 0 0 0 0,0 1 0 0 0,0-1-1 0 0,0 0 1 0 0,-1 0 0 0 0,1 0 0 0 0,0 0-1 0 0,0 0 1 0 0,-1 0 0 0 0,1 0 0 0 0,0 0-1 0 0,-1 0 1 0 0,1 0 0 0 0,-1 0-1 0 0,1 0 1 0 0,-1 1 0 0 0,0-1 0 0 0,1 0-1 0 0,-1 0 1 0 0,0 1 0 0 0,1-1 0 0 0,-1 0-1 0 0,0 1 1 0 0,0-1 0 0 0,0 1 0 0 0,1-1-1 0 0,-1 1 1 0 0,0 0 0 0 0,0-1 0 0 0,0 1-1 0 0,0 0 1 0 0,0-1 0 0 0,0 1 0 0 0,-1 0-1 0 0,-1 0 21 0 0,0 0-1 0 0,0 0 1 0 0,1 1-1 0 0,-1-1 1 0 0,0 1-1 0 0,0-1 1 0 0,1 1-1 0 0,-1 0 1 0 0,1 0-1 0 0,-1 1 1 0 0,1-1-1 0 0,-1 0 1 0 0,-3 4-1 0 0,-6 6-7 0 0,0 0 0 0 0,1 1 0 0 0,0 0-1 0 0,1 1 1 0 0,0 0 0 0 0,1 1-1 0 0,1 0 1 0 0,0 1 0 0 0,1-1 0 0 0,0 1-1 0 0,1 1 1 0 0,1-1 0 0 0,1 1 0 0 0,0 0-1 0 0,1 0 1 0 0,0 0 0 0 0,2 0-1 0 0,-1 26 1 0 0,2-41-36 0 0,0 1 0 0 0,1-1 1 0 0,-1 1-1 0 0,0-1 0 0 0,0 0 0 0 0,1 1 0 0 0,-1-1 0 0 0,1 1 1 0 0,-1-1-1 0 0,1 0 0 0 0,-1 0 0 0 0,1 1 0 0 0,0-1 0 0 0,0 0 0 0 0,0 0 1 0 0,-1 0-1 0 0,1 0 0 0 0,0 1 0 0 0,1-2 0 0 0,-1 1 0 0 0,0 0 1 0 0,0 0-1 0 0,0 0 0 0 0,0 0 0 0 0,1-1 0 0 0,-1 1 0 0 0,0 0 1 0 0,1-1-1 0 0,-1 0 0 0 0,0 1 0 0 0,1-1 0 0 0,-1 0 0 0 0,1 1 0 0 0,-1-1 1 0 0,1 0-1 0 0,-1 0 0 0 0,0 0 0 0 0,1 0 0 0 0,-1-1 0 0 0,1 1 1 0 0,-1 0-1 0 0,1 0 0 0 0,-1-1 0 0 0,2 0 0 0 0,5-1 16 0 0,1-1 0 0 0,-1 0 0 0 0,0-1 0 0 0,0 0 0 0 0,0 0 0 0 0,7-5 0 0 0,-6 2-2 0 0,0-1 0 0 0,-1 1 0 0 0,0-1 0 0 0,0-1-1 0 0,-1 1 1 0 0,0-1 0 0 0,-1-1 0 0 0,0 1-1 0 0,0-1 1 0 0,-1 0 0 0 0,7-17 0 0 0,-1-5 44 0 0,-2 0 1 0 0,10-55-1 0 0,-21 136 262 0 0,7 83-1 0 0,-3-123-282 0 0,-1 0 0 0 0,1 0 0 0 0,1-1 0 0 0,-1 1 0 0 0,1 0 0 0 0,1-1 0 0 0,0 0 0 0 0,6 11 0 0 0,-9-17-95 0 0,0 0-1 0 0,1 0 1 0 0,-1 0 0 0 0,1 0 0 0 0,-1 0 0 0 0,1 0-1 0 0,-1 0 1 0 0,1-1 0 0 0,0 1 0 0 0,0-1 0 0 0,0 1-1 0 0,0-1 1 0 0,0 0 0 0 0,0 1 0 0 0,1-1 0 0 0,-1 0-1 0 0,0-1 1 0 0,1 1 0 0 0,-1 0 0 0 0,0-1 0 0 0,1 1-1 0 0,-1-1 1 0 0,1 0 0 0 0,-1 1 0 0 0,1-1 0 0 0,-1-1-1 0 0,1 1 1 0 0,-1 0 0 0 0,0 0 0 0 0,1-1 0 0 0,-1 0 0 0 0,1 1-1 0 0,-1-1 1 0 0,0 0 0 0 0,3-1 0 0 0,-1 0-1642 0 0,-1 0 0 0 0,0 0 1 0 0,1 0-1 0 0,-1-1 0 0 0,0 1 0 0 0,0-1 1 0 0,5-5-1 0 0,-1-6-3061 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6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97 5096 0 0,'0'0'2816'0'0,"13"-6"1237"0"0,107-17 1046 0 0,1 4-3942 0 0,-9 3-4222 0 0,-2-5-4562 0 0,-54 9 3870 0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6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380 41 3824 0 0,'-18'-8'3118'0'0,"1"4"-2270"0"0,0 1-1 0 0,0 0 1 0 0,0 1 0 0 0,-1 1 0 0 0,-24 2 0 0 0,6 1 908 0 0,-55 12 0 0 0,77-11-946 0 0,0 0-1 0 0,-24 10 0 0 0,36-13-682 0 0,0 1 1 0 0,-1 0-1 0 0,1 0 1 0 0,0 0-1 0 0,0 0 1 0 0,0 1-1 0 0,0-1 0 0 0,0 0 1 0 0,0 1-1 0 0,0-1 1 0 0,0 1-1 0 0,0 0 1 0 0,1 0-1 0 0,-1 0 0 0 0,1-1 1 0 0,-1 2-1 0 0,1-1 1 0 0,0 0-1 0 0,0 0 0 0 0,0 0 1 0 0,0 0-1 0 0,0 1 1 0 0,0-1-1 0 0,0 4 1 0 0,1-5-104 0 0,1 0-1 0 0,-1 0 1 0 0,1 0 0 0 0,-1 0 0 0 0,1 0 0 0 0,0 0 0 0 0,-1-1 0 0 0,1 1 0 0 0,0 0 0 0 0,-1 0 0 0 0,1 0-1 0 0,0-1 1 0 0,0 1 0 0 0,0-1 0 0 0,0 1 0 0 0,0 0 0 0 0,0-1 0 0 0,0 1 0 0 0,0-1 0 0 0,0 0 0 0 0,0 1-1 0 0,0-1 1 0 0,0 0 0 0 0,0 0 0 0 0,0 0 0 0 0,0 1 0 0 0,0-1 0 0 0,2-1 0 0 0,39 4 178 0 0,-34-3-142 0 0,24 0-79 0 0,0-1 0 0 0,0-1 0 0 0,0-2 0 0 0,-1-1 0 0 0,53-16 0 0 0,-59 13-2670 0 0,46-23 0 0 0,-64 27 1028 0 0,0 0 0 0 0,0-1 0 0 0,-1 0 0 0 0,9-7 0 0 0,2-5-2492 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6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100 178 3184 0 0,'-2'-18'1305'0'0,"0"0"-1"0"0,-1 1 1 0 0,-1 0-1 0 0,-9-25 1 0 0,7 22-180 0 0,-7-6 548 0 0,13 25-1444 0 0,-1-1 0 0 0,0 1-1 0 0,1 0 1 0 0,-1-1 0 0 0,0 1 0 0 0,0 0 0 0 0,0 0 0 0 0,0-1 0 0 0,0 1 0 0 0,0 0 0 0 0,0 0 0 0 0,-1 0 0 0 0,1 0 0 0 0,0 1 0 0 0,-3-2 0 0 0,2 4 41 0 0,1-1 0 0 0,-1 1 0 0 0,1 0-1 0 0,0 0 1 0 0,-1 0 0 0 0,1 1 0 0 0,0-1 0 0 0,0 0-1 0 0,0 0 1 0 0,1 1 0 0 0,-1-1 0 0 0,0 0 0 0 0,1 1-1 0 0,-1 4 1 0 0,0-2 116 0 0,-9 52 363 0 0,3 2 0 0 0,2-1 0 0 0,6 104 0 0 0,0-73-360 0 0,-1-52-271 0 0,5 166 495 0 0,1-180-983 0 0,-3-18 103 0 0,-3-4-120 0 0,0-32-14469 0 0,0 16 10443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6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13 153 4400 0 0,'-1'0'169'0'0,"0"-1"1"0"0,0 1-1 0 0,1-1 0 0 0,-1 1 0 0 0,0 0 0 0 0,1-1 0 0 0,-1 1 0 0 0,0-1 0 0 0,1 0 0 0 0,-1 1 0 0 0,1-1 0 0 0,-1 1 1 0 0,1-1-1 0 0,-1 0 0 0 0,1 1 0 0 0,-1-1 0 0 0,1 0 0 0 0,0 0 0 0 0,-1 1 0 0 0,1-1 0 0 0,0 0 0 0 0,0 0 0 0 0,-1 0 0 0 0,1 1 1 0 0,0-1-1 0 0,0 0 0 0 0,0 0 0 0 0,0 0 0 0 0,0 0 0 0 0,0 1 0 0 0,0-1 0 0 0,0 0 0 0 0,1 0 0 0 0,-1-1 0 0 0,6-29 2449 0 0,-2 26-2319 0 0,-1-1 0 0 0,0 2 1 0 0,1-1-1 0 0,0 0 0 0 0,0 1 0 0 0,1 0 1 0 0,-1 0-1 0 0,1 0 0 0 0,0 0 0 0 0,0 1 0 0 0,0 0 1 0 0,0 0-1 0 0,1 0 0 0 0,-1 0 0 0 0,8-1 1 0 0,7-3 425 0 0,0 1 0 0 0,0 2 1 0 0,23-4-1 0 0,-14 4-112 0 0,0 2-1 0 0,1 1 1 0 0,-1 1-1 0 0,1 1 1 0 0,30 6-1 0 0,-44-4-1125 0 0,1 1 0 0 0,-1 0-1 0 0,0 1 1 0 0,18 9 0 0 0,-24-9-1289 0 0,1 1 1 0 0,-1 0 0 0 0,-1 0 0 0 0,1 1-1 0 0,-1 1 1 0 0,14 14 0 0 0,-5 0-2756 0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6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29 255 4616 0 0,'-1'0'320'0'0,"1"0"-1"0"0,-1 1 0 0 0,0-1 0 0 0,0 0 0 0 0,0 0 0 0 0,1 1 0 0 0,-1-1 0 0 0,0 0 0 0 0,0 1 0 0 0,1-1 0 0 0,-1 0 1 0 0,0 1-1 0 0,1-1 0 0 0,-1 1 0 0 0,0 0 0 0 0,1-1 0 0 0,-1 1 0 0 0,1-1 0 0 0,-1 1 0 0 0,1 0 0 0 0,-1-1 0 0 0,1 1 1 0 0,-1 1-1 0 0,-7 26 2529 0 0,4 30-377 0 0,4-48-1912 0 0,0 7 344 0 0,0 0 0 0 0,1 0-1 0 0,0 0 1 0 0,9 32 0 0 0,-9-46-864 0 0,-1 0 0 0 0,1 0 0 0 0,1 1 0 0 0,-1-1 0 0 0,0-1 0 0 0,1 1 0 0 0,0 0 0 0 0,-1 0 0 0 0,1 0 0 0 0,0-1 0 0 0,0 1 0 0 0,1-1-1 0 0,-1 0 1 0 0,1 0 0 0 0,-1 0 0 0 0,1 0 0 0 0,-1 0 0 0 0,1 0 0 0 0,0 0 0 0 0,0-1 0 0 0,0 0 0 0 0,0 0 0 0 0,0 1 0 0 0,0-2 0 0 0,0 1 0 0 0,1 0 0 0 0,-1-1 0 0 0,0 1-1 0 0,0-1 1 0 0,1 0 0 0 0,-1 0 0 0 0,6-1 0 0 0,-3 0-49 0 0,1 0 0 0 0,-1-1 0 0 0,0 0 0 0 0,0 0 0 0 0,-1-1 0 0 0,1 1-1 0 0,0-1 1 0 0,-1 0 0 0 0,1-1 0 0 0,-1 0 0 0 0,0 1 0 0 0,0-1 0 0 0,-1-1 0 0 0,1 1 0 0 0,-1-1 0 0 0,5-7-1 0 0,7-9-61 0 0,-2-2 0 0 0,19-36 0 0 0,-20 35 33 0 0,1-6-19 0 0,-12 23 32 0 0,1 0 1 0 0,0 0 0 0 0,1 1-1 0 0,0-1 1 0 0,0 1 0 0 0,7-8-1 0 0,-7 42-41 0 0,-13 230 192 0 0,9-258-123 0 0,0-1 0 0 0,0 1 0 0 0,0 0 0 0 0,1 0 0 0 0,-1 0 0 0 0,0-1 0 0 0,0 1 0 0 0,0 0 0 0 0,1 0-1 0 0,-1 0 1 0 0,0 0 0 0 0,0 0 0 0 0,0 0 0 0 0,1-1 0 0 0,-1 1 0 0 0,0 0 0 0 0,0 0 0 0 0,1 0 0 0 0,-1 0-1 0 0,0 0 1 0 0,0 0 0 0 0,1 0 0 0 0,-1 0 0 0 0,0 0 0 0 0,0 0 0 0 0,1 0 0 0 0,-1 0 0 0 0,0 0 0 0 0,0 0-1 0 0,1 0 1 0 0,-1 1 0 0 0,0-1 0 0 0,0 0 0 0 0,1 0 0 0 0,-1 0 0 0 0,0 0 0 0 0,0 0 0 0 0,0 0 0 0 0,1 1-1 0 0,-1-1 1 0 0,0 0 0 0 0,0 0 0 0 0,0 0 0 0 0,0 1 0 0 0,1-1 0 0 0,-1 0 0 0 0,0 0 0 0 0,0 0 0 0 0,0 1-1 0 0,0-1 1 0 0,0 0 0 0 0,0 0 0 0 0,0 1 0 0 0,0-1 0 0 0,0 0 0 0 0,1 0 0 0 0,-1 1 0 0 0,16-26 59 0 0,-13 21-50 0 0,85-152 185 0 0,-34 59-128 0 0,-53 94-65 0 0,0 1 0 0 0,1 0-1 0 0,-1 0 1 0 0,1 0 0 0 0,-1 0-1 0 0,1 0 1 0 0,0 1 0 0 0,0-1-1 0 0,0 0 1 0 0,0 1 0 0 0,0-1-1 0 0,4-1 1 0 0,-5 3-2 0 0,-1 0 0 0 0,1-1 1 0 0,-1 1-1 0 0,1 0 0 0 0,-1 0 1 0 0,1 0-1 0 0,0 0 0 0 0,-1 0 0 0 0,1 0 1 0 0,-1 0-1 0 0,1 0 0 0 0,-1 0 1 0 0,1 0-1 0 0,-1 0 0 0 0,1 1 0 0 0,0-1 1 0 0,-1 0-1 0 0,1 0 0 0 0,-1 0 1 0 0,1 1-1 0 0,-1-1 0 0 0,1 1 0 0 0,0 0 1 0 0,0 0 0 0 0,0 0 0 0 0,0 0 0 0 0,-1 1 0 0 0,1-1 0 0 0,0 0 0 0 0,-1 0 0 0 0,1 1-1 0 0,-1-1 1 0 0,1 0 0 0 0,-1 1 0 0 0,0-1 0 0 0,1 2 0 0 0,6 99 138 0 0,-6-72-63 0 0,9 59 0 0 0,-8-84-65 0 0,0 1 1 0 0,0 0 0 0 0,1 0-1 0 0,0-1 1 0 0,0 0-1 0 0,0 0 1 0 0,1 0 0 0 0,-1 0-1 0 0,1 0 1 0 0,1 0-1 0 0,-1-1 1 0 0,0 0-1 0 0,1 0 1 0 0,0 0 0 0 0,0-1-1 0 0,0 1 1 0 0,0-1-1 0 0,1 0 1 0 0,10 3-1 0 0,-10-3-5 0 0,0-1 0 0 0,0 0 0 0 0,0 0 0 0 0,0 0 0 0 0,0-1 0 0 0,1 0 0 0 0,-1 0 0 0 0,0-1 0 0 0,1 0 0 0 0,-1 0 0 0 0,1 0 0 0 0,-1-1 0 0 0,0 0 0 0 0,1 0 0 0 0,-1-1-1 0 0,0 1 1 0 0,0-1 0 0 0,10-5 0 0 0,-6 0 3 0 0,0 0-1 0 0,-1-1 1 0 0,0 1-1 0 0,-1-2 1 0 0,0 1-1 0 0,0-1 0 0 0,-1-1 1 0 0,0 1-1 0 0,9-19 1 0 0,4-11 0 0 0,19-53 0 0 0,-15 34-5 0 0,-20 48-2 0 0,75-192 67 0 0,-76 190-6 0 0,-1 0 0 0 0,-1 0 0 0 0,0 0 0 0 0,0-14 0 0 0,-1 26-59 0 0,0-1-1 0 0,0 1 1 0 0,0 0-1 0 0,-1 0 1 0 0,1-1 0 0 0,0 1-1 0 0,0 0 1 0 0,0 0-1 0 0,-1 0 1 0 0,1-1 0 0 0,0 1-1 0 0,0 0 1 0 0,0 0-1 0 0,-1 0 1 0 0,1-1 0 0 0,0 1-1 0 0,0 0 1 0 0,-1 0-1 0 0,1 0 1 0 0,0 0 0 0 0,-1 0-1 0 0,1 0 1 0 0,0 0-1 0 0,0 0 1 0 0,-1 0 0 0 0,1 0-1 0 0,0 0 1 0 0,0 0-1 0 0,-1 0 1 0 0,1 0 0 0 0,0 0-1 0 0,-1 0 1 0 0,1 0-1 0 0,0 0 1 0 0,0 0 0 0 0,-1 0-1 0 0,1 0 1 0 0,0 0-1 0 0,-1 0 1 0 0,1 1 0 0 0,0-1-1 0 0,0 0 1 0 0,0 0-1 0 0,-1 0 1 0 0,1 1 0 0 0,-15 7 114 0 0,5 1-64 0 0,1 1 0 0 0,0 0 0 0 0,0 0 0 0 0,1 1 0 0 0,0 0 0 0 0,1 1 0 0 0,0 0 0 0 0,1 0 0 0 0,-7 20 0 0 0,2-1 54 0 0,2 0 0 0 0,-10 60-1 0 0,18-85-95 0 0,0-1-1 0 0,1 1 1 0 0,-1 0-1 0 0,1-1 1 0 0,0 1-1 0 0,1 0 1 0 0,-1-1-1 0 0,1 1 1 0 0,0 0-1 0 0,1-1 1 0 0,-1 1-1 0 0,3 5 1 0 0,-2-8-1 0 0,0 0-1 0 0,0 0 1 0 0,0-1 0 0 0,1 1-1 0 0,-1 0 1 0 0,1-1 0 0 0,-1 0-1 0 0,1 1 1 0 0,0-1 0 0 0,0 0 0 0 0,0 0-1 0 0,0-1 1 0 0,0 1 0 0 0,0-1-1 0 0,0 1 1 0 0,1-1 0 0 0,-1 0-1 0 0,1 0 1 0 0,-1 0 0 0 0,6 0-1 0 0,60 2 166 0 0,-50-4-121 0 0,0 1 1 0 0,-1 2 0 0 0,31 5-1 0 0,-45-7-39 0 0,0 1 0 0 0,0 1 0 0 0,0-1 0 0 0,0 0-1 0 0,0 1 1 0 0,0 0 0 0 0,-1 0 0 0 0,1 0 0 0 0,-1 0-1 0 0,0 1 1 0 0,1-1 0 0 0,-1 1 0 0 0,0 0 0 0 0,0 0 0 0 0,-1 0-1 0 0,1 0 1 0 0,-1 1 0 0 0,1-1 0 0 0,-1 1 0 0 0,0-1-1 0 0,2 6 1 0 0,-3-6-32 0 0,0 0-1 0 0,0-1 0 0 0,0 1 1 0 0,-1 0-1 0 0,1 0 1 0 0,-1 0-1 0 0,1 0 1 0 0,-1 0-1 0 0,0-1 0 0 0,0 1 1 0 0,0 0-1 0 0,0 0 1 0 0,-1 0-1 0 0,1 0 1 0 0,-1 0-1 0 0,-1 3 0 0 0,1-4 82 0 0,-1 1-1 0 0,1-1 0 0 0,0-1 0 0 0,-1 1 1 0 0,0 0-1 0 0,1 0 0 0 0,-1 0 0 0 0,0-1 1 0 0,0 1-1 0 0,0-1 0 0 0,0 1 0 0 0,0-1 0 0 0,0 0 1 0 0,0 0-1 0 0,-4 2 0 0 0,-1-1-463 0 0,1-1 1 0 0,-1 1-1 0 0,1-1 0 0 0,-1 0 1 0 0,-10 0-1 0 0,-32-4-10157 0 0,35 0 5455 0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6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150 3 5360 0 0,'19'-1'3573'0'0,"-12"0"-2564"0"0,0 1 0 0 0,-1 0 0 0 0,1 0-1 0 0,0 1 1 0 0,0-1 0 0 0,10 3-1 0 0,-16-2-870 0 0,0-1-1 0 0,0 1 1 0 0,0-1-1 0 0,0 1 0 0 0,0-1 1 0 0,-1 1-1 0 0,1-1 0 0 0,0 1 1 0 0,0 0-1 0 0,0-1 1 0 0,-1 1-1 0 0,1 0 0 0 0,0 0 1 0 0,-1-1-1 0 0,1 1 0 0 0,0 0 1 0 0,-1 0-1 0 0,1 0 0 0 0,0 2 1 0 0,-1-2 47 0 0,0 1 1 0 0,0 0 0 0 0,1 0-1 0 0,-1 1 1 0 0,-1-1-1 0 0,1 0 1 0 0,0 0-1 0 0,0-1 1 0 0,-1 1-1 0 0,1 0 1 0 0,-1 0 0 0 0,1 0-1 0 0,-1 0 1 0 0,-1 2-1 0 0,-3 7 703 0 0,-1 0 0 0 0,0 0 0 0 0,-11 13 0 0 0,-30 30-1902 0 0,-60 40-11070 0 0,95-84 10082 0 0,-25 20-2979 0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6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277 95 3560 0 0,'0'-14'1692'0'0,"0"8"-953"0"0,0 0 0 0 0,0 0-1 0 0,0 0 1 0 0,-1 0 0 0 0,0 0 0 0 0,-2-9 0 0 0,2 13-594 0 0,0 1 0 0 0,0-1 1 0 0,0 0-1 0 0,0 0 0 0 0,0 1 1 0 0,-1-1-1 0 0,1 1 0 0 0,-1-1 1 0 0,1 1-1 0 0,-1 0 0 0 0,1-1 1 0 0,-1 1-1 0 0,0 0 0 0 0,1 0 1 0 0,-1 0-1 0 0,0 0 1 0 0,0 0-1 0 0,0 1 0 0 0,0-1 1 0 0,0 0-1 0 0,0 1 0 0 0,0 0 1 0 0,-2-1-1 0 0,-6 0 303 0 0,1 1 1 0 0,-1 0-1 0 0,1 0 0 0 0,0 1 1 0 0,-1 0-1 0 0,1 1 0 0 0,0 0 1 0 0,0 1-1 0 0,0-1 0 0 0,-15 8 1 0 0,14-5-37 0 0,0-1 1 0 0,0 2 0 0 0,1-1 0 0 0,-1 2 0 0 0,2-1-1 0 0,-1 1 1 0 0,1 0 0 0 0,-14 15 0 0 0,20-19-351 0 0,0-1 0 0 0,0 1 0 0 0,0 0 0 0 0,1 0 0 0 0,-1 0 0 0 0,1 0 0 0 0,-1 0 0 0 0,1 0 0 0 0,0 0 1 0 0,0 0-1 0 0,1 0 0 0 0,-1 1 0 0 0,1-1 0 0 0,-1 0 0 0 0,1 0 0 0 0,0 1 0 0 0,0-1 0 0 0,1 5 0 0 0,0-6-34 0 0,0 0-1 0 0,-1 0 0 0 0,1 0 0 0 0,0 0 1 0 0,0 0-1 0 0,1 0 0 0 0,-1 0 0 0 0,0 0 1 0 0,1-1-1 0 0,-1 1 0 0 0,1 0 0 0 0,0-1 1 0 0,-1 0-1 0 0,1 1 0 0 0,0-1 0 0 0,0 0 1 0 0,0 0-1 0 0,0 1 0 0 0,0-2 0 0 0,0 1 1 0 0,0 0-1 0 0,0 0 0 0 0,0-1 0 0 0,0 1 1 0 0,1-1-1 0 0,3 1 0 0 0,18 2-228 0 0,0 0 0 0 0,1-2-1 0 0,0-1 1 0 0,-1-1 0 0 0,1-1 0 0 0,-1-1-1 0 0,0-1 1 0 0,0-1 0 0 0,34-12-1 0 0,-54 15-814 0 0,-1 0 0 0 0,1 0 0 0 0,0 0 0 0 0,-1 0 0 0 0,0 0 0 0 0,1-1 0 0 0,-1 0 0 0 0,0 1 0 0 0,0-1 0 0 0,0-1 0 0 0,-1 1 0 0 0,4-5 0 0 0,3-8-3609 0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6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114 22 4456 0 0,'-2'-2'469'0'0,"-1"-1"-1"0"0,0 1 0 0 0,0 0 1 0 0,0 0-1 0 0,-1 1 0 0 0,1-1 1 0 0,0 1-1 0 0,-1-1 0 0 0,1 1 1 0 0,-1 0-1 0 0,1 1 0 0 0,-1-1 1 0 0,1 0-1 0 0,-7 1 0 0 0,7 0-314 0 0,1 0 0 0 0,0 1 1 0 0,0-1-1 0 0,0 1 0 0 0,0-1 0 0 0,0 1 0 0 0,0 0 0 0 0,0 0 0 0 0,0 0 0 0 0,1 0 1 0 0,-1 0-1 0 0,0 0 0 0 0,0 1 0 0 0,1-1 0 0 0,-1 1 0 0 0,1-1 0 0 0,-1 1 0 0 0,1-1 1 0 0,0 1-1 0 0,-1 0 0 0 0,1 0 0 0 0,0-1 0 0 0,0 1 0 0 0,0 0 0 0 0,1 0 1 0 0,-1 0-1 0 0,0 3 0 0 0,-3 10 546 0 0,0 0 0 0 0,1 0 0 0 0,1 1 1 0 0,1-1-1 0 0,0 0 0 0 0,2 26 0 0 0,19 92 2504 0 0,-13-92-2523 0 0,13 45-229 0 0,3 24-575 0 0,-21-97-2452 0 0,-1 0 0 0 0,-1 1 1 0 0,-1 17-1 0 0,-1-22-2293 0 0,-3-3-1 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6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19 108 4856 0 0,'-1'-1'289'0'0,"-1"0"0"0"0,1 0 0 0 0,0 0-1 0 0,-1 0 1 0 0,1-1 0 0 0,0 1 0 0 0,0 0-1 0 0,0-1 1 0 0,0 1 0 0 0,0-1-1 0 0,0 0 1 0 0,0 1 0 0 0,0-1 0 0 0,0 0-1 0 0,1 1 1 0 0,-1-3 0 0 0,1 3-153 0 0,0 0 1 0 0,0 0 0 0 0,0 0-1 0 0,0-1 1 0 0,0 1-1 0 0,1 0 1 0 0,-1 0 0 0 0,0 0-1 0 0,1 0 1 0 0,-1 0-1 0 0,1 0 1 0 0,-1 0 0 0 0,1 0-1 0 0,-1 0 1 0 0,1 1-1 0 0,0-1 1 0 0,-1 0 0 0 0,1 0-1 0 0,0 0 1 0 0,1 0-1 0 0,2-3 146 0 0,1 1 0 0 0,1 0 0 0 0,-1 0-1 0 0,0 1 1 0 0,1-1 0 0 0,-1 1 0 0 0,1 0 0 0 0,10-1-1 0 0,55-10 1571 0 0,125-6-1 0 0,77 15-9138 0 0,-211 4 3599 0 0,17 0-253 0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6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436 107 3248 0 0,'0'-4'423'0'0,"0"0"-1"0"0,0 0 0 0 0,-1 0 0 0 0,1 0 0 0 0,-1 0 1 0 0,0 0-1 0 0,0 1 0 0 0,0-1 0 0 0,-1 0 1 0 0,0 1-1 0 0,1-1 0 0 0,-1 1 0 0 0,0 0 1 0 0,0-1-1 0 0,-1 1 0 0 0,1 0 0 0 0,-1 0 0 0 0,-4-4 1 0 0,2 3-43 0 0,-1 0 1 0 0,0 1 0 0 0,1 0 0 0 0,-1 0-1 0 0,0 0 1 0 0,-1 0 0 0 0,1 1 0 0 0,0 0 0 0 0,-1 1-1 0 0,-8-2 1 0 0,1 1 130 0 0,0 1 0 0 0,0 1 0 0 0,-1 0 0 0 0,1 0 0 0 0,0 2 0 0 0,0 0 0 0 0,0 0 0 0 0,0 1 0 0 0,-25 10 0 0 0,25-7-284 0 0,0 1 0 0 0,1 1-1 0 0,1 0 1 0 0,-1 0 0 0 0,1 1-1 0 0,1 1 1 0 0,-17 17 0 0 0,23-22-160 0 0,0 0 1 0 0,1 1 0 0 0,0 0-1 0 0,0 0 1 0 0,0 0 0 0 0,1 0-1 0 0,0 0 1 0 0,0 1 0 0 0,0 0-1 0 0,1-1 1 0 0,0 1 0 0 0,1 0-1 0 0,-1 0 1 0 0,1 0 0 0 0,1 0-1 0 0,-1 0 1 0 0,1 0 0 0 0,1 8-1 0 0,-1-12-37 0 0,1 0 0 0 0,0 0 0 0 0,-1 0-1 0 0,1 0 1 0 0,0 0 0 0 0,1 0 0 0 0,-1-1 0 0 0,0 1 0 0 0,1 0-1 0 0,0-1 1 0 0,-1 1 0 0 0,1-1 0 0 0,0 0 0 0 0,0 1 0 0 0,0-1-1 0 0,1 0 1 0 0,2 2 0 0 0,1-1 8 0 0,-1 0 1 0 0,0 0-1 0 0,1 0 0 0 0,0-1 0 0 0,-1 0 1 0 0,1 0-1 0 0,0-1 0 0 0,8 2 1 0 0,6-1-8 0 0,1-1 1 0 0,-1 0-1 0 0,1-2 1 0 0,23-3 0 0 0,-28 2-93 0 0,-1 0 0 0 0,0-2 1 0 0,0 0-1 0 0,0 0 1 0 0,-1-1-1 0 0,1-1 0 0 0,-1-1 1 0 0,-1 0-1 0 0,1-1 0 0 0,-1 0 1 0 0,16-14-1 0 0,-22 16-2 0 0,0 0 0 0 0,-1 0 0 0 0,0-1 0 0 0,0 0 0 0 0,-1 0 0 0 0,0-1 0 0 0,0 1 0 0 0,0-1 0 0 0,-1 0 0 0 0,0 0 0 0 0,-1-1 0 0 0,0 1 0 0 0,0-1 0 0 0,-1 0 0 0 0,0 1 0 0 0,-1-1 0 0 0,0 0 0 0 0,0 0 0 0 0,-1 0 0 0 0,-1-16 0 0 0,1 24 63 0 0,0 0 0 0 0,0-1 0 0 0,0 1 0 0 0,0-1 0 0 0,0 1 0 0 0,0 0 1 0 0,0-1-1 0 0,-1 1 0 0 0,1 0 0 0 0,-1 0 0 0 0,1-1 0 0 0,-1 1 0 0 0,1 0 0 0 0,-1 0 1 0 0,0 0-1 0 0,0 0 0 0 0,0-1 0 0 0,1 1 0 0 0,-1 0 0 0 0,0 1 0 0 0,0-1 0 0 0,0 0 1 0 0,0 0-1 0 0,-1 0 0 0 0,1 0 0 0 0,-1 0 0 0 0,0 1 20 0 0,1 0 0 0 0,-1 0 0 0 0,1 0 0 0 0,-1 1 0 0 0,1-1 0 0 0,-1 0 0 0 0,1 1 0 0 0,-1-1 0 0 0,1 1 0 0 0,0 0 0 0 0,-1-1 0 0 0,1 1 0 0 0,0 0 0 0 0,-1 0 0 0 0,1 0 0 0 0,0 0 0 0 0,0 0 0 0 0,0 0 0 0 0,0 0 0 0 0,0 0 0 0 0,0 0 0 0 0,0 0 0 0 0,-1 2 0 0 0,-5 8 137 0 0,1 1-1 0 0,-1 0 0 0 0,2 0 1 0 0,0 0-1 0 0,0 1 1 0 0,1-1-1 0 0,1 1 1 0 0,0 0-1 0 0,1 0 1 0 0,0 1-1 0 0,1-1 1 0 0,1 0-1 0 0,0 0 1 0 0,3 25-1 0 0,-3-35-109 0 0,1 1 0 0 0,-1-1 1 0 0,1 0-1 0 0,0 1 0 0 0,0-1 0 0 0,1 0 1 0 0,-1 0-1 0 0,1 0 0 0 0,-1 1 0 0 0,1-2 0 0 0,0 1 1 0 0,0 0-1 0 0,0 0 0 0 0,1-1 0 0 0,-1 1 0 0 0,1-1 1 0 0,-1 1-1 0 0,1-1 0 0 0,3 2 0 0 0,-2-2-38 0 0,1 0-1 0 0,0 0 0 0 0,-1 0 0 0 0,1-1 0 0 0,0 1 0 0 0,0-1 1 0 0,0 0-1 0 0,0-1 0 0 0,0 1 0 0 0,0-1 0 0 0,0 0 1 0 0,5-1-1 0 0,-1 0-94 0 0,1 0 0 0 0,-1-1 0 0 0,0 0-1 0 0,-1 0 1 0 0,1-1 0 0 0,0 0 0 0 0,-1-1 0 0 0,1 0 0 0 0,-1 0 0 0 0,0-1 0 0 0,-1 0 0 0 0,1 0 0 0 0,-1-1-1 0 0,7-7 1 0 0,-6 3-146 0 0,-1 0-1 0 0,12-22 1 0 0,10-16-902 0 0,-38 98 419 0 0,6-41 701 0 0,1-1 44 0 0,-1 1-1 0 0,0-1 1 0 0,0 1 0 0 0,0-1 0 0 0,-1 0-1 0 0,-1 0 1 0 0,1-1 0 0 0,-10 12-1 0 0,19-38 227 0 0,11-11-68 0 0,1-1 0 0 0,37-47-1 0 0,-45 68-148 0 0,-1 0-1 0 0,2 0 1 0 0,-1 1 0 0 0,1 0-1 0 0,0 1 1 0 0,1 0-1 0 0,0 0 1 0 0,0 1 0 0 0,1 1-1 0 0,17-8 1 0 0,-28 13-31 0 0,1 1 1 0 0,0-1-1 0 0,0 0 0 0 0,0 1 1 0 0,0-1-1 0 0,0 1 1 0 0,-1 0-1 0 0,1 0 0 0 0,0-1 1 0 0,0 1-1 0 0,0 0 1 0 0,0 1-1 0 0,0-1 0 0 0,0 0 1 0 0,0 1-1 0 0,0-1 0 0 0,0 1 1 0 0,-1-1-1 0 0,1 1 1 0 0,0 0-1 0 0,0 0 0 0 0,-1 0 1 0 0,1 0-1 0 0,0 0 1 0 0,-1 0-1 0 0,1 0 0 0 0,-1 0 1 0 0,0 1-1 0 0,1-1 0 0 0,-1 1 1 0 0,0-1-1 0 0,0 1 1 0 0,0-1-1 0 0,0 1 0 0 0,0 0 1 0 0,0-1-1 0 0,0 1 1 0 0,0 0-1 0 0,-1 0 0 0 0,1 0 1 0 0,-1 0-1 0 0,1 2 0 0 0,2 11 44 0 0,-1 1 0 0 0,0-1-1 0 0,-1 0 1 0 0,-2 22 0 0 0,1-20-5 0 0,0 0-18 0 0,-1-1 13 0 0,1 0-1 0 0,1 0 1 0 0,1 0 0 0 0,4 22 0 0 0,-5-35-32 0 0,0 1 1 0 0,0-1 0 0 0,0 0-1 0 0,0 0 1 0 0,0 0 0 0 0,1 0-1 0 0,0 0 1 0 0,-1 0-1 0 0,1 0 1 0 0,0 0 0 0 0,1-1-1 0 0,-1 1 1 0 0,0-1 0 0 0,1 1-1 0 0,-1-1 1 0 0,1 0-1 0 0,0 0 1 0 0,0 0 0 0 0,0-1-1 0 0,0 1 1 0 0,0-1 0 0 0,0 1-1 0 0,0-1 1 0 0,0 0-1 0 0,1 0 1 0 0,5 1 0 0 0,3-2-29 0 0,0 1 1 0 0,0-2 0 0 0,-1 1 0 0 0,1-2-1 0 0,0 1 1 0 0,0-2 0 0 0,-1 0-1 0 0,1 0 1 0 0,-1-1 0 0 0,0 0 0 0 0,0-1-1 0 0,16-10 1 0 0,-16 9-14 0 0,-1 0 0 0 0,0-1 0 0 0,0-1-1 0 0,0 0 1 0 0,-1 0 0 0 0,-1-1 0 0 0,1 0 0 0 0,-1 0 0 0 0,-1-1 0 0 0,0 0 0 0 0,0 0-1 0 0,6-14 1 0 0,-6 6-38 0 0,0 0-1 0 0,5-22 0 0 0,-10 33 52 0 0,-1 1 0 0 0,0-1 0 0 0,0 0 1 0 0,-1 0-1 0 0,0 1 0 0 0,0-1 0 0 0,0 0 0 0 0,-1 0 0 0 0,-3-11 0 0 0,4 18 18 0 0,0-1-1 0 0,0 0 1 0 0,0 0-1 0 0,0 1 1 0 0,-1-1 0 0 0,1 0-1 0 0,0 1 1 0 0,0-1-1 0 0,-1 0 1 0 0,1 1-1 0 0,-1-1 1 0 0,1 0 0 0 0,-1 1-1 0 0,1-1 1 0 0,-1 1-1 0 0,1-1 1 0 0,-1 1-1 0 0,1-1 1 0 0,-1 1 0 0 0,1-1-1 0 0,-1 1 1 0 0,0-1-1 0 0,1 1 1 0 0,-1 0-1 0 0,0-1 1 0 0,0 1-1 0 0,1 0 1 0 0,-2 0 0 0 0,1 0-1 0 0,0 0 1 0 0,-1 0 0 0 0,1 1 0 0 0,0-1-1 0 0,0 1 1 0 0,0-1 0 0 0,-1 1 0 0 0,1-1-1 0 0,0 1 1 0 0,0 0 0 0 0,0-1 0 0 0,0 1-1 0 0,0 0 1 0 0,0 0 0 0 0,-1 1 0 0 0,-1 2 0 0 0,-1 0 1 0 0,1 0-1 0 0,0 0 1 0 0,0 1-1 0 0,0 0 1 0 0,0-1-1 0 0,-1 7 1 0 0,-2 16 5 0 0,2 0 1 0 0,2 0 0 0 0,0 1 0 0 0,1-1 0 0 0,6 47 0 0 0,-2-20 36 0 0,1 14 41 0 0,-1-29 40 0 0,-1 0 0 0 0,-2 0 0 0 0,-6 41 0 0 0,5-75-96 0 0,0 0 0 0 0,0-1-1 0 0,0 1 1 0 0,0-1-1 0 0,-1 1 1 0 0,1-1 0 0 0,-1 0-1 0 0,-1 0 1 0 0,1 0-1 0 0,0 0 1 0 0,-1 0 0 0 0,0 0-1 0 0,0-1 1 0 0,0 1-1 0 0,0-1 1 0 0,-1 0 0 0 0,-4 4-1 0 0,3-4 10 0 0,0 0-1 0 0,0-1 0 0 0,0 0 0 0 0,0 0 0 0 0,-1 0 1 0 0,1-1-1 0 0,-1 0 0 0 0,1 0 0 0 0,-1 0 0 0 0,1-1 1 0 0,-1 1-1 0 0,1-1 0 0 0,-1-1 0 0 0,-5 0 0 0 0,-5-1-182 0 0,1-1 1 0 0,1 0-1 0 0,-1-1 0 0 0,0-1 0 0 0,-18-8 0 0 0,24 7-2603 0 0,6 0-2150 0 0,2 5 4286 0 0,1 0 1 0 0,0 1-1 0 0,-1-1 1 0 0,1 0-1 0 0,0 0 1 0 0,0 0 0 0 0,0 0-1 0 0,0 1 1 0 0,0-1-1 0 0,0 0 1 0 0,0 0-1 0 0,0-1 1 0 0,1-5-4173 0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6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247 445 4112 0 0,'0'-4'338'0'0,"-1"0"0"0"0,1-1 0 0 0,0 1 0 0 0,-1 0 0 0 0,0 0 0 0 0,0 0-1 0 0,0 0 1 0 0,-1 0 0 0 0,1 0 0 0 0,-1 0 0 0 0,0 0 0 0 0,0 1 0 0 0,0-1-1 0 0,-1 1 1 0 0,1-1 0 0 0,-1 1 0 0 0,0 0 0 0 0,0 0 0 0 0,0 0 0 0 0,0 0 0 0 0,0 1-1 0 0,-1-1 1 0 0,1 1 0 0 0,-1 0 0 0 0,0 0 0 0 0,1 0 0 0 0,-1 0 0 0 0,0 1-1 0 0,0-1 1 0 0,0 1 0 0 0,-5-1 0 0 0,4 2-104 0 0,0-1 0 0 0,-1 0 0 0 0,1 1 0 0 0,0 0 0 0 0,0 0-1 0 0,0 1 1 0 0,-1-1 0 0 0,1 1 0 0 0,0 0 0 0 0,0 1 0 0 0,0-1 0 0 0,0 1 0 0 0,0 0 0 0 0,1 0-1 0 0,-1 0 1 0 0,0 1 0 0 0,1 0 0 0 0,0 0 0 0 0,0 0 0 0 0,0 0 0 0 0,0 1 0 0 0,0-1 0 0 0,0 1-1 0 0,1 0 1 0 0,-4 5 0 0 0,1 1-20 0 0,1 0-1 0 0,0 0 1 0 0,0 1-1 0 0,1-1 1 0 0,1 1-1 0 0,-1 0 1 0 0,2 0-1 0 0,-1 0 1 0 0,2 1-1 0 0,0-1 1 0 0,0 23-1 0 0,1-29-185 0 0,0 0-1 0 0,1 0 1 0 0,0 0-1 0 0,0-1 1 0 0,0 1-1 0 0,0 0 1 0 0,1-1 0 0 0,0 1-1 0 0,0-1 1 0 0,0 1-1 0 0,0-1 1 0 0,1 0-1 0 0,0 0 1 0 0,-1 0-1 0 0,2 0 1 0 0,-1 0-1 0 0,0-1 1 0 0,1 0-1 0 0,-1 1 1 0 0,1-1-1 0 0,0-1 1 0 0,0 1-1 0 0,1 0 1 0 0,-1-1-1 0 0,0 0 1 0 0,1 0-1 0 0,-1 0 1 0 0,1-1-1 0 0,0 1 1 0 0,7 0-1 0 0,9 1-2 0 0,-1-1 0 0 0,0-1 0 0 0,0-1 0 0 0,0 0 0 0 0,1-2 0 0 0,-1 0 0 0 0,0-2 0 0 0,-1 0 0 0 0,1-1 0 0 0,-1-1 0 0 0,0-1 0 0 0,0 0 0 0 0,0-1 0 0 0,17-12 0 0 0,-20 11-42 0 0,-1-1 0 0 0,-1 0 1 0 0,1-1-1 0 0,-2 0 0 0 0,0-2 0 0 0,0 1 0 0 0,-1-1 0 0 0,0-1 0 0 0,-2 0 0 0 0,1-1 0 0 0,-2 0 0 0 0,0 0 0 0 0,-1-1 0 0 0,0 0 0 0 0,-1-1 0 0 0,5-22 0 0 0,-5 12-15 0 0,-1 0 1 0 0,-1 0-1 0 0,-2-1 1 0 0,0 1-1 0 0,-2-1 1 0 0,-1 0 0 0 0,-2 0-1 0 0,-6-40 1 0 0,7 64 31 0 0,0 1 1 0 0,0 0 0 0 0,0 0-1 0 0,0-1 1 0 0,-1 1 0 0 0,1 0-1 0 0,-1 0 1 0 0,0 0 0 0 0,0 0-1 0 0,0 0 1 0 0,0 1 0 0 0,0-1-1 0 0,-1 1 1 0 0,1-1 0 0 0,-1 1-1 0 0,0 0 1 0 0,1 0 0 0 0,-1 0-1 0 0,0 0 1 0 0,0 1 0 0 0,-5-3-1 0 0,5 4 2 0 0,1-1 0 0 0,-1 1-1 0 0,1 0 1 0 0,0 0-1 0 0,-1 0 1 0 0,1 0 0 0 0,-1 0-1 0 0,1 0 1 0 0,0 1-1 0 0,-1-1 1 0 0,1 1 0 0 0,0 0-1 0 0,0 0 1 0 0,-1 0-1 0 0,1 0 1 0 0,0 0 0 0 0,0 0-1 0 0,0 0 1 0 0,0 1-1 0 0,0-1 1 0 0,0 1 0 0 0,1 0-1 0 0,-1-1 1 0 0,0 1-1 0 0,1 0 1 0 0,-1 0 0 0 0,1 0-1 0 0,0 0 1 0 0,0 0-1 0 0,0 0 1 0 0,-2 4 0 0 0,-2 6 7 0 0,-1 1 0 0 0,2 0 0 0 0,0 0 1 0 0,0 0-1 0 0,2 1 0 0 0,-3 21 0 0 0,1 89 70 0 0,4-67-32 0 0,-1 27 96 0 0,11 93 0 0 0,-9-170-127 0 0,0 0 1 0 0,0 0-1 0 0,1 0 1 0 0,0 0-1 0 0,0 0 1 0 0,1 0-1 0 0,3 6 1 0 0,-6-12-15 0 0,1 0 1 0 0,-1 0-1 0 0,1 0 1 0 0,0 0 0 0 0,0 0-1 0 0,0 0 1 0 0,0 0-1 0 0,-1 0 1 0 0,1 0-1 0 0,0 0 1 0 0,1 0 0 0 0,-1 0-1 0 0,0-1 1 0 0,0 1-1 0 0,0 0 1 0 0,0-1-1 0 0,1 1 1 0 0,-1-1 0 0 0,0 0-1 0 0,0 1 1 0 0,1-1-1 0 0,-1 0 1 0 0,0 0 0 0 0,1 0-1 0 0,-1 0 1 0 0,0 0-1 0 0,1 0 1 0 0,-1 0-1 0 0,0 0 1 0 0,0 0 0 0 0,1-1-1 0 0,-1 1 1 0 0,0 0-1 0 0,1-1 1 0 0,-1 1-1 0 0,0-1 1 0 0,0 0 0 0 0,0 1-1 0 0,0-1 1 0 0,0 0-1 0 0,0 0 1 0 0,0 1-1 0 0,0-1 1 0 0,1-1 0 0 0,8-7-1 0 0,0 1 1 0 0,-1-2-1 0 0,-1 1 1 0 0,1-1 0 0 0,-1 0-1 0 0,12-23 1 0 0,32-73-50 0 0,-32 60 36 0 0,-14 31 2 0 0,-5 11 8 0 0,1 0 0 0 0,0 0 0 0 0,0 0 1 0 0,0 1-1 0 0,0-1 0 0 0,0 0 0 0 0,4-3 0 0 0,-2 26 29 0 0,-4-4-18 0 0,4 101 128 0 0,-2-101-102 0 0,0 0 0 0 0,1 0 0 0 0,0 0 0 0 0,2 0 0 0 0,8 21 0 0 0,-12-33-23 0 0,1 0-1 0 0,0 1 0 0 0,0-1 0 0 0,0 0 0 0 0,0 0 0 0 0,0 0 1 0 0,0 0-1 0 0,1 0 0 0 0,0-1 0 0 0,-1 1 0 0 0,1-1 1 0 0,0 0-1 0 0,0 1 0 0 0,1-1 0 0 0,-1-1 0 0 0,0 1 1 0 0,0 0-1 0 0,8 1 0 0 0,-5-1-2 0 0,-1-2 1 0 0,1 1-1 0 0,0-1 1 0 0,0 0-1 0 0,-1 0 1 0 0,1 0-1 0 0,0-1 1 0 0,0 0-1 0 0,-1 0 1 0 0,1 0-1 0 0,6-3 1 0 0,0-1-21 0 0,0 1 0 0 0,-1-2 0 0 0,0 0 0 0 0,0 0 0 0 0,0-1 0 0 0,-1 0 0 0 0,0-1 0 0 0,-1 0 0 0 0,0-1 0 0 0,14-15 0 0 0,-17 14-31 0 0,1-1 1 0 0,-2 0-1 0 0,8-19 0 0 0,7-12-128 0 0,-17 110-289 0 0,-3-68 457 0 0,0 13-41 0 0,0 0-1 0 0,1 0 0 0 0,0 0 0 0 0,1-1 0 0 0,6 24 1 0 0,-7-33 39 0 0,0 0 0 0 0,0 0 1 0 0,0-1-1 0 0,1 1 0 0 0,-1-1 1 0 0,1 1-1 0 0,0-1 0 0 0,0 0 1 0 0,0 1-1 0 0,0-1 0 0 0,0 0 0 0 0,0 0 1 0 0,1-1-1 0 0,-1 1 0 0 0,1 0 1 0 0,-1-1-1 0 0,1 1 0 0 0,0-1 1 0 0,-1 0-1 0 0,1 0 0 0 0,0 0 1 0 0,0 0-1 0 0,0 0 0 0 0,0-1 1 0 0,0 0-1 0 0,0 1 0 0 0,-1-1 1 0 0,1 0-1 0 0,0 0 0 0 0,0 0 1 0 0,4-2-1 0 0,6 1 23 0 0,-1-1 0 0 0,0-1 1 0 0,1 0-1 0 0,-1 0 0 0 0,-1-2 1 0 0,1 1-1 0 0,14-9 0 0 0,-22 11 2 0 0,0 0 1 0 0,1-1-1 0 0,-1 0 0 0 0,0 0 0 0 0,0 0 1 0 0,0 0-1 0 0,-1 0 0 0 0,1-1 0 0 0,-1 0 1 0 0,0 0-1 0 0,0 0 0 0 0,0 0 0 0 0,0 0 1 0 0,-1 0-1 0 0,0-1 0 0 0,0 0 0 0 0,0 1 1 0 0,0-1-1 0 0,-1 0 0 0 0,2-9 0 0 0,-3 8-3 0 0,1 0 0 0 0,-2 0 0 0 0,1 0 0 0 0,-1 0 0 0 0,1 0 0 0 0,-2 1 0 0 0,1-1 0 0 0,-1 0 0 0 0,0 0 0 0 0,0 1-1 0 0,0-1 1 0 0,-1 1 0 0 0,0 0 0 0 0,0 0 0 0 0,0 0 0 0 0,-1 0 0 0 0,1 0 0 0 0,-1 1 0 0 0,0-1 0 0 0,-1 1 0 0 0,1 0 0 0 0,-1 0 0 0 0,0 1-1 0 0,0-1 1 0 0,0 1 0 0 0,0 0 0 0 0,0 1 0 0 0,-1-1 0 0 0,1 1 0 0 0,-1 0 0 0 0,0 1 0 0 0,0-1 0 0 0,-9 0 0 0 0,-3 0-57 0 0,0 1-1 0 0,-25 1 1 0 0,37 1 2 0 0,0-1 0 0 0,0 1 0 0 0,0 1 0 0 0,0-1 0 0 0,0 1-1 0 0,0 0 1 0 0,0 1 0 0 0,1-1 0 0 0,-1 1 0 0 0,-8 7 0 0 0,13-10 20 0 0,0 1 1 0 0,0-1 0 0 0,0 1 0 0 0,0-1 0 0 0,1 1-1 0 0,-1 0 1 0 0,0 0 0 0 0,0-1 0 0 0,1 1-1 0 0,-1 0 1 0 0,0 0 0 0 0,1 0 0 0 0,-1 0 0 0 0,1 0-1 0 0,-1 0 1 0 0,1 0 0 0 0,0 0 0 0 0,-1 2-1 0 0,1-3 6 0 0,0 1-1 0 0,0-1 0 0 0,1 0 0 0 0,-1 1 1 0 0,0-1-1 0 0,0 1 0 0 0,1-1 0 0 0,-1 1 0 0 0,0-1 1 0 0,0 1-1 0 0,1-1 0 0 0,-1 0 0 0 0,1 1 0 0 0,-1-1 1 0 0,0 0-1 0 0,1 1 0 0 0,-1-1 0 0 0,1 0 0 0 0,-1 0 1 0 0,1 1-1 0 0,-1-1 0 0 0,1 0 0 0 0,-1 0 1 0 0,1 0-1 0 0,0 1 0 0 0,3 0-19 0 0,0-1 0 0 0,1 1 1 0 0,-1-1-1 0 0,0 0 0 0 0,0 0 0 0 0,0 0 1 0 0,0 0-1 0 0,6-2 0 0 0,74-20-108 0 0,-34 8 104 0 0,1 3 0 0 0,53-6 0 0 0,-101 16 36 0 0,0 1 1 0 0,1-1 0 0 0,-1 1 0 0 0,0 0 0 0 0,1 0 0 0 0,-1 1 0 0 0,1-1 0 0 0,-1 1 0 0 0,0 0 0 0 0,1-1 0 0 0,-1 1 0 0 0,0 1-1 0 0,0-1 1 0 0,0 0 0 0 0,0 1 0 0 0,0 0 0 0 0,0 0 0 0 0,0-1 0 0 0,-1 2 0 0 0,1-1 0 0 0,-1 0 0 0 0,1 0 0 0 0,-1 1 0 0 0,0 0-1 0 0,0-1 1 0 0,0 1 0 0 0,0 0 0 0 0,0 0 0 0 0,-1 0 0 0 0,1 0 0 0 0,-1 0 0 0 0,0 0 0 0 0,0 1 0 0 0,1 3 0 0 0,1 12 42 0 0,0 0 0 0 0,-2 0 0 0 0,0 0 0 0 0,-1-1 0 0 0,-3 22 0 0 0,1 4 173 0 0,3-47-201 0 0,1-1 1 0 0,-1 1-1 0 0,1-1 0 0 0,0 1 0 0 0,0 0 0 0 0,0 0 1 0 0,0 0-1 0 0,0 0 0 0 0,4-4 0 0 0,2-2 9 0 0,-7 7-25 0 0,100-129 95 0 0,-83 110-65 0 0,2 0 1 0 0,0 2-1 0 0,43-33 0 0 0,-58 49-13 0 0,1-1-1 0 0,-1 1 1 0 0,1 0 0 0 0,0 0-1 0 0,-1 1 1 0 0,1 0-1 0 0,1 0 1 0 0,-1 0 0 0 0,0 1-1 0 0,0 0 1 0 0,1 0-1 0 0,8 0 1 0 0,-11 1 7 0 0,-1 1 0 0 0,0-1 0 0 0,1 1 0 0 0,-1-1 0 0 0,0 1 0 0 0,1 0 1 0 0,-1 1-1 0 0,0-1 0 0 0,0 0 0 0 0,0 1 0 0 0,0 0 0 0 0,0 0 0 0 0,0 0 0 0 0,-1 0 0 0 0,1 0 0 0 0,0 0 1 0 0,-1 1-1 0 0,0-1 0 0 0,0 1 0 0 0,0 0 0 0 0,0 0 0 0 0,0-1 0 0 0,0 1 0 0 0,1 5 0 0 0,4 7 156 0 0,0 0-1 0 0,-1 1 1 0 0,-1-1 0 0 0,5 28-1 0 0,-9-38-291 0 0,0 0 0 0 0,-1 0 1 0 0,1 0-1 0 0,-1 0 0 0 0,0 0 0 0 0,-1 0 0 0 0,1 0 0 0 0,-1 0 1 0 0,0 0-1 0 0,0 0 0 0 0,-1-1 0 0 0,0 1 0 0 0,1 0 0 0 0,-1-1 0 0 0,-1 1 1 0 0,1-1-1 0 0,-1 1 0 0 0,0-1 0 0 0,-5 6 0 0 0,-40 36-14416 0 0,26-27 9442 0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6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6549 0 0,'9'1'8421'0'0,"17"-1"-6438"0"0,-21 0-557 0 0,5 0-1201 0 0,32 1 3710 0 0,-28 0-7711 0 0,0 1-5754 0 0,-6 1 4917 0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6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27 5953 0 0,'0'0'1012'0'0,"6"0"28"0"0,0-1 60 0 0,8-1 52 0 0,-5 0 60 0 0,8-2 36 0 0,-5 2 20 0 0,2-2 16 0 0,3 1 5 0 0,-2 0-1 0 0,-4 2 4 0 0,-3-3-76 0 0,-1 4-84 0 0,-5 0 708 0 0,1 8-6492 0 0,-6-1-17 0 0,-3-1 1 0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6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 22 4092 0 0,'-10'-12'3595'0'0,"1"3"827"0"0,9 9-4337 0 0,0 0 0 0 0,-1 0 0 0 0,1 0-1 0 0,0 1 1 0 0,-1-1 0 0 0,1 0 0 0 0,0 1 0 0 0,-1-1 0 0 0,1 0-1 0 0,0 1 1 0 0,0-1 0 0 0,0 0 0 0 0,-1 1 0 0 0,1-1 0 0 0,0 0-1 0 0,0 1 1 0 0,0-1 0 0 0,0 1 0 0 0,0-1 0 0 0,-1 0 0 0 0,1 1-1 0 0,0-1 1 0 0,0 1 0 0 0,0-1 0 0 0,0 1 0 0 0,0-1 0 0 0,0 0-1 0 0,1 1 1 0 0,-1-1 0 0 0,0 1 0 0 0,0-1 0 0 0,0 0 0 0 0,0 1-1 0 0,10 165 5360 0 0,0-93-5210 0 0,4-1 0 0 0,2-1 1 0 0,34 94-1 0 0,-47-157-204 0 0,2 4 17 0 0,-1 0 1 0 0,2 0-1 0 0,6 12 0 0 0,-11-22-22 0 0,0 0 1 0 0,0 0-1 0 0,1 0 1 0 0,-1-1-1 0 0,1 1 1 0 0,-1 0-1 0 0,1 0 1 0 0,-1-1-1 0 0,1 1 0 0 0,0-1 1 0 0,0 0-1 0 0,0 1 1 0 0,0-1-1 0 0,0 0 1 0 0,0 0-1 0 0,0 0 1 0 0,0 0-1 0 0,0-1 1 0 0,0 1-1 0 0,1-1 1 0 0,-1 1-1 0 0,0-1 0 0 0,0 0 1 0 0,3 1-1 0 0,-2-2 20 0 0,0 0-1 0 0,0 0 1 0 0,-1-1-1 0 0,1 1 1 0 0,0 0-1 0 0,-1-1 0 0 0,1 0 1 0 0,-1 1-1 0 0,0-1 1 0 0,0 0-1 0 0,1 0 1 0 0,-1-1-1 0 0,0 1 0 0 0,-1 0 1 0 0,1-1-1 0 0,0 1 1 0 0,-1-1-1 0 0,1 1 1 0 0,-1-1-1 0 0,1-3 0 0 0,5-9 196 0 0,-2 1 0 0 0,6-21 0 0 0,3-23 481 0 0,5-63 1 0 0,-11 61-38 0 0,17-58 0 0 0,-25 116-703 0 0,1 0-1 0 0,-1 0 1 0 0,1-1-1 0 0,0 1 1 0 0,-1 0-1 0 0,1 0 1 0 0,0 0-1 0 0,1 0 1 0 0,-1 0-1 0 0,0 1 1 0 0,0-1-1 0 0,1 0 1 0 0,-1 1-1 0 0,1-1 1 0 0,0 1-1 0 0,-1-1 1 0 0,1 1-1 0 0,0-1 1 0 0,0 1-1 0 0,0 0 1 0 0,2-1-1 0 0,19 0-4704 0 0,4 11-6635 0 0,-13-2 6274 0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6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5368 0 0,'0'0'6037'0'0,"3"2"-4981"0"0,1-2 16 0 0,1 0 4 0 0,-5 2-36 0 0,8-1-71 0 0,-4 3-89 0 0,-2 1-176 0 0,4 3-956 0 0,-3 2-3337 0 0,-1 3 1 0 0,-2 2 0 0 0,0 5-1 0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6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5336 0 0,'0'0'4945'0'0,"0"2"-3913"0"0,0 0 16 0 0,2 2-16 0 0,1 2-56 0 0,1-1-120 0 0,1 5-696 0 0,-2-3-3236 0 0,2 3 0 0 0,1 1 0 0 0,-3-1-1 0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6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198 77 4224 0 0,'0'-5'684'0'0,"0"0"-1"0"0,0 0 1 0 0,-1 0-1 0 0,0 0 0 0 0,0 0 1 0 0,0 0-1 0 0,0 0 0 0 0,-1 0 1 0 0,-2-6-1 0 0,3 9-528 0 0,0 1-1 0 0,0-1 1 0 0,-1 1-1 0 0,1-1 1 0 0,0 1-1 0 0,0 0 1 0 0,-1 0-1 0 0,1 0 1 0 0,0 0 0 0 0,-1 0-1 0 0,1 0 1 0 0,-1 0-1 0 0,0 0 1 0 0,1 1-1 0 0,-1-1 1 0 0,0 0-1 0 0,1 1 1 0 0,-1 0-1 0 0,0-1 1 0 0,1 1 0 0 0,-1 0-1 0 0,0 0 1 0 0,0 0-1 0 0,0 0 1 0 0,1 0-1 0 0,-1 0 1 0 0,0 0-1 0 0,1 1 1 0 0,-1-1-1 0 0,0 1 1 0 0,-2 0-1 0 0,-3 2 188 0 0,0 0 0 0 0,0 0 0 0 0,0 1 0 0 0,0 0 0 0 0,1 0 0 0 0,-1 0 0 0 0,1 1 0 0 0,0 0 0 0 0,1 0 0 0 0,-1 1 0 0 0,1 0 0 0 0,0 0 0 0 0,1 0 0 0 0,-1 0 0 0 0,1 1 0 0 0,0-1 0 0 0,1 1 0 0 0,0 0 0 0 0,-3 8 0 0 0,0 0-129 0 0,2-1-1 0 0,0 1 1 0 0,0 0-1 0 0,2 0 1 0 0,-1 0-1 0 0,2 0 1 0 0,0 0-1 0 0,3 27 1 0 0,-1-30-116 0 0,1 0 1 0 0,0 0-1 0 0,1 0 1 0 0,0-1-1 0 0,1 1 0 0 0,1-1 1 0 0,6 14-1 0 0,-8-21-116 0 0,-1 1 0 0 0,1-1 0 0 0,0 0 0 0 0,1 0-1 0 0,-1 0 1 0 0,1 0 0 0 0,-1 0 0 0 0,1-1-1 0 0,0 1 1 0 0,1-1 0 0 0,-1 0 0 0 0,0-1 0 0 0,1 1-1 0 0,0-1 1 0 0,-1 0 0 0 0,1 0 0 0 0,0 0 0 0 0,10 2-1 0 0,32 2-2076 0 0,-38-5-144 0 0,0-1 1 0 0,0 0-1 0 0,0 0 1 0 0,0-1-1 0 0,16-3 1 0 0,-1-4-2578 0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6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155 68 4232 0 0,'-1'-5'504'0'0,"-1"1"0"0"0,1 0 0 0 0,-1 0 0 0 0,0 0 0 0 0,0 0 0 0 0,0 0 0 0 0,-1 1 0 0 0,1-1 0 0 0,-1 1 0 0 0,0-1 0 0 0,0 1 0 0 0,0 0 0 0 0,-1 0 0 0 0,1 1 0 0 0,-1-1 0 0 0,0 0 0 0 0,1 1 0 0 0,-7-3 0 0 0,9 5-370 0 0,-1 0-1 0 0,1 0 1 0 0,-1 0 0 0 0,1 0 0 0 0,-1 0-1 0 0,1 0 1 0 0,-1 1 0 0 0,1-1 0 0 0,-1 0 0 0 0,1 1-1 0 0,0-1 1 0 0,-1 1 0 0 0,1-1 0 0 0,0 1-1 0 0,-1 0 1 0 0,1 0 0 0 0,0 0 0 0 0,0-1-1 0 0,0 1 1 0 0,-1 0 0 0 0,1 0 0 0 0,0 1-1 0 0,0-1 1 0 0,1 0 0 0 0,-1 0 0 0 0,0 0-1 0 0,0 1 1 0 0,0-1 0 0 0,0 3 0 0 0,-18 45 2148 0 0,17-44-1945 0 0,-9 37 598 0 0,2 1 1 0 0,1 0 0 0 0,-3 63-1 0 0,11-105-924 0 0,0 0-1 0 0,-1 1 1 0 0,1-1-1 0 0,0 1 1 0 0,0-1-1 0 0,0 1 1 0 0,1-1-1 0 0,-1 0 1 0 0,0 1 0 0 0,0-1-1 0 0,1 0 1 0 0,-1 1-1 0 0,1-1 1 0 0,-1 0-1 0 0,1 1 1 0 0,0-1-1 0 0,-1 0 1 0 0,1 0-1 0 0,0 1 1 0 0,0-1-1 0 0,0 0 1 0 0,0 0-1 0 0,2 1 1 0 0,-2-1-12 0 0,1 0-1 0 0,-1-1 1 0 0,1 0 0 0 0,0 1 0 0 0,-1-1-1 0 0,1 0 1 0 0,-1 0 0 0 0,1 0 0 0 0,0 0-1 0 0,-1 0 1 0 0,1 0 0 0 0,0-1-1 0 0,-1 1 1 0 0,1 0 0 0 0,-1-1 0 0 0,4-1-1 0 0,3-1-44 0 0,0-1 0 0 0,0 0 0 0 0,-1-1-1 0 0,0 1 1 0 0,1-2 0 0 0,6-6 0 0 0,-4 1-22 0 0,-1 0 0 0 0,0-1 0 0 0,-1 0 0 0 0,0-1 0 0 0,-1 0 0 0 0,0 0-1 0 0,-1 0 1 0 0,0-1 0 0 0,-1 0 0 0 0,-1 0 0 0 0,3-20 0 0 0,-5 26 36 0 0,3-10-83 0 0,-3 33 146 0 0,-4 58 261 0 0,1-28 56 0 0,5 68 1 0 0,-4-109-299 0 0,1 1-1 0 0,0-1 0 0 0,0 0 1 0 0,0 0-1 0 0,0 1 1 0 0,1-1-1 0 0,-1 0 1 0 0,1 0-1 0 0,0 0 0 0 0,0-1 1 0 0,1 1-1 0 0,-1 0 1 0 0,1-1-1 0 0,4 5 1 0 0,-5-7-261 0 0,0 1 1 0 0,0 0 0 0 0,1-1 0 0 0,-1 1 0 0 0,1-1-1 0 0,-1 0 1 0 0,1 1 0 0 0,-1-1 0 0 0,6 1 0 0 0,-4-2-972 0 0,1 1 0 0 0,-1-1 0 0 0,0 1 0 0 0,1-1 0 0 0,-1-1 0 0 0,0 1 0 0 0,7-2 0 0 0,23-6-7436 0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6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137 13 4224 0 0,'-5'-12'5420'0'0,"3"12"-5227"0"0,1-1 1 0 0,-1 1 0 0 0,0 0 0 0 0,0 0 0 0 0,1 0 0 0 0,-1 0 0 0 0,0 1 0 0 0,1-1 0 0 0,-1 0-1 0 0,0 1 1 0 0,0-1 0 0 0,1 1 0 0 0,-1-1 0 0 0,1 1 0 0 0,-1 0 0 0 0,1 0 0 0 0,-1 0 0 0 0,1 0-1 0 0,-1 0 1 0 0,1 0 0 0 0,-3 3 0 0 0,-27 27 1981 0 0,24-23-1691 0 0,0 1 0 0 0,1 0 0 0 0,0 1 0 0 0,0 0 0 0 0,1 0 0 0 0,0 0 0 0 0,1 0-1 0 0,0 1 1 0 0,1 0 0 0 0,0-1 0 0 0,1 1 0 0 0,0 1 0 0 0,1-1 0 0 0,0 14 0 0 0,1-23-440 0 0,0 1 0 0 0,0-1 1 0 0,1 1-1 0 0,-1 0 0 0 0,1-1 1 0 0,0 1-1 0 0,0-1 0 0 0,0 1 1 0 0,0-1-1 0 0,0 0 0 0 0,0 1 1 0 0,1-1-1 0 0,-1 0 0 0 0,1 0 1 0 0,-1 0-1 0 0,1 0 0 0 0,0 0 1 0 0,0 0-1 0 0,0-1 0 0 0,3 3 1 0 0,-1-2 10 0 0,0 0 1 0 0,0 0-1 0 0,0-1 1 0 0,0 1-1 0 0,0-1 1 0 0,1 0-1 0 0,-1 0 1 0 0,1-1-1 0 0,-1 1 1 0 0,9-1-1 0 0,6-2-374 0 0,0 0-1 0 0,0-1 0 0 0,0-1 0 0 0,24-9 0 0 0,-34 10-2415 0 0,0 0 0 0 0,-1-1 0 0 0,1 0-1 0 0,13-8 1 0 0,-7 0-2066 0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6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592 15 4768 0 0,'-24'-6'5461'0'0,"20"4"-5055"0"0,0 1-1 0 0,-1-1 1 0 0,1 1 0 0 0,0 0-1 0 0,0 0 1 0 0,-6 0 0 0 0,-9 2 413 0 0,0 0 0 0 0,0 1 1 0 0,0 1-1 0 0,1 1 0 0 0,-1 1 1 0 0,1 0-1 0 0,0 2 0 0 0,-32 15 1 0 0,-46 31-11 0 0,9 3-4415 0 0,-15 16-5211 0 0,53-35 4408 0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7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315 65 4424 0 0,'0'-3'292'0'0,"0"1"-1"0"0,0-1 0 0 0,0 1 1 0 0,0-1-1 0 0,-1 0 0 0 0,1 1 1 0 0,-1-1-1 0 0,0 1 0 0 0,1-1 1 0 0,-1 1-1 0 0,0 0 0 0 0,-1-1 1 0 0,1 1-1 0 0,0 0 0 0 0,-1 0 1 0 0,1 0-1 0 0,-1 0 0 0 0,0 0 1 0 0,1 0-1 0 0,-4-2 0 0 0,1 2-47 0 0,1 0 0 0 0,0 0-1 0 0,-1 1 1 0 0,1-1-1 0 0,-1 1 1 0 0,0 0-1 0 0,1 0 1 0 0,-1 0-1 0 0,0 1 1 0 0,1-1-1 0 0,-1 1 1 0 0,-6 0-1 0 0,-2 1 148 0 0,1 1 1 0 0,0 0-1 0 0,0 0 0 0 0,0 1 0 0 0,0 0 0 0 0,1 1 1 0 0,-1 0-1 0 0,-15 9 0 0 0,13-4 172 0 0,1-1-1 0 0,0 2 1 0 0,0 0 0 0 0,1 0 0 0 0,-14 16 0 0 0,21-21-369 0 0,0 0 0 0 0,0 0 1 0 0,0 1-1 0 0,1-1 1 0 0,0 1-1 0 0,0 0 0 0 0,0 0 1 0 0,1 0-1 0 0,-1 0 0 0 0,1 0 1 0 0,1 0-1 0 0,0 1 1 0 0,-1-1-1 0 0,1 14 0 0 0,1-19-166 0 0,1 1 0 0 0,-1 0-1 0 0,1 0 1 0 0,0-1 0 0 0,-1 1-1 0 0,1-1 1 0 0,0 1 0 0 0,0 0-1 0 0,0-1 1 0 0,0 1 0 0 0,1-1-1 0 0,-1 0 1 0 0,0 1-1 0 0,0-1 1 0 0,1 0 0 0 0,-1 0-1 0 0,1 0 1 0 0,-1 0 0 0 0,1 0-1 0 0,-1 0 1 0 0,1 0 0 0 0,0-1-1 0 0,-1 1 1 0 0,1 0 0 0 0,0-1-1 0 0,0 0 1 0 0,0 1-1 0 0,-1-1 1 0 0,1 0 0 0 0,0 0-1 0 0,3 0 1 0 0,6 1 39 0 0,0-1-1 0 0,-1 0 1 0 0,21-4 0 0 0,-12 1-387 0 0,0-1 0 0 0,0-1 0 0 0,0 0 0 0 0,-1-2 0 0 0,0 0 1 0 0,0-1-1 0 0,18-11 0 0 0,11-16-4444 0 0,-6-9-3597 0 0,-20 14 3872 0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7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129 99 4056 0 0,'-6'-10'1159'0'0,"-1"-1"0"0"0,0 2 0 0 0,0-1 0 0 0,-11-10 0 0 0,14 16-740 0 0,0 0 0 0 0,0 0 0 0 0,0 1 0 0 0,-1-1 0 0 0,1 1 0 0 0,-1 0 0 0 0,0 0 0 0 0,0 1 0 0 0,0-1 0 0 0,0 1 0 0 0,-5-1 0 0 0,9 3-301 0 0,0 0 1 0 0,1-1-1 0 0,-1 1 0 0 0,1 0 0 0 0,-1 0 0 0 0,0 1 0 0 0,1-1 0 0 0,-1 0 0 0 0,1 0 0 0 0,-1 0 0 0 0,0 0 0 0 0,1 0 0 0 0,-1 1 0 0 0,1-1 1 0 0,-1 0-1 0 0,1 0 0 0 0,-1 1 0 0 0,1-1 0 0 0,-1 1 0 0 0,1-1 0 0 0,-1 0 0 0 0,1 1 0 0 0,-1-1 0 0 0,1 1 0 0 0,0-1 0 0 0,-1 1 0 0 0,1-1 1 0 0,-1 1-1 0 0,-5 23 2071 0 0,5 28 357 0 0,1-48-2256 0 0,8 137 1621 0 0,46 237-1 0 0,-50-360-1847 0 0,18 71 165 0 0,-20-80-248 0 0,1 0 0 0 0,1-1 0 0 0,0 1 0 0 0,0-1-1 0 0,0 0 1 0 0,1 0 0 0 0,9 11 0 0 0,-13-17-25 0 0,1-1 1 0 0,0 1-1 0 0,-1 0 1 0 0,1-1 0 0 0,0 1-1 0 0,0-1 1 0 0,0 1-1 0 0,0-1 1 0 0,0 0-1 0 0,0 0 1 0 0,0 0-1 0 0,0 0 1 0 0,0 0 0 0 0,1 0-1 0 0,-1-1 1 0 0,0 1-1 0 0,1-1 1 0 0,-1 1-1 0 0,1-1 1 0 0,-1 0-1 0 0,4 0 1 0 0,-3-1-42 0 0,1 0 0 0 0,-1 0 1 0 0,1-1-1 0 0,-1 1 0 0 0,0-1 0 0 0,0 1 1 0 0,0-1-1 0 0,0 0 0 0 0,0 0 0 0 0,0 0 1 0 0,0-1-1 0 0,4-4 0 0 0,3-5-166 0 0,-1 0 0 0 0,0-1-1 0 0,-1 0 1 0 0,0 0 0 0 0,8-22 0 0 0,29-83-753 0 0,11-24 256 0 0,-56 141 752 0 0,1-1-1 0 0,-1 0 1 0 0,1 1-1 0 0,0-1 1 0 0,0 1-1 0 0,0 0 1 0 0,0-1 0 0 0,0 1-1 0 0,0 0 1 0 0,0-1-1 0 0,0 1 1 0 0,0 0-1 0 0,3-2 1 0 0,-3 3 8 0 0,0 1 0 0 0,-1-1 0 0 0,1 1 0 0 0,-1-1 1 0 0,1 0-1 0 0,-1 1 0 0 0,1-1 0 0 0,-1 1 0 0 0,1 0 0 0 0,-1-1 0 0 0,1 1 0 0 0,-1-1 1 0 0,0 1-1 0 0,1 0 0 0 0,-1-1 0 0 0,0 1 0 0 0,1 0 0 0 0,-1-1 0 0 0,0 1 0 0 0,0 0 1 0 0,0-1-1 0 0,0 1 0 0 0,0 0 0 0 0,0-1 0 0 0,0 1 0 0 0,0 0 0 0 0,0 0 0 0 0,0-1 0 0 0,0 1 1 0 0,0 1-1 0 0,1 166 1582 0 0,0 2 69 0 0,-1-167-1627 0 0,1 0 0 0 0,-1 0 0 0 0,1 0 0 0 0,0 0 0 0 0,-1 0 0 0 0,2 0 0 0 0,-1 0-1 0 0,0 0 1 0 0,0 0 0 0 0,1-1 0 0 0,-1 1 0 0 0,1-1 0 0 0,0 1 0 0 0,0-1 0 0 0,0 1 0 0 0,0-1 0 0 0,0 0-1 0 0,1 0 1 0 0,-1 0 0 0 0,1-1 0 0 0,-1 1 0 0 0,1 0 0 0 0,0-1 0 0 0,-1 0 0 0 0,1 1 0 0 0,0-1-1 0 0,0 0 1 0 0,0-1 0 0 0,0 1 0 0 0,0 0 0 0 0,0-1 0 0 0,4 1 0 0 0,0-1-70 0 0,-1 0 0 0 0,0 0 1 0 0,1 0-1 0 0,-1-1 0 0 0,0 0 1 0 0,0 0-1 0 0,1-1 0 0 0,-1 0 0 0 0,0 0 1 0 0,-1 0-1 0 0,1 0 0 0 0,0-1 1 0 0,-1 0-1 0 0,1 0 0 0 0,6-6 0 0 0,-1-2-136 0 0,0 0-1 0 0,0-1 1 0 0,-1-1-1 0 0,0 0 1 0 0,-1 0-1 0 0,-1-1 0 0 0,13-26 1 0 0,35-114-975 0 0,-38 100 624 0 0,-14 42 389 0 0,2-3-225 0 0,-2 32 218 0 0,-4 14 213 0 0,-1 0 0 0 0,-10 55 1 0 0,0 6 254 0 0,11-86-341 0 0,0 15 398 0 0,4-21-137 0 0,4-12-134 0 0,117-198 513 0 0,-122 206-615 0 0,0 0 0 0 0,0 0-1 0 0,0 1 1 0 0,0-1-1 0 0,0 1 1 0 0,1-1 0 0 0,-1 1-1 0 0,9-5 1 0 0,-12 8-10 0 0,1 0 1 0 0,-1-1-1 0 0,1 1 1 0 0,-1 0-1 0 0,1 0 0 0 0,0 0 1 0 0,-1 0-1 0 0,1-1 1 0 0,-1 1-1 0 0,1 0 0 0 0,-1 0 1 0 0,1 0-1 0 0,-1 0 1 0 0,1 0-1 0 0,0 0 1 0 0,-1 1-1 0 0,1-1 0 0 0,-1 0 1 0 0,1 0-1 0 0,-1 0 1 0 0,1 0-1 0 0,-1 1 0 0 0,1-1 1 0 0,-1 0-1 0 0,1 0 1 0 0,-1 1-1 0 0,1-1 0 0 0,0 1 1 0 0,0 0 1 0 0,0 1 1 0 0,-1 0 0 0 0,1-1 0 0 0,0 1-1 0 0,0 0 1 0 0,-1 0 0 0 0,1 0-1 0 0,-1-1 1 0 0,1 1 0 0 0,-1 0-1 0 0,0 0 1 0 0,0 0 0 0 0,0 2-1 0 0,-1 80 114 0 0,0-67-91 0 0,0 1-1 0 0,0-1 1 0 0,2 1 0 0 0,0-1-1 0 0,2 1 1 0 0,-1-1-1 0 0,11 32 1 0 0,-11-45-16 0 0,-1 0 1 0 0,1 0-1 0 0,0 0 0 0 0,1-1 1 0 0,-1 1-1 0 0,1-1 0 0 0,0 1 1 0 0,0-1-1 0 0,0 0 0 0 0,0 0 1 0 0,0 0-1 0 0,1 0 0 0 0,-1-1 1 0 0,1 0-1 0 0,-1 1 0 0 0,1-1 1 0 0,0-1-1 0 0,0 1 0 0 0,0 0 1 0 0,0-1-1 0 0,1 0 0 0 0,-1 0 1 0 0,0 0-1 0 0,0-1 0 0 0,1 1 1 0 0,-1-1-1 0 0,0 0 0 0 0,8-1 1 0 0,-5 0-2 0 0,0 0 1 0 0,0 0 0 0 0,0-1 0 0 0,0 0 0 0 0,0 0-1 0 0,0-1 1 0 0,-1 1 0 0 0,1-2 0 0 0,-1 1-1 0 0,0-1 1 0 0,0 0 0 0 0,0 0 0 0 0,0-1 0 0 0,-1 1-1 0 0,0-1 1 0 0,7-8 0 0 0,0-4-2 0 0,-1-1 0 0 0,-1 0 1 0 0,0 0-1 0 0,12-34 0 0 0,20-83 33 0 0,-35 110-33 0 0,12-37 8 0 0,-7 25 37 0 0,14-75-1 0 0,-26 112-49 0 0,0 0 0 0 0,1-1 0 0 0,-1 1-1 0 0,0-1 1 0 0,0 1 0 0 0,0 0 0 0 0,0-1 0 0 0,0 1-1 0 0,0-1 1 0 0,0 1 0 0 0,0 0 0 0 0,0-1-1 0 0,0 1 1 0 0,0-1 0 0 0,0 1 0 0 0,0-1-1 0 0,0 1 1 0 0,-1 0 0 0 0,1-1 0 0 0,0 1 0 0 0,0 0-1 0 0,0-1 1 0 0,-1 1 0 0 0,1-1 0 0 0,0 1-1 0 0,0 0 1 0 0,-1-1 0 0 0,1 1 0 0 0,0 0 0 0 0,-1 0-1 0 0,1-1 1 0 0,-1 1 0 0 0,-12 5 93 0 0,-12 19 17 0 0,11 2-55 0 0,1 1 0 0 0,1-1 1 0 0,2 2-1 0 0,-10 39 0 0 0,11-35 5 0 0,0-1 0 0 0,3 2 0 0 0,1-1 0 0 0,-2 46 0 0 0,7-75-55 0 0,0 0 0 0 0,0 0 0 0 0,0-1 0 0 0,0 1 0 0 0,1 0 0 0 0,-1 0-1 0 0,1-1 1 0 0,0 1 0 0 0,0-1 0 0 0,0 1 0 0 0,0 0 0 0 0,0-1-1 0 0,1 0 1 0 0,-1 1 0 0 0,1-1 0 0 0,-1 0 0 0 0,1 0 0 0 0,0 0 0 0 0,0 0-1 0 0,0 0 1 0 0,0 0 0 0 0,0 0 0 0 0,1-1 0 0 0,3 3 0 0 0,3 0 21 0 0,1 0 0 0 0,0-1 0 0 0,1 0 0 0 0,-1 0-1 0 0,14 1 1 0 0,-15-3-3 0 0,0 0-1 0 0,0 1 0 0 0,0 0 0 0 0,0 1 0 0 0,-1 0 0 0 0,1 0 0 0 0,-1 1 0 0 0,11 6 0 0 0,-17-8-9 0 0,1 0 0 0 0,-1 0 1 0 0,0 0-1 0 0,1 1 0 0 0,-1-1 0 0 0,0 1 0 0 0,-1 0 1 0 0,1 0-1 0 0,0-1 0 0 0,-1 1 0 0 0,1 0 1 0 0,-1 0-1 0 0,0 0 0 0 0,0 1 0 0 0,0-1 0 0 0,0 6 1 0 0,-1-7-37 0 0,0-1 0 0 0,0 1 0 0 0,0-1 0 0 0,0 1 1 0 0,-1-1-1 0 0,1 1 0 0 0,0-1 0 0 0,-1 0 0 0 0,0 1 0 0 0,1-1 1 0 0,-1 0-1 0 0,0 1 0 0 0,1-1 0 0 0,-1 0 0 0 0,0 0 1 0 0,0 1-1 0 0,0-1 0 0 0,0 0 0 0 0,0 0 0 0 0,0 0 0 0 0,-1 0 1 0 0,1-1-1 0 0,0 1 0 0 0,0 0 0 0 0,-1 0 0 0 0,1-1 0 0 0,0 1 1 0 0,-1-1-1 0 0,1 1 0 0 0,-1-1 0 0 0,1 0 0 0 0,0 1 1 0 0,-1-1-1 0 0,1 0 0 0 0,-1 0 0 0 0,1 0 0 0 0,-1 0 0 0 0,1 0 1 0 0,-3-1-1 0 0,-21-1-2996 0 0,22 2 1495 0 0,-1-1 0 0 0,1 0 1 0 0,0 0-1 0 0,-1-1 0 0 0,1 1 0 0 0,0-1 0 0 0,-1 1 1 0 0,-2-3-1 0 0,-5-5-3537 0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7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 5056 0 0,'5'-1'4852'0'0,"20"0"-1891"0"0,-20 2-2653 0 0,0 1 0 0 0,0 1 0 0 0,0-1-1 0 0,0 1 1 0 0,-1-1 0 0 0,1 1 0 0 0,-1 1 0 0 0,1-1-1 0 0,-1 0 1 0 0,0 1 0 0 0,-1 0 0 0 0,1 0-1 0 0,-1 0 1 0 0,1 1 0 0 0,-1-1 0 0 0,-1 1 0 0 0,1 0-1 0 0,2 6 1 0 0,-3-7-488 0 0,-1 0 0 0 0,0 0 0 0 0,0 1 0 0 0,0-1 0 0 0,0 0 0 0 0,-1 1 0 0 0,0-1 0 0 0,1 0 0 0 0,-2 9 0 0 0,0-9-560 0 0,0 1-1 0 0,0-1 0 0 0,-1 0 1 0 0,1 0-1 0 0,-1 0 0 0 0,0 0 0 0 0,1 0 1 0 0,-2-1-1 0 0,1 1 0 0 0,0-1 0 0 0,-4 4 1 0 0,-13 16-3273 0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7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0 144 5112 0 0,'0'0'905'0'0,"0"-2"55"0"0,0 0 16 0 0,0-1 40 0 0,0-4 12 0 0,8-1 24 0 0,7 0 16 0 0,37-17 1068 0 0,-18 14-1068 0 0,8-5-16 0 0,10 3-67 0 0,9 0-141 0 0,4 3-796 0 0,1 2-3697 0 0,-3 0 1 0 0,0 1 0 0 0,-3 5-1 0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7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93 129 4112 0 0,'0'-18'1679'0'0,"0"6"-719"0"0,0 0 1 0 0,0 0 0 0 0,-1 0 0 0 0,0 0 0 0 0,-1 0 0 0 0,-5-16 0 0 0,7 27-893 0 0,0 1-1 0 0,0-1 0 0 0,-1 1 1 0 0,1-1-1 0 0,0 1 0 0 0,0 0 1 0 0,0-1-1 0 0,0 1 1 0 0,-1-1-1 0 0,1 1 0 0 0,0-1 1 0 0,0 1-1 0 0,0 0 0 0 0,-1-1 1 0 0,1 1-1 0 0,0 0 1 0 0,-1-1-1 0 0,1 1 0 0 0,0 0 1 0 0,-1-1-1 0 0,1 1 0 0 0,-1 0 1 0 0,1 0-1 0 0,0 0 1 0 0,-1-1-1 0 0,1 1 0 0 0,-1 0 1 0 0,1 0-1 0 0,-1 0 1 0 0,1 0-1 0 0,0 0 0 0 0,-1 0 1 0 0,1 0-1 0 0,-1 0 0 0 0,1 0 1 0 0,-1 0-1 0 0,1 0 1 0 0,-1 0-1 0 0,0 0 0 0 0,-15 16 1611 0 0,-6 30 382 0 0,13-8-798 0 0,1 1 1 0 0,-3 50 0 0 0,10-67-1118 0 0,0 1 0 0 0,2-1 0 0 0,0 1 0 0 0,2-1 1 0 0,7 32-1 0 0,-9-49-130 0 0,1-1 1 0 0,-1 0 0 0 0,0 0-1 0 0,1 0 1 0 0,0 0-1 0 0,0 0 1 0 0,0-1 0 0 0,1 1-1 0 0,-1 0 1 0 0,1-1-1 0 0,0 0 1 0 0,0 0-1 0 0,0 0 1 0 0,0 0 0 0 0,0 0-1 0 0,1 0 1 0 0,0-1-1 0 0,-1 0 1 0 0,1 1 0 0 0,0-2-1 0 0,0 1 1 0 0,0 0-1 0 0,0-1 1 0 0,0 1 0 0 0,0-1-1 0 0,1 0 1 0 0,-1-1-1 0 0,0 1 1 0 0,1-1-1 0 0,-1 0 1 0 0,0 0 0 0 0,1 0-1 0 0,-1-1 1 0 0,6 0-1 0 0,1-1-2 0 0,-1 0-1 0 0,0-1 0 0 0,0 0 0 0 0,0-1 1 0 0,0 0-1 0 0,0 0 0 0 0,-1-1 1 0 0,0-1-1 0 0,0 1 0 0 0,0-1 0 0 0,-1-1 1 0 0,1 0-1 0 0,8-9 0 0 0,-10 6-42 0 0,0 0-1 0 0,0-1 1 0 0,-1 0-1 0 0,-1 0 1 0 0,0 0-1 0 0,0 0 1 0 0,-1-1 0 0 0,0 0-1 0 0,-1 0 1 0 0,-1 0-1 0 0,0 0 1 0 0,1-17-1 0 0,-3 39 15 0 0,-1 13-8 0 0,2-1 1 0 0,0 0-1 0 0,1 0 0 0 0,10 40 0 0 0,-11-56 30 0 0,1-1 0 0 0,0 0-1 0 0,0 0 1 0 0,0 0-1 0 0,1 0 1 0 0,0 0-1 0 0,0-1 1 0 0,0 1-1 0 0,1-1 1 0 0,-1 0-1 0 0,1 0 1 0 0,0 0-1 0 0,0 0 1 0 0,0-1-1 0 0,1 1 1 0 0,-1-1-1 0 0,1 0 1 0 0,0-1-1 0 0,0 1 1 0 0,0-1-1 0 0,0 0 1 0 0,0 0-1 0 0,0-1 1 0 0,12 3 0 0 0,-10-4 33 0 0,1 1 0 0 0,-1-1 1 0 0,1 0-1 0 0,0-1 1 0 0,-1 0-1 0 0,1 0 1 0 0,-1-1-1 0 0,0 0 1 0 0,1 0-1 0 0,-1 0 1 0 0,0-1-1 0 0,0 0 0 0 0,0-1 1 0 0,-1 1-1 0 0,1-1 1 0 0,-1-1-1 0 0,7-5 1 0 0,-5 4 28 0 0,-1-1 1 0 0,0 0-1 0 0,0 0 0 0 0,-1 0 1 0 0,0-1-1 0 0,0 0 1 0 0,-1 0-1 0 0,0 0 1 0 0,0-1-1 0 0,-1 1 0 0 0,0-1 1 0 0,0 0-1 0 0,2-10 1 0 0,-4 9 37 0 0,0-1 1 0 0,-1 1 0 0 0,0 0-1 0 0,-1-1 1 0 0,0 1-1 0 0,-1-1 1 0 0,-2-15 0 0 0,2 22-81 0 0,1 1 0 0 0,-1 0 1 0 0,0-1-1 0 0,0 1 0 0 0,-1 0 0 0 0,1 0 1 0 0,-1 0-1 0 0,1 0 0 0 0,-1 0 1 0 0,0 0-1 0 0,0 0 0 0 0,0 0 0 0 0,-1 1 1 0 0,1-1-1 0 0,0 1 0 0 0,-1 0 1 0 0,0-1-1 0 0,0 1 0 0 0,0 0 0 0 0,0 1 1 0 0,0-1-1 0 0,0 0 0 0 0,0 1 1 0 0,0 0-1 0 0,0 0 0 0 0,-4-1 0 0 0,-1 0-19 0 0,1 1-1 0 0,-1 0 1 0 0,1 0-1 0 0,-1 1 1 0 0,1 0-1 0 0,-1 0 1 0 0,1 1-1 0 0,-1 0 0 0 0,1 0 1 0 0,0 1-1 0 0,-1 0 1 0 0,1 0-1 0 0,0 1 1 0 0,0 0-1 0 0,0 0 1 0 0,1 1-1 0 0,-1-1 0 0 0,1 1 1 0 0,-1 1-1 0 0,-9 9 1 0 0,14-13-29 0 0,1 1-1 0 0,0-1 1 0 0,-1 1 0 0 0,1-1 0 0 0,0 1 0 0 0,0 0 0 0 0,0 0-1 0 0,0 0 1 0 0,0 0 0 0 0,1-1 0 0 0,-1 1 0 0 0,0 0 0 0 0,1 0-1 0 0,0 0 1 0 0,-1 0 0 0 0,1 1 0 0 0,0 3 0 0 0,0-6 5 0 0,0 1 0 0 0,1 0 1 0 0,-1 0-1 0 0,0 0 0 0 0,1-1 0 0 0,-1 1 1 0 0,0 0-1 0 0,1 0 0 0 0,-1-1 1 0 0,1 1-1 0 0,-1 0 0 0 0,1-1 0 0 0,-1 1 1 0 0,1 0-1 0 0,0-1 0 0 0,-1 1 1 0 0,1-1-1 0 0,0 1 0 0 0,-1-1 0 0 0,1 1 1 0 0,0-1-1 0 0,0 0 0 0 0,0 1 0 0 0,-1-1 1 0 0,1 0-1 0 0,0 1 0 0 0,0-1 1 0 0,0 0-1 0 0,0 0 0 0 0,-1 0 0 0 0,1 0 1 0 0,0 0-1 0 0,0 0 0 0 0,0 0 0 0 0,0 0 1 0 0,0 0-1 0 0,-1-1 0 0 0,1 1 1 0 0,0 0-1 0 0,0 0 0 0 0,1-1 0 0 0,20-6-161 0 0,0 0-1 0 0,-1-2 0 0 0,0 0 0 0 0,27-17 0 0 0,26-12-124 0 0,-69 36 285 0 0,0 0 0 0 0,0 0 0 0 0,0 0 1 0 0,1 1-1 0 0,-1 0 0 0 0,0-1 0 0 0,0 2 0 0 0,1-1 1 0 0,-1 1-1 0 0,1 0 0 0 0,-1 0 0 0 0,10 1 0 0 0,-12 0 17 0 0,0 0 0 0 0,-1 0-1 0 0,1 1 1 0 0,0-1-1 0 0,-1 0 1 0 0,1 1 0 0 0,-1 0-1 0 0,0-1 1 0 0,1 1 0 0 0,-1 0-1 0 0,0 0 1 0 0,0 0-1 0 0,0 1 1 0 0,0-1 0 0 0,-1 0-1 0 0,1 1 1 0 0,-1-1 0 0 0,1 1-1 0 0,-1 0 1 0 0,0-1-1 0 0,0 1 1 0 0,0 0 0 0 0,0 0-1 0 0,0 4 1 0 0,5 26 42 0 0,-2 0 0 0 0,-2 1-1 0 0,-2 56 1 0 0,-1-38 92 0 0,26-83 26 0 0,-12 12-142 0 0,0 1 1 0 0,2 0-1 0 0,0 1 0 0 0,1 1 0 0 0,1 0 0 0 0,1 1 0 0 0,0 1 0 0 0,0 1 1 0 0,23-12-1 0 0,-38 23-9 0 0,0 0-1 0 0,0 1 1 0 0,0 0 0 0 0,0 0 0 0 0,0 0 0 0 0,1 0 0 0 0,-1 0 0 0 0,0 0 0 0 0,1 1 0 0 0,-1 0 0 0 0,1-1 0 0 0,-1 1-1 0 0,0 1 1 0 0,1-1 0 0 0,-1 0 0 0 0,0 1 0 0 0,1 0 0 0 0,-1 0 0 0 0,0 0 0 0 0,0 0 0 0 0,1 0 0 0 0,-1 1-1 0 0,0-1 1 0 0,0 1 0 0 0,0 0 0 0 0,-1 0 0 0 0,5 3 0 0 0,-2 1 11 0 0,-1-1 0 0 0,0 0-1 0 0,-1 1 1 0 0,1 0 0 0 0,-1 0 0 0 0,0 0 0 0 0,0 0 0 0 0,-1 0-1 0 0,0 0 1 0 0,0 1 0 0 0,-1-1 0 0 0,1 1 0 0 0,-1 7-1 0 0,4 27 15 0 0,-3 1-1 0 0,-3 59 0 0 0,-5-70-174 0 0,-1-18-2313 0 0,-6-6-6078 0 0,4-6 3601 0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70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70 5112 0 0,'0'-2'905'0'0,"0"-1"23"0"0,0-1 36 0 0,2-2 36 0 0,4-1 20 0 0,3-1 32 0 0,8 1 4 0 0,5-3 16 0 0,10 3 0 0 0,9 1 0 0 0,10 3-16 0 0,12-2-91 0 0,-1 3-209 0 0,11 4-4361 0 0,-2 0 1 0 0,-3 1 0 0 0,1-2-1 0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7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51 145 3792 0 0,'1'-14'1230'0'0,"1"-1"1"0"0,0 1-1 0 0,5-15 0 0 0,-4 15-124 0 0,0 0-1 0 0,-1 0 1 0 0,-2-16 3600 0 0,0 29-4630 0 0,-7 16 1566 0 0,-6 22 50 0 0,-2 26 311 0 0,-9 90-1 0 0,15-50-1324 0 0,7 124 0 0 0,2-220-677 0 0,0 1 0 0 0,1-1 0 0 0,0 1 0 0 0,1-1 0 0 0,-1 1 0 0 0,1-1 0 0 0,1 0 0 0 0,-1 0 0 0 0,1 0 0 0 0,0 0 0 0 0,6 7 0 0 0,-6-9-62 0 0,0-1 0 0 0,1 0 0 0 0,-1-1 1 0 0,1 1-1 0 0,0-1 0 0 0,0 1 0 0 0,1-1 1 0 0,-1 0-1 0 0,1-1 0 0 0,-1 1 0 0 0,1-1 0 0 0,0 0 1 0 0,0 0-1 0 0,0 0 0 0 0,0-1 0 0 0,8 2 1 0 0,32 2-2396 0 0,-23-4-1703 0 0,0-1 0 0 0,39-4 0 0 0,-20-4-614 0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7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224 75 4136 0 0,'-1'-20'3303'0'0,"1"17"-3093"0"0,-1 1 0 0 0,1-1 0 0 0,-1 0 1 0 0,1 1-1 0 0,-1-1 0 0 0,0 1 0 0 0,0 0 1 0 0,-1-1-1 0 0,1 1 0 0 0,0 0 0 0 0,-1 0 0 0 0,1 0 1 0 0,-1 0-1 0 0,0 0 0 0 0,1 0 0 0 0,-1 0 1 0 0,0 0-1 0 0,0 1 0 0 0,0-1 0 0 0,-1 1 1 0 0,1-1-1 0 0,0 1 0 0 0,0 0 0 0 0,-1 0 1 0 0,1 0-1 0 0,-1 0 0 0 0,1 0 0 0 0,-4 0 0 0 0,2 1-4 0 0,0 0-1 0 0,0 0 0 0 0,1 0 1 0 0,-1 0-1 0 0,0 1 0 0 0,0-1 1 0 0,0 1-1 0 0,0 0 0 0 0,0 1 1 0 0,1-1-1 0 0,-1 0 0 0 0,0 1 0 0 0,1 0 1 0 0,0 0-1 0 0,-1 0 0 0 0,1 0 1 0 0,0 1-1 0 0,-4 2 0 0 0,-1 4 237 0 0,0 0 0 0 0,0 0-1 0 0,0 1 1 0 0,1 0-1 0 0,1 0 1 0 0,0 1 0 0 0,0-1-1 0 0,-7 21 1 0 0,6-9-109 0 0,0 0 0 0 0,2 0 1 0 0,-4 38-1 0 0,8-58-311 0 0,1 1 0 0 0,-1-1-1 0 0,1 0 1 0 0,0 1 0 0 0,0-1 0 0 0,0 1-1 0 0,1-1 1 0 0,-1 1 0 0 0,0-1 0 0 0,1 0-1 0 0,0 1 1 0 0,-1-1 0 0 0,1 0 0 0 0,0 1-1 0 0,0-1 1 0 0,0 0 0 0 0,1 0 0 0 0,2 4-1 0 0,-3-5-6 0 0,1 0 0 0 0,-1 0 0 0 0,1 0 0 0 0,0 1 0 0 0,0-2 0 0 0,0 1-1 0 0,0 0 1 0 0,0 0 0 0 0,0-1 0 0 0,0 1 0 0 0,0-1 0 0 0,0 1 0 0 0,0-1 0 0 0,0 0-1 0 0,0 0 1 0 0,0 0 0 0 0,3 0 0 0 0,3-1 4 0 0,0-1-1 0 0,0 1 1 0 0,0-2 0 0 0,0 1 0 0 0,-1-1-1 0 0,1 0 1 0 0,-1-1 0 0 0,0 1-1 0 0,11-9 1 0 0,-7 3-17 0 0,-1 0-1 0 0,0-1 1 0 0,-1 0-1 0 0,0-1 1 0 0,0 0-1 0 0,-1 0 1 0 0,-1-1-1 0 0,12-23 1 0 0,-11 17-8 0 0,-1 0 0 0 0,0-1 0 0 0,-1 0 0 0 0,-1 0 0 0 0,5-35-1 0 0,-8 37 40 0 0,-1 18 83 0 0,-1 28 160 0 0,-1-14-220 0 0,0 38 231 0 0,0-20 82 0 0,7 61-1 0 0,-6-90-332 0 0,0 0 0 0 0,1-1 0 0 0,0 1 0 0 0,0 0 0 0 0,0-1 0 0 0,0 1 0 0 0,1-1 0 0 0,-1 0 0 0 0,1 1 0 0 0,0-1 0 0 0,0 0 0 0 0,0 0 0 0 0,0 0 0 0 0,0 0 0 0 0,1 0 0 0 0,-1-1 0 0 0,1 1 0 0 0,0-1 0 0 0,4 3 0 0 0,-4-3-32 0 0,0-1 0 0 0,0 0 0 0 0,0 0 1 0 0,0 0-1 0 0,1-1 0 0 0,-1 1 0 0 0,0-1 0 0 0,1 1 0 0 0,-1-1 0 0 0,0 0 0 0 0,1 0 0 0 0,-1-1 0 0 0,0 1 1 0 0,0-1-1 0 0,1 0 0 0 0,-1 1 0 0 0,0-2 0 0 0,0 1 0 0 0,0 0 0 0 0,0 0 0 0 0,5-4 0 0 0,-1 1-33 0 0,-1 0-1 0 0,0-1 0 0 0,-1 1 0 0 0,1-1 0 0 0,-1-1 1 0 0,0 1-1 0 0,0-1 0 0 0,0 1 0 0 0,-1-2 0 0 0,0 1 0 0 0,4-7 1 0 0,3-11-114 0 0,15-43 0 0 0,-23 59 120 0 0,3-9-25 0 0,1-3-1 0 0,1 0 1 0 0,12-25-1 0 0,-20 45 51 0 0,0 0 0 0 0,0 0 0 0 0,0-1 0 0 0,0 1 0 0 0,0 0 1 0 0,0 0-1 0 0,1 0 0 0 0,-1 0 0 0 0,0 0 0 0 0,0 0 0 0 0,0 0 1 0 0,0 0-1 0 0,0-1 0 0 0,0 1 0 0 0,0 0 0 0 0,0 0 0 0 0,0 0 0 0 0,0 0 1 0 0,0 0-1 0 0,0 0 0 0 0,0 0 0 0 0,0 0 0 0 0,1 0 0 0 0,-1 0 1 0 0,0 0-1 0 0,0-1 0 0 0,0 1 0 0 0,0 0 0 0 0,0 0 0 0 0,0 0 1 0 0,0 0-1 0 0,0 0 0 0 0,1 0 0 0 0,-1 0 0 0 0,0 0 0 0 0,0 0 0 0 0,0 0 1 0 0,0 0-1 0 0,0 0 0 0 0,0 0 0 0 0,0 0 0 0 0,1 0 0 0 0,-1 0 1 0 0,0 0-1 0 0,0 0 0 0 0,0 0 0 0 0,0 0 0 0 0,0 0 0 0 0,0 1 1 0 0,0-1-1 0 0,1 0 0 0 0,-1 0 0 0 0,0 0 0 0 0,0 0 0 0 0,0 0 0 0 0,0 0 1 0 0,0 0-1 0 0,0 0 0 0 0,0 0 0 0 0,0 0 0 0 0,0 0 0 0 0,0 1 1 0 0,0-1-1 0 0,0 0 0 0 0,3 13 129 0 0,-2 17 59 0 0,3 125 687 0 0,0-40-3394 0 0,-3-105-2827 0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7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63 30 5288 0 0,'0'-1'933'0'0,"0"-1"55"0"0,0-2 36 0 0,0 0 36 0 0,0-2 36 0 0,0 3-4 0 0,0-1 4 0 0,0 1 0 0 0,0 1 16 0 0,0 4-20 0 0,0 5-67 0 0,-3 6-105 0 0,-2 8-196 0 0,-4 7-4433 0 0,-3 6 1 0 0,-4 7 0 0 0,-1 7-1 0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7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0 5360 0 0,'-3'3'893'0'0,"3"-1"3"0"0,0 1-4 0 0,0 2 8 0 0,-3 0-4 0 0,3 0-36 0 0,0 3-68 0 0,-2 0-180 0 0,2-3-3032 0 0,0 1 0 0 0,0-2-1 0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7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203 597 4480 0 0,'-59'-14'5132'0'0,"54"14"-4837"0"0,0 0 0 0 0,-1 0 0 0 0,1 0 0 0 0,0 1 0 0 0,-1-1 0 0 0,1 1 0 0 0,0 1-1 0 0,-1-1 1 0 0,1 1 0 0 0,0 0 0 0 0,0 0 0 0 0,0 0 0 0 0,1 1 0 0 0,-9 5 0 0 0,8-4-47 0 0,1 0 0 0 0,0 1 0 0 0,0-1 0 0 0,1 1 0 0 0,-1 0 0 0 0,1 0 0 0 0,0 0 0 0 0,1 0 0 0 0,-1 0 1 0 0,1 1-1 0 0,0-1 0 0 0,0 1 0 0 0,1 0 0 0 0,-2 9 0 0 0,-3 17 1507 0 0,-1 60-1 0 0,6-83-1645 0 0,1 0 0 0 0,0 0-1 0 0,1 0 1 0 0,0 0 0 0 0,1 0-1 0 0,-1 0 1 0 0,2 0 0 0 0,-1 0 0 0 0,1-1-1 0 0,1 1 1 0 0,0-1 0 0 0,7 13-1 0 0,-7-18-95 0 0,-1 1 0 0 0,1-1 0 0 0,-1-1-1 0 0,1 1 1 0 0,0 0 0 0 0,0-1 0 0 0,0 0-1 0 0,0 0 1 0 0,1 0 0 0 0,-1 0 0 0 0,1-1-1 0 0,-1 0 1 0 0,1 0 0 0 0,-1 0 0 0 0,1 0-1 0 0,0-1 1 0 0,-1 0 0 0 0,1 0 0 0 0,5 0-1 0 0,4-1 21 0 0,0-1-1 0 0,0 0 0 0 0,0-1 0 0 0,-1 0 0 0 0,15-6 0 0 0,-10 1-59 0 0,0 0 0 0 0,-1-2 0 0 0,-1 0 0 0 0,1-1-1 0 0,-2 0 1 0 0,1-1 0 0 0,-2-1 0 0 0,0-1 0 0 0,0 0 0 0 0,-1-1-1 0 0,-1 0 1 0 0,-1 0 0 0 0,14-25 0 0 0,-2-1-58 0 0,-2-1 0 0 0,-1-1 0 0 0,-3-1 0 0 0,17-62 0 0 0,-19 49-5 0 0,-3-1 1 0 0,-2 0-1 0 0,-2-1 0 0 0,-1-105 0 0 0,-8 156 102 0 0,1 1-1 0 0,-1-1 0 0 0,-1 1 1 0 0,1 0-1 0 0,-2 0 0 0 0,1 0 0 0 0,-4-9 1 0 0,5 15-6 0 0,1 0 0 0 0,-1 0 1 0 0,1 0-1 0 0,-1-1 0 0 0,0 1 0 0 0,1 0 1 0 0,-1 0-1 0 0,0 0 0 0 0,0 0 1 0 0,0 0-1 0 0,0 0 0 0 0,0 0 0 0 0,0 0 1 0 0,0 1-1 0 0,0-1 0 0 0,0 0 1 0 0,0 1-1 0 0,0-1 0 0 0,-1 1 0 0 0,1-1 1 0 0,0 1-1 0 0,0-1 0 0 0,-1 1 1 0 0,1 0-1 0 0,0-1 0 0 0,-1 1 0 0 0,1 0 1 0 0,0 0-1 0 0,-1 0 0 0 0,1 0 1 0 0,0 0-1 0 0,-1 1 0 0 0,1-1 0 0 0,0 0 1 0 0,0 1-1 0 0,-1-1 0 0 0,1 1 1 0 0,0-1-1 0 0,0 1 0 0 0,0-1 0 0 0,-1 1 1 0 0,1 0-1 0 0,0 0 0 0 0,0-1 1 0 0,0 1-1 0 0,0 0 0 0 0,-1 2 0 0 0,-4 2 18 0 0,1 1-1 0 0,0 0 1 0 0,0 0-1 0 0,1 0 1 0 0,0 1-1 0 0,0-1 1 0 0,0 1-1 0 0,1 0 1 0 0,0 0-1 0 0,-4 14 1 0 0,-2 10 69 0 0,-4 39 1 0 0,11-60-74 0 0,-16 117 220 0 0,5 0-1 0 0,5 200 0 0 0,8-321-231 0 0,0 4 22 0 0,1 0 0 0 0,0 0 0 0 0,4 18 0 0 0,-5-27-28 0 0,0 0 1 0 0,1 0-1 0 0,-1 0 1 0 0,0 0-1 0 0,1 1 1 0 0,-1-1 0 0 0,0 0-1 0 0,1 0 1 0 0,-1 0-1 0 0,1 0 1 0 0,-1 0-1 0 0,1 0 1 0 0,0-1-1 0 0,0 1 1 0 0,-1 0 0 0 0,1 0-1 0 0,0 0 1 0 0,0-1-1 0 0,0 1 1 0 0,0 0-1 0 0,0-1 1 0 0,0 1 0 0 0,0 0-1 0 0,0-1 1 0 0,0 0-1 0 0,0 1 1 0 0,0-1-1 0 0,0 0 1 0 0,0 1 0 0 0,0-1-1 0 0,0 0 1 0 0,0 0-1 0 0,0 0 1 0 0,1 0-1 0 0,-1 0 1 0 0,0 0 0 0 0,0 0-1 0 0,0 0 1 0 0,0 0-1 0 0,0-1 1 0 0,0 1-1 0 0,0 0 1 0 0,2-2 0 0 0,5-2 0 0 0,-1-1 0 0 0,1 0 1 0 0,-1-1-1 0 0,-1 1 1 0 0,1-1-1 0 0,-1-1 1 0 0,0 1-1 0 0,0-1 0 0 0,-1 0 1 0 0,0 0-1 0 0,0-1 1 0 0,4-10-1 0 0,4-8-5 0 0,-1 0 0 0 0,12-41 0 0 0,14-70 100 0 0,-36 199 138 0 0,-1-37-172 0 0,0 1 0 0 0,7 32 0 0 0,-6-47-40 0 0,0-1-1 0 0,1 1 0 0 0,0-1 0 0 0,1 0 0 0 0,0 0 0 0 0,1 0 1 0 0,0 0-1 0 0,7 9 0 0 0,-9-16-15 0 0,-1 1-1 0 0,1-1 1 0 0,0 0 0 0 0,0 0-1 0 0,0 0 1 0 0,1-1-1 0 0,-1 1 1 0 0,1-1 0 0 0,-1 1-1 0 0,1-1 1 0 0,0-1 0 0 0,0 1-1 0 0,0 0 1 0 0,0-1 0 0 0,0 0-1 0 0,8 2 1 0 0,-5-3-5 0 0,-1 0-1 0 0,1 0 1 0 0,-1 0-1 0 0,1-1 1 0 0,-1 0-1 0 0,1 0 1 0 0,-1 0-1 0 0,0-1 1 0 0,1 0-1 0 0,7-4 1 0 0,-4 2-4 0 0,-1-1 0 0 0,1-1 1 0 0,-1 0-1 0 0,0 0 0 0 0,0 0 0 0 0,-1-1 1 0 0,0-1-1 0 0,0 1 0 0 0,-1-1 1 0 0,0-1-1 0 0,0 1 0 0 0,-1-1 1 0 0,6-11-1 0 0,-5 4 8 0 0,-2 0 1 0 0,0-1-1 0 0,-1 1 0 0 0,0-1 1 0 0,-1 0-1 0 0,-1 0 0 0 0,-1-34 1 0 0,-4 152 2 0 0,0-53-1 0 0,7 91 0 0 0,-4-135-6 0 0,1-1 0 0 0,-1 1 0 0 0,1 0 0 0 0,0-1 0 0 0,0 1 0 0 0,1-1 0 0 0,-1 1 0 0 0,1-1 0 0 0,0 0 0 0 0,-1 0 0 0 0,1 1 0 0 0,1-1 0 0 0,-1-1 0 0 0,0 1 0 0 0,1 0 0 0 0,-1 0 0 0 0,1-1 0 0 0,0 0 0 0 0,0 1-1 0 0,6 2 1 0 0,-7-4 0 0 0,1 0 0 0 0,0 0-1 0 0,0 0 1 0 0,-1-1 0 0 0,1 1-1 0 0,0-1 1 0 0,0 1-1 0 0,0-1 1 0 0,0 0 0 0 0,0 0-1 0 0,0-1 1 0 0,0 1-1 0 0,-1 0 1 0 0,1-1 0 0 0,0 0-1 0 0,0 0 1 0 0,0 0-1 0 0,-1 0 1 0 0,1 0 0 0 0,-1 0-1 0 0,1-1 1 0 0,-1 1 0 0 0,1-1-1 0 0,-1 0 1 0 0,0 0-1 0 0,0 0 1 0 0,2-2 0 0 0,5-4 4 0 0,-1-1 0 0 0,0-1 0 0 0,-1 1 0 0 0,0-1 0 0 0,-1-1 0 0 0,0 1 0 0 0,0-1 0 0 0,-1 0 0 0 0,5-15 0 0 0,0-8 32 0 0,9-65 0 0 0,-14 68-35 0 0,-9 64 2 0 0,2 0-1 0 0,1 0 1 0 0,2 0 0 0 0,1 0-1 0 0,9 42 1 0 0,-11-72-5 0 0,1 1 0 0 0,0-1-1 0 0,0 1 1 0 0,0-1 0 0 0,1 0 0 0 0,-1 0 0 0 0,1 0 0 0 0,-1 0 0 0 0,1 0 0 0 0,0 0 0 0 0,1 0 0 0 0,-1 0 0 0 0,0-1 0 0 0,1 1 0 0 0,-1-1 0 0 0,1 0 0 0 0,0 0 0 0 0,0 0 0 0 0,0 0-1 0 0,0 0 1 0 0,0-1 0 0 0,0 1 0 0 0,0-1 0 0 0,0 0 0 0 0,1 0 0 0 0,-1 0 0 0 0,1 0 0 0 0,-1 0 0 0 0,0-1 0 0 0,1 0 0 0 0,-1 0 0 0 0,1 0 0 0 0,-1 0 0 0 0,7-1 0 0 0,11-2 3 0 0,0-1 0 0 0,0-1 0 0 0,0-1 0 0 0,31-14 1 0 0,-26 10 7 0 0,-5 3-1 0 0,0-2 0 0 0,-1 0-1 0 0,36-23 1 0 0,-51 28-8 0 0,1 1-1 0 0,0-2 1 0 0,-1 1 0 0 0,0-1-1 0 0,0 1 1 0 0,0-1 0 0 0,-1-1-1 0 0,1 1 1 0 0,-1-1 0 0 0,-1 1-1 0 0,1-1 1 0 0,-1 0 0 0 0,0-1-1 0 0,0 1 1 0 0,0 0 0 0 0,2-13-1 0 0,-3 3 24 0 0,0 11-8 0 0,-1 0 0 0 0,0 0 0 0 0,0-1 0 0 0,0 1 1 0 0,-1-1-1 0 0,0 1 0 0 0,0 0 0 0 0,0-1 0 0 0,-1 1 0 0 0,0-1 0 0 0,0 1 0 0 0,0 0 0 0 0,-1 0 1 0 0,-2-7-1 0 0,3 11-12 0 0,0 0 0 0 0,0 0 0 0 0,0 0 0 0 0,0 1 0 0 0,0-1 0 0 0,0 0 1 0 0,-1 1-1 0 0,1-1 0 0 0,0 1 0 0 0,0-1 0 0 0,0 1 0 0 0,-1-1 0 0 0,1 1 0 0 0,0 0 0 0 0,-1 0 1 0 0,1 0-1 0 0,0 0 0 0 0,0 0 0 0 0,-1 0 0 0 0,1 0 0 0 0,0 0 0 0 0,-1 0 0 0 0,1 0 1 0 0,0 1-1 0 0,0-1 0 0 0,-1 1 0 0 0,1-1 0 0 0,0 1 0 0 0,0-1 0 0 0,0 1 0 0 0,-2 1 1 0 0,-36 24 97 0 0,38-26-102 0 0,-14 13 24 0 0,1-1 1 0 0,1 2 0 0 0,0 0 0 0 0,1 1 0 0 0,0 0-1 0 0,2 0 1 0 0,-1 2 0 0 0,2-1 0 0 0,0 1-1 0 0,1 0 1 0 0,1 1 0 0 0,-9 33 0 0 0,15-47-16 0 0,-1 1 1 0 0,1 0-1 0 0,0 0 1 0 0,1 0-1 0 0,-1-1 1 0 0,1 1-1 0 0,0 0 1 0 0,1 9-1 0 0,0-13-3 0 0,0 1-1 0 0,-1 0 1 0 0,1-1-1 0 0,0 1 0 0 0,0-1 1 0 0,0 0-1 0 0,0 1 1 0 0,0-1-1 0 0,0 0 1 0 0,0 1-1 0 0,0-1 1 0 0,1 0-1 0 0,-1 0 1 0 0,0 0-1 0 0,1 0 0 0 0,-1 0 1 0 0,1 0-1 0 0,-1-1 1 0 0,1 1-1 0 0,-1 0 1 0 0,1-1-1 0 0,0 1 1 0 0,-1-1-1 0 0,1 0 0 0 0,0 0 1 0 0,-1 1-1 0 0,4-1 1 0 0,58-1 122 0 0,-49-1-80 0 0,1 1 0 0 0,0 1 0 0 0,-1 1 0 0 0,1 0 1 0 0,21 4-1 0 0,-33-4-57 0 0,0 0 1 0 0,0 0 0 0 0,0 0-1 0 0,-1 0 1 0 0,1 1 0 0 0,0-1-1 0 0,0 1 1 0 0,-1-1 0 0 0,1 1-1 0 0,-1 0 1 0 0,0 0 0 0 0,0 0-1 0 0,0 1 1 0 0,0-1 0 0 0,0 0-1 0 0,0 1 1 0 0,0 0 0 0 0,-1-1-1 0 0,1 1 1 0 0,-1 0 0 0 0,0 0-1 0 0,0-1 1 0 0,0 1 0 0 0,0 0-1 0 0,0 0 1 0 0,-1 0 0 0 0,1 0-1 0 0,-1 0 1 0 0,0 1-1 0 0,0-1 1 0 0,0 3 0 0 0,0-3-195 0 0,0-1 1 0 0,0 1 0 0 0,0-1-1 0 0,-1 1 1 0 0,1 0 0 0 0,-1-1-1 0 0,1 0 1 0 0,-1 1-1 0 0,-1 2 1 0 0,1-3-515 0 0,0-1 0 0 0,-1 1 0 0 0,1 0 0 0 0,0-1-1 0 0,-1 1 1 0 0,1-1 0 0 0,0 0 0 0 0,-1 1 0 0 0,0-1 0 0 0,1 0 0 0 0,-1 0 0 0 0,-2 1-1 0 0,-11 4-4404 0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7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19 5569 0 0,'6'-3'510'0'0,"-1"0"0"0"0,1 1 1 0 0,-1 0-1 0 0,1 0 1 0 0,-1 0-1 0 0,1 1 1 0 0,0 0-1 0 0,0 0 1 0 0,10 0-1 0 0,52 2 1973 0 0,-61-1-2192 0 0,1 1 1 0 0,-1 1 0 0 0,0-1-1 0 0,0 1 1 0 0,0 1-1 0 0,0-1 1 0 0,0 1 0 0 0,-1 0-1 0 0,1 0 1 0 0,-1 1-1 0 0,0 0 1 0 0,0 0-1 0 0,0 1 1 0 0,6 6 0 0 0,-9-8-118 0 0,0 1-1 0 0,0 0 1 0 0,0 0 0 0 0,0 0 0 0 0,-1 0 0 0 0,0 1 0 0 0,0-1 0 0 0,0 1-1 0 0,0-1 1 0 0,-1 1 0 0 0,1 0 0 0 0,-1-1 0 0 0,0 1 0 0 0,-1 0 0 0 0,1 0 0 0 0,-1 0-1 0 0,0 0 1 0 0,0 0 0 0 0,-1 0 0 0 0,1-1 0 0 0,-1 1 0 0 0,-1 5 0 0 0,-2 1 155 0 0,1 0 0 0 0,-1-1 0 0 0,-10 19 0 0 0,-25 29-3471 0 0,14-29-2049 0 0,-45 41 0 0 0,22-27 534 0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7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255 680 4544 0 0,'0'-4'400'0'0,"0"-1"-1"0"0,0 1 1 0 0,-1 0-1 0 0,1 0 1 0 0,-1-1-1 0 0,0 1 0 0 0,0 0 1 0 0,-1 0-1 0 0,1 0 1 0 0,-1 0-1 0 0,0 1 1 0 0,0-1-1 0 0,0 0 0 0 0,-1 1 1 0 0,1-1-1 0 0,-1 1 1 0 0,0 0-1 0 0,-4-4 1 0 0,5 5-229 0 0,-1 0 0 0 0,0 1 0 0 0,0-1 1 0 0,0 1-1 0 0,0-1 0 0 0,0 1 1 0 0,0 0-1 0 0,0 0 0 0 0,-1 0 0 0 0,1 0 1 0 0,0 1-1 0 0,-1-1 0 0 0,1 1 0 0 0,0 0 1 0 0,-1 0-1 0 0,1 0 0 0 0,0 1 1 0 0,-1-1-1 0 0,1 1 0 0 0,0-1 0 0 0,0 1 1 0 0,-1 0-1 0 0,-5 3 0 0 0,1 1 151 0 0,0-1-1 0 0,0 1 1 0 0,0 0 0 0 0,1 1-1 0 0,0 0 1 0 0,0 0-1 0 0,0 1 1 0 0,1 0 0 0 0,0 0-1 0 0,0 0 1 0 0,1 1 0 0 0,0 0-1 0 0,0 0 1 0 0,0 0-1 0 0,1 1 1 0 0,-3 10 0 0 0,0 0 19 0 0,1 1 1 0 0,1 0 0 0 0,1 0-1 0 0,0 0 1 0 0,2 0 0 0 0,0 29 0 0 0,2-43-300 0 0,0-1 1 0 0,0 1-1 0 0,1 0 1 0 0,-1-1 0 0 0,2 1-1 0 0,-1-1 1 0 0,0 1 0 0 0,1-1-1 0 0,0 1 1 0 0,0-1-1 0 0,1 0 1 0 0,0 0 0 0 0,0 0-1 0 0,0 0 1 0 0,0-1-1 0 0,1 1 1 0 0,-1-1 0 0 0,6 5-1 0 0,-3-5-4 0 0,0 1-1 0 0,1-1 1 0 0,0 0-1 0 0,0-1 1 0 0,0 1-1 0 0,0-1 1 0 0,0-1-1 0 0,0 1 0 0 0,1-1 1 0 0,0-1-1 0 0,-1 1 1 0 0,16 0-1 0 0,4-1 3 0 0,-1-1 0 0 0,1-1-1 0 0,0-1 1 0 0,0-2 0 0 0,-1 0-1 0 0,0-2 1 0 0,31-11 0 0 0,-44 13-56 0 0,-1 0 0 0 0,0-1 1 0 0,0-1-1 0 0,-1 0 0 0 0,0-1 0 0 0,0 0 1 0 0,0 0-1 0 0,-1-2 0 0 0,0 1 0 0 0,-1-1 1 0 0,1 0-1 0 0,-2-1 0 0 0,1 0 1 0 0,-2 0-1 0 0,1-1 0 0 0,10-21 0 0 0,-9 7-27 0 0,-1 1 0 0 0,0-1 0 0 0,-2 0 0 0 0,-2-1 0 0 0,3-32 0 0 0,-2-134-161 0 0,-5 135 146 0 0,0 20 17 0 0,-4-128-111 0 0,2 136 138 0 0,-1 1 0 0 0,-2 0 0 0 0,-13-46 1 0 0,17 70 13 0 0,-1-1 0 0 0,0 1 1 0 0,0 0-1 0 0,0 0 0 0 0,-1 0 0 0 0,1 0 1 0 0,-1 1-1 0 0,-6-7 0 0 0,8 9 1 0 0,1 0 1 0 0,-1 1-1 0 0,0-1 0 0 0,1 1 0 0 0,-1-1 0 0 0,0 1 0 0 0,0-1 0 0 0,0 1 0 0 0,1-1 0 0 0,-1 1 0 0 0,0 0 1 0 0,0 0-1 0 0,0-1 0 0 0,0 1 0 0 0,0 0 0 0 0,0 0 0 0 0,0 0 0 0 0,0 0 0 0 0,0 0 0 0 0,0 0 0 0 0,0 0 1 0 0,1 0-1 0 0,-1 0 0 0 0,0 0 0 0 0,0 1 0 0 0,0-1 0 0 0,0 0 0 0 0,0 1 0 0 0,0-1 0 0 0,1 1 1 0 0,-1-1-1 0 0,0 1 0 0 0,0-1 0 0 0,0 1 0 0 0,1-1 0 0 0,-1 1 0 0 0,0 0 0 0 0,1-1 0 0 0,-1 1 0 0 0,1 0 1 0 0,-1 0-1 0 0,1-1 0 0 0,-1 1 0 0 0,1 0 0 0 0,-1 0 0 0 0,1 0 0 0 0,0 0 0 0 0,-1 1 0 0 0,-5 11 27 0 0,0 0 0 0 0,1 0-1 0 0,1 1 1 0 0,0 0 0 0 0,1 0 0 0 0,-2 22-1 0 0,-1 89 153 0 0,5-81-117 0 0,2 559 828 0 0,-1-583-850 0 0,4 53 68 0 0,-4-67-95 0 0,1-1 1 0 0,0 1-1 0 0,0-1 0 0 0,1 1 0 0 0,-1-1 1 0 0,1 1-1 0 0,0-1 0 0 0,1 0 0 0 0,4 8 0 0 0,-6-12-13 0 0,0 0-1 0 0,0-1 1 0 0,-1 1-1 0 0,1 0 1 0 0,0-1-1 0 0,0 1 0 0 0,0 0 1 0 0,0-1-1 0 0,0 1 1 0 0,1-1-1 0 0,-1 0 1 0 0,0 1-1 0 0,0-1 1 0 0,0 0-1 0 0,0 1 0 0 0,0-1 1 0 0,0 0-1 0 0,1 0 1 0 0,-1 0-1 0 0,0 0 1 0 0,0 0-1 0 0,0-1 1 0 0,0 1-1 0 0,0 0 0 0 0,1 0 1 0 0,-1-1-1 0 0,0 1 1 0 0,0-1-1 0 0,0 1 1 0 0,0-1-1 0 0,0 1 0 0 0,0-1 1 0 0,0 1-1 0 0,0-1 1 0 0,0 0-1 0 0,-1 0 1 0 0,1 0-1 0 0,0 1 1 0 0,0-1-1 0 0,1-2 0 0 0,5-4-13 0 0,0-1 0 0 0,0 0 0 0 0,6-11-1 0 0,-12 17 13 0 0,23-38-42 0 0,-2-1-1 0 0,-2-1 0 0 0,24-74 1 0 0,-29 75 29 0 0,-15 41 16 0 0,0 0 0 0 0,0 0 0 0 0,0 0 0 0 0,0 0 0 0 0,1 0 0 0 0,-1 0 0 0 0,0 0 0 0 0,0 0 0 0 0,0 0 0 0 0,0 0 0 0 0,0-1 0 0 0,0 1 0 0 0,0 0 0 0 0,0 0-1 0 0,0 0 1 0 0,0 0 0 0 0,0 0 0 0 0,0 0 0 0 0,0 0 0 0 0,1 0 0 0 0,-1 0 0 0 0,0 0 0 0 0,0 0 0 0 0,0 0 0 0 0,0 0 0 0 0,0 0 0 0 0,0 0 0 0 0,0 0 0 0 0,0 0 0 0 0,0 0 0 0 0,0 0 0 0 0,1 0 0 0 0,-1 0 0 0 0,0 0 0 0 0,0 0 0 0 0,0 0 0 0 0,0 0 0 0 0,0 0 0 0 0,0 0 0 0 0,0 0 0 0 0,0 0 0 0 0,0 0 0 0 0,0 0 0 0 0,0 0 0 0 0,1 0 0 0 0,-1 1 0 0 0,0-1 0 0 0,0 0 0 0 0,0 0 0 0 0,0 0 0 0 0,0 0 0 0 0,0 0 0 0 0,0 0 0 0 0,0 0 0 0 0,0 0 0 0 0,0 0 0 0 0,0 0 0 0 0,0 0 0 0 0,0 0 0 0 0,0 1 0 0 0,0-1 0 0 0,0 0 0 0 0,0 0 0 0 0,0 0 0 0 0,0 0 0 0 0,0 0 0 0 0,0 0 0 0 0,0 0 0 0 0,0 0 0 0 0,5 13 91 0 0,2 17 41 0 0,-2 25 105 0 0,10 61 166 0 0,-12-100-321 0 0,1 0 0 0 0,0 0 0 0 0,2-1 0 0 0,-1 1-1 0 0,10 15 1 0 0,-13-27-61 0 0,1 0 0 0 0,-1-1 0 0 0,1 1 0 0 0,0 0 0 0 0,0-1 0 0 0,0 1 0 0 0,1-1-1 0 0,-1 0 1 0 0,1 0 0 0 0,0-1 0 0 0,-1 1 0 0 0,1-1 0 0 0,1 0 0 0 0,-1 0 0 0 0,6 2 0 0 0,-3-1-2 0 0,0-2 1 0 0,1 1 0 0 0,0-1-1 0 0,-1 0 1 0 0,1 0 0 0 0,0-1-1 0 0,0 0 1 0 0,12-3 0 0 0,-6 1-15 0 0,-1-1 1 0 0,1 0-1 0 0,-1-1 1 0 0,0-1 0 0 0,-1 0-1 0 0,1-1 1 0 0,-1 0-1 0 0,0 0 1 0 0,0-2-1 0 0,13-11 1 0 0,-15 10-19 0 0,0-1 0 0 0,-1 0 1 0 0,-1-1-1 0 0,0 0 0 0 0,0-1 0 0 0,-1 1 0 0 0,0-1 1 0 0,-1-1-1 0 0,7-20 0 0 0,-5 8-31 0 0,-1 0 0 0 0,-2 0 0 0 0,0 0 0 0 0,1-31 1 0 0,-7 37-58 0 0,-6 28 10 0 0,-7 30 9 0 0,13-32 68 0 0,-18 93-75 0 0,17-87 77 0 0,1 1 1 0 0,0-1-1 0 0,1 0 1 0 0,0 0-1 0 0,4 20 1 0 0,-3-30 9 0 0,0-1 0 0 0,0 1 0 0 0,0-1 0 0 0,0 1 0 0 0,0-1 0 0 0,0 1 0 0 0,1-1 0 0 0,-1 0 0 0 0,1 0 0 0 0,0 0 0 0 0,-1 0 0 0 0,1 0 0 0 0,0 0 1 0 0,0 0-1 0 0,0 0 0 0 0,1-1 0 0 0,-1 1 0 0 0,0-1 0 0 0,1 0 0 0 0,-1 0 0 0 0,1 0 0 0 0,-1 0 0 0 0,1 0 0 0 0,-1 0 0 0 0,1 0 0 0 0,0-1 1 0 0,-1 0-1 0 0,1 1 0 0 0,0-1 0 0 0,-1 0 0 0 0,4 0 0 0 0,10-1 24 0 0,0 0 0 0 0,0-1 0 0 0,0-1 0 0 0,15-4 0 0 0,-17 4-8 0 0,9-2 33 0 0,48-13 83 0 0,-67 16-116 0 0,0 1 0 0 0,0-1 0 0 0,-1 1-1 0 0,1-1 1 0 0,0 0 0 0 0,-1-1-1 0 0,0 1 1 0 0,1-1 0 0 0,-1 1-1 0 0,0-1 1 0 0,0 0 0 0 0,0 0 0 0 0,-1 0-1 0 0,4-5 1 0 0,-6 6-9 0 0,1 1 0 0 0,-1-1 1 0 0,0 0-1 0 0,1 1 0 0 0,-1-1 0 0 0,0 0 0 0 0,0 1 1 0 0,0-1-1 0 0,0 1 0 0 0,0-1 0 0 0,-1 0 1 0 0,1 1-1 0 0,0-1 0 0 0,-1 1 0 0 0,1-1 0 0 0,-1 1 1 0 0,0-1-1 0 0,0 1 0 0 0,1-1 0 0 0,-1 1 1 0 0,0-1-1 0 0,0 1 0 0 0,0 0 0 0 0,0 0 0 0 0,0-1 1 0 0,-3-1-1 0 0,-40-33 55 0 0,30 25-50 0 0,-8-7-25 0 0,-1 1 1 0 0,-1 1-1 0 0,0 1 0 0 0,-1 1 0 0 0,-49-20 1 0 0,74 34 10 0 0,1 1 1 0 0,-1-1 0 0 0,0 0-1 0 0,0 0 1 0 0,0 1-1 0 0,0-1 1 0 0,0 0 0 0 0,0 1-1 0 0,0-1 1 0 0,1 0 0 0 0,-1 1-1 0 0,0-1 1 0 0,0 0-1 0 0,0 1 1 0 0,0-1 0 0 0,0 0-1 0 0,0 1 1 0 0,-1-1 0 0 0,1 0-1 0 0,0 1 1 0 0,0-1 0 0 0,0 0-1 0 0,0 1 1 0 0,0-1-1 0 0,0 0 1 0 0,0 1 0 0 0,-1-1-1 0 0,1 0 1 0 0,0 0 0 0 0,0 1-1 0 0,-1-1 1 0 0,1 0 0 0 0,0 0-1 0 0,0 1 1 0 0,-1-1-1 0 0,1 0 1 0 0,0 0 0 0 0,0 0-1 0 0,-1 0 1 0 0,1 1 0 0 0,0-1-1 0 0,-1 0 1 0 0,1 0 0 0 0,0 0-1 0 0,-1 0 1 0 0,1 0-1 0 0,0 0 1 0 0,-1 0 0 0 0,1 0-1 0 0,0 0 1 0 0,-1 0 0 0 0,1 0-1 0 0,0 0 1 0 0,-1 0 0 0 0,1 0-1 0 0,0 0 1 0 0,-1 0-1 0 0,1 0 1 0 0,0 0 0 0 0,-1-1-1 0 0,1 1 1 0 0,0 0 0 0 0,0 0-1 0 0,-1 0 1 0 0,1 0-1 0 0,0-1 1 0 0,0 1 0 0 0,-1-1-1 0 0,2 3-10 0 0,0 0-1 0 0,0 0 0 0 0,0 0 1 0 0,0 0-1 0 0,0 0 0 0 0,0-1 0 0 0,1 1 1 0 0,-1 0-1 0 0,1-1 0 0 0,1 2 1 0 0,5 1-33 0 0,1 0 1 0 0,-1 0-1 0 0,1-1 0 0 0,0 0 1 0 0,0-1-1 0 0,0 0 1 0 0,0 0-1 0 0,1-1 1 0 0,-1 0-1 0 0,17-1 1 0 0,9-3-117 0 0,56-11-1 0 0,-64 9 87 0 0,-1 0 0 0 0,1 2-1 0 0,31 0 1 0 0,-54 4 77 0 0,-1-1 0 0 0,0 1-1 0 0,1-1 1 0 0,-1 1 0 0 0,0 0 0 0 0,0 0-1 0 0,0 1 1 0 0,0-1 0 0 0,0 1 0 0 0,0-1-1 0 0,0 1 1 0 0,0 0 0 0 0,0 0 0 0 0,-1 0-1 0 0,1 1 1 0 0,-1-1 0 0 0,1 1 0 0 0,-1-1-1 0 0,0 1 1 0 0,0 0 0 0 0,0-1 0 0 0,-1 1 0 0 0,1 0-1 0 0,-1 0 1 0 0,1 1 0 0 0,-1-1 0 0 0,0 0-1 0 0,0 0 1 0 0,-1 1 0 0 0,2 4 0 0 0,-1 1 49 0 0,0 0 0 0 0,0 0 0 0 0,-1 0 1 0 0,0 0-1 0 0,-1 0 0 0 0,0 0 0 0 0,0 0 0 0 0,-1 0 1 0 0,0-1-1 0 0,-5 15 0 0 0,56-71 493 0 0,-30 28-475 0 0,17-15 37 0 0,48-40 0 0 0,-73 66-83 0 0,1 1 1 0 0,0 0 0 0 0,0 1-1 0 0,1 0 1 0 0,-1 1-1 0 0,1 1 1 0 0,1 0-1 0 0,-1 0 1 0 0,18-3-1 0 0,-28 8-2 0 0,0-1-1 0 0,0 1 1 0 0,1-1-1 0 0,-1 1 1 0 0,0 0-1 0 0,0 0 1 0 0,0 0-1 0 0,0 0 1 0 0,0 1-1 0 0,0-1 1 0 0,0 1-1 0 0,0 0 1 0 0,0 0-1 0 0,0 0 1 0 0,0 0-1 0 0,0 1 1 0 0,-1-1-1 0 0,1 1 1 0 0,0-1-1 0 0,-1 1 1 0 0,0 0-1 0 0,1 0 1 0 0,-1 0-1 0 0,0 0 1 0 0,0 1-1 0 0,0-1 1 0 0,0 1-1 0 0,0-1 1 0 0,-1 1-1 0 0,1-1 1 0 0,-1 1-1 0 0,1 0 1 0 0,-1 0-1 0 0,0 0 1 0 0,0 0-1 0 0,0 4 1 0 0,3 11 115 0 0,-2 0 1 0 0,0 1 0 0 0,-1-1-1 0 0,-1 1 1 0 0,-2 18-1 0 0,0 1 84 0 0,3-29 296 0 0,-1-1-987 0 0,0 0 1 0 0,0 0-1 0 0,-1 0 0 0 0,0-1 1 0 0,-2 9-1 0 0,-9 7-5934 0 0,-12-1-3772 0 0,5-8 4417 0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7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6265 0 0,'0'2'1080'0'0,"0"1"72"0"0,0 0 60 0 0,2 1 24 0 0,-2 0 48 0 0,4 2 20 0 0,1-1-4 0 0,1 1 20 0 0,3-1-19 0 0,-4 1-33 0 0,7 1-112 0 0,-3-6-164 0 0,-4 0-220 0 0,3-1-5100 0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7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298 57 2912 0 0,'1'-15'7560'0'0,"0"-1"-3936"0"0,-1 15-3446 0 0,0 0 0 0 0,-1 0 1 0 0,1-1-1 0 0,0 1 0 0 0,-1 0 0 0 0,1 0 0 0 0,-1 0 0 0 0,0 0 1 0 0,1 0-1 0 0,-1 0 0 0 0,0 0 0 0 0,1 0 0 0 0,-1 1 1 0 0,0-1-1 0 0,0 0 0 0 0,0 0 0 0 0,0 1 0 0 0,0-1 0 0 0,0 0 1 0 0,0 1-1 0 0,0-1 0 0 0,0 1 0 0 0,0-1 0 0 0,0 1 1 0 0,0-1-1 0 0,0 1 0 0 0,0 0 0 0 0,0 0 0 0 0,-1 0 0 0 0,-1-1 1 0 0,-43-1 645 0 0,36 2-332 0 0,2-1-417 0 0,0 1 0 0 0,0 1-1 0 0,0-1 1 0 0,0 1 0 0 0,0 1 0 0 0,0-1 0 0 0,1 1 0 0 0,-1 1 0 0 0,0-1-1 0 0,1 2 1 0 0,0-1 0 0 0,-1 1 0 0 0,1 0 0 0 0,1 0 0 0 0,-1 0 0 0 0,1 1-1 0 0,-1 0 1 0 0,1 1 0 0 0,1-1 0 0 0,-1 1 0 0 0,1 0 0 0 0,0 1 0 0 0,0-1-1 0 0,1 1 1 0 0,0 0 0 0 0,0 0 0 0 0,1 0 0 0 0,-5 14 0 0 0,3-9-36 0 0,0 1 1 0 0,1 0 0 0 0,0 1-1 0 0,1-1 1 0 0,1 1 0 0 0,-2 26-1 0 0,4-36-34 0 0,0 0 0 0 0,0 0 0 0 0,1 0 1 0 0,-1 0-1 0 0,1 0 0 0 0,0 0 0 0 0,0 0 0 0 0,1 0 0 0 0,-1 0 0 0 0,1 0 0 0 0,0 0 0 0 0,0-1 0 0 0,0 1 1 0 0,0-1-1 0 0,0 1 0 0 0,1-1 0 0 0,0 0 0 0 0,0 0 0 0 0,0 0 0 0 0,0-1 0 0 0,0 1 0 0 0,0-1 0 0 0,1 1 0 0 0,-1-1 1 0 0,1 0-1 0 0,-1 0 0 0 0,6 1 0 0 0,3 1-12 0 0,-1-1 0 0 0,1-1 1 0 0,-1 0-1 0 0,1 0 0 0 0,0-1 1 0 0,-1-1-1 0 0,1 0 0 0 0,0-1 1 0 0,-1 0-1 0 0,1 0 0 0 0,0-1 1 0 0,-1-1-1 0 0,1 0 0 0 0,15-7 1 0 0,-10 3-878 0 0,1-1 0 0 0,-1 0 0 0 0,19-14 0 0 0,-20 11-1852 0 0,-2 0-1 0 0,0 0 0 0 0,15-16 1 0 0,-3-2-1733 0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7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 17 4224 0 0,'-11'-10'5220'0'0,"4"3"-162"0"0,9 29-2130 0 0,24 131 2964 0 0,-4 88-4223 0 0,-17-164-1118 0 0,13 420 1431 0 0,-18-495-1996 0 0,0 0 0 0 0,0 1 1 0 0,1-1-1 0 0,-1 0 0 0 0,0 1 0 0 0,1-1 0 0 0,-1 0 1 0 0,1 0-1 0 0,1 4 0 0 0,5-4-1500 0 0,4-12-3668 0 0,-6 1 9 0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7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 51 4232 0 0,'-1'-1'315'0'0,"0"0"0"0"0,0 1 0 0 0,0-1 0 0 0,0 0 0 0 0,0 0-1 0 0,1 0 1 0 0,-1 0 0 0 0,0 0 0 0 0,1 0 0 0 0,-1 0 0 0 0,0 0 0 0 0,1 0-1 0 0,-1 0 1 0 0,1 0 0 0 0,0 0 0 0 0,-1-1 0 0 0,1 1 0 0 0,0 0-1 0 0,0 0 1 0 0,0 0 0 0 0,-1 0 0 0 0,1-1 0 0 0,0 1 0 0 0,1 0-1 0 0,-1 0 1 0 0,0 0 0 0 0,0-1 0 0 0,0 1 0 0 0,1 0 0 0 0,-1 0 0 0 0,1 0-1 0 0,-1 0 1 0 0,1 0 0 0 0,-1 0 0 0 0,2-2 0 0 0,5 0 587 0 0,0 1 0 0 0,0 0-1 0 0,0 1 1 0 0,0 0 0 0 0,1 0 0 0 0,7 0 0 0 0,49 3 1986 0 0,-23-1-2083 0 0,23-2 19 0 0,69 2-495 0 0,-120 4-1134 0 0,-15 2-3796 0 0,-18 9-6220 0 0,18-15 10155 0 0,-11 8-4243 0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7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39 4456 0 0,'-1'-2'583'0'0,"1"1"-1"0"0,-1-1 0 0 0,1 0 0 0 0,-1 0 0 0 0,1 1 0 0 0,0-1 0 0 0,0 0 0 0 0,0 0 0 0 0,0 0 1 0 0,0 1-1 0 0,0-1 0 0 0,0 0 0 0 0,0 0 0 0 0,2-2 0 0 0,3-6 3526 0 0,2 27-1494 0 0,5 59 1006 0 0,-9 41-2877 0 0,-3-101-564 0 0,-2 182 405 0 0,2 153 249 0 0,1-325-685 0 0,6 36-1 0 0,-7-55-110 0 0,2-1 0 0 0,-1 0 0 0 0,1 1 0 0 0,0-1 0 0 0,1 0 0 0 0,-1 0 0 0 0,1 0 0 0 0,0 0 0 0 0,1 0 0 0 0,-1-1 0 0 0,6 6 0 0 0,-8-10-33 0 0,0 1-1 0 0,1-1 0 0 0,-1 0 0 0 0,0 0 0 0 0,1 0 0 0 0,-1 0 0 0 0,1 0 0 0 0,-1-1 0 0 0,1 1 0 0 0,0 0 0 0 0,-1-1 1 0 0,1 1-1 0 0,0-1 0 0 0,-1 1 0 0 0,1-1 0 0 0,0 0 0 0 0,0 0 0 0 0,0 0 0 0 0,-1 0 0 0 0,1 0 0 0 0,0 0 0 0 0,0 0 1 0 0,-1-1-1 0 0,1 1 0 0 0,0-1 0 0 0,-1 1 0 0 0,1-1 0 0 0,0 0 0 0 0,1-1 0 0 0,22-14-1367 0 0,-3-3-3523 0 0,-10 8-478 0 0,2 0 337 0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7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60 4680 0 0,'0'-51'8327'0'0,"0"43"-4043"0"0,0 33-1518 0 0,-1 43 847 0 0,1 69-961 0 0,1-117-2446 0 0,2-1 0 0 0,0 1 0 0 0,1-1-1 0 0,11 34 1 0 0,-14-50-176 0 0,1 1 0 0 0,-1 0 0 0 0,1-1 0 0 0,0 1 0 0 0,0-1 0 0 0,0 1 0 0 0,1-1 0 0 0,-1 0 0 0 0,1 0 0 0 0,0 0 0 0 0,0-1 1 0 0,0 1-1 0 0,0 0 0 0 0,0-1 0 0 0,0 0 0 0 0,1 0 0 0 0,5 3 0 0 0,-4-4-45 0 0,0 1 1 0 0,1-1 0 0 0,-1 0-1 0 0,0 0 1 0 0,1-1 0 0 0,-1 1-1 0 0,0-1 1 0 0,1 0 0 0 0,-1-1-1 0 0,0 1 1 0 0,10-3 0 0 0,-4 0-92 0 0,-1 0 0 0 0,1-1 1 0 0,-1 0-1 0 0,0-1 0 0 0,-1 0 1 0 0,1-1-1 0 0,-1 0 1 0 0,0 0-1 0 0,0-1 0 0 0,-1 0 1 0 0,0 0-1 0 0,11-13 0 0 0,-7 2-122 0 0,0 0 1 0 0,-1-2-1 0 0,-1 1 0 0 0,0-1 0 0 0,10-34 0 0 0,-9 17-261 0 0,-1-1 1 0 0,6-50-1 0 0,-36 205 1997 0 0,4-37-409 0 0,-6 111 0 0 0,21-169-892 0 0,0 39 412 0 0,1-57-572 0 0,0 0 0 0 0,1-1 0 0 0,-1 1 0 0 0,1 0 0 0 0,0-1 0 0 0,0 1 0 0 0,1-1 0 0 0,-1 1 0 0 0,0-1 0 0 0,1 0 0 0 0,0 1 0 0 0,4 4 0 0 0,-5-7-19 0 0,0 0 0 0 0,0 0-1 0 0,0 0 1 0 0,0 0 0 0 0,0-1 0 0 0,0 1-1 0 0,0 0 1 0 0,0-1 0 0 0,0 1 0 0 0,0-1 0 0 0,1 1-1 0 0,-1-1 1 0 0,0 1 0 0 0,0-1 0 0 0,2 0 0 0 0,18-4-3216 0 0,-16 2 1077 0 0,0 0-1 0 0,-1-1 1 0 0,1 0-1 0 0,-1 0 1 0 0,0-1-1 0 0,6-5 1 0 0,1-4-3449 0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7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59 4672 0 0,'-1'0'157'0'0,"1"0"0"0"0,0 0-1 0 0,0 0 1 0 0,-1 0 0 0 0,1 0-1 0 0,0 0 1 0 0,0 0-1 0 0,-1 0 1 0 0,1 0 0 0 0,0 0-1 0 0,0 0 1 0 0,-1 0-1 0 0,1 0 1 0 0,0 0 0 0 0,0-1-1 0 0,-1 1 1 0 0,1 0 0 0 0,0 0-1 0 0,0 0 1 0 0,0 0-1 0 0,-1 0 1 0 0,1-1 0 0 0,0 1-1 0 0,0 0 1 0 0,0 0-1 0 0,0 0 1 0 0,0-1 0 0 0,-1 1-1 0 0,1 0 1 0 0,0 0 0 0 0,0-1-1 0 0,0 1 1 0 0,0 0-1 0 0,0 0 1 0 0,0-1 0 0 0,0 1-1 0 0,0 0 1 0 0,0 0-1 0 0,0-1 1 0 0,0 1 0 0 0,0 0-1 0 0,0 0 1 0 0,0-1 0 0 0,0 1-1 0 0,0 0 1 0 0,0 0-1 0 0,0-1 1 0 0,0 1 0 0 0,0 0-1 0 0,1-1 1 0 0,8-3 2019 0 0,74 5 3827 0 0,30-1-1883 0 0,-63-1-3210 0 0,68-10 1 0 0,-116 10-895 0 0,35-7 111 0 0,-36 8-136 0 0,1 0 1 0 0,-1 0-1 0 0,0-1 1 0 0,0 1-1 0 0,1-1 1 0 0,-1 1-1 0 0,0-1 1 0 0,0 1-1 0 0,0-1 1 0 0,0 1-1 0 0,0-1 1 0 0,1 0-1 0 0,-1 0 1 0 0,-1 0-1 0 0,1 1 1 0 0,0-1-1 0 0,0 0 1 0 0,0 0-1 0 0,0 0 1 0 0,-1 0-1 0 0,1-1 1 0 0,0 1-1 0 0,0-2 0 0 0,-1 2-3 0 0,-1 1-1 0 0,1-1 1 0 0,0 1-1 0 0,-1-1 0 0 0,1 1 1 0 0,-1 0-1 0 0,1-1 1 0 0,-1 1-1 0 0,1 0 0 0 0,-1-1 1 0 0,1 1-1 0 0,-1 0 1 0 0,0-1-1 0 0,1 1 0 0 0,-1 0 1 0 0,1 0-1 0 0,-1 0 0 0 0,0 0 1 0 0,1 0-1 0 0,-1 0 1 0 0,1-1-1 0 0,-1 1 0 0 0,0 1 1 0 0,1-1-1 0 0,-2 0 1 0 0,-20 0-134 0 0,18 0 91 0 0,2 0 39 0 0,0 0 0 0 0,0-1 0 0 0,0 1 0 0 0,1 0 0 0 0,-1 1 0 0 0,0-1 0 0 0,0 0 0 0 0,0 1 0 0 0,0-1 0 0 0,1 0 0 0 0,-1 1-1 0 0,0 0 1 0 0,0 0 0 0 0,1-1 0 0 0,-1 1 0 0 0,1 0 0 0 0,-1 0 0 0 0,0 0 0 0 0,1 1 0 0 0,0-1 0 0 0,-1 0 0 0 0,1 0 0 0 0,0 1 0 0 0,0-1 0 0 0,0 1 0 0 0,-2 2 0 0 0,1 2 5 0 0,1-1 0 0 0,0 0-1 0 0,0 1 1 0 0,1-1 0 0 0,-1 0 0 0 0,1 1 0 0 0,1 8-1 0 0,0 7 11 0 0,9 222-218 0 0,-1-2-33 0 0,-6-161 180 0 0,-1 45-47 0 0,-3-110 113 0 0,0-1 0 0 0,-1 1 0 0 0,-1 0 0 0 0,0-1 0 0 0,-1 1 0 0 0,-6 13 0 0 0,9-24 7 0 0,-1-1 0 0 0,1 0 0 0 0,-1 0 0 0 0,1 0 0 0 0,-1 0 1 0 0,0 0-1 0 0,0 0 0 0 0,-1 0 0 0 0,1-1 0 0 0,0 1 0 0 0,-1-1 0 0 0,0 0 0 0 0,1 1 0 0 0,-1-1 0 0 0,0 0 0 0 0,0-1 0 0 0,0 1 0 0 0,-1-1 0 0 0,1 1 0 0 0,0-1 0 0 0,0 0 0 0 0,-1 0 0 0 0,1 0 0 0 0,-1 0 0 0 0,1-1 0 0 0,-1 0 0 0 0,1 1 0 0 0,-1-1 0 0 0,1-1 1 0 0,-1 1-1 0 0,-6-2 0 0 0,-15-8-56 0 0,-4-1-1061 0 0,12 6-8368 0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7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64 5384 0 0,'2'-1'3538'0'0,"8"-9"-1766"0"0,6 2-142 0 0,1 0-1 0 0,0 2 0 0 0,1 0 0 0 0,0 1 1 0 0,35-5-1 0 0,-9 5 2055 0 0,59 1-1 0 0,-90 4-3305 0 0,0 1 0 0 0,26 5 0 0 0,1 7-3801 0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7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 0 4800 0 0,'-1'0'369'0'0,"0"0"0"0"0,0 0 0 0 0,1 0 0 0 0,-1 0-1 0 0,0 1 1 0 0,1-1 0 0 0,-1 0 0 0 0,0 0-1 0 0,0 0 1 0 0,1 1 0 0 0,-1-1 0 0 0,0 0-1 0 0,1 1 1 0 0,-1-1 0 0 0,1 1 0 0 0,-1-1 0 0 0,1 1-1 0 0,-2 0 1 0 0,-1 34 2176 0 0,1 1-1 0 0,3 50 1 0 0,0 15 123 0 0,-4 132 2157 0 0,2-71-6798 0 0,1-159 1083 0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7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316 52 4528 0 0,'-11'-23'4511'0'0,"7"20"-4221"0"0,0 0 1 0 0,0 0-1 0 0,0 1 1 0 0,0-1-1 0 0,0 1 1 0 0,0 0-1 0 0,-1 0 1 0 0,1 0-1 0 0,-1 1 1 0 0,1-1-1 0 0,-1 1 1 0 0,0 0-1 0 0,0 1 1 0 0,1-1 0 0 0,-1 1-1 0 0,0 0 1 0 0,-9 1-1 0 0,5-1 51 0 0,1 1-1 0 0,-1 1 1 0 0,1 0 0 0 0,-1 0-1 0 0,1 0 1 0 0,0 1-1 0 0,0 0 1 0 0,0 1 0 0 0,-8 5-1 0 0,6-2 28 0 0,0 0-1 0 0,1 1 1 0 0,0 0-1 0 0,0 1 1 0 0,1 0-1 0 0,0 0 1 0 0,1 0-1 0 0,0 1 1 0 0,0 0-1 0 0,1 1 1 0 0,1 0-1 0 0,0 0 1 0 0,0 0-1 0 0,1 0 0 0 0,0 1 1 0 0,1-1-1 0 0,-3 19 1 0 0,6-27-327 0 0,-1 1 1 0 0,1-1-1 0 0,-1 0 0 0 0,1 0 1 0 0,0 0-1 0 0,0 1 1 0 0,0-1-1 0 0,1 0 1 0 0,-1 0-1 0 0,1 0 0 0 0,0 0 1 0 0,0 0-1 0 0,0 0 1 0 0,0 0-1 0 0,0 0 0 0 0,1 0 1 0 0,-1 0-1 0 0,1 0 1 0 0,3 3-1 0 0,-2-3 7 0 0,0 0 0 0 0,0-1-1 0 0,1 0 1 0 0,-1 1 0 0 0,1-1 0 0 0,-1 0 0 0 0,1-1 0 0 0,0 1 0 0 0,-1-1-1 0 0,1 0 1 0 0,0 0 0 0 0,0 0 0 0 0,6 1 0 0 0,7-1-45 0 0,0-1 0 0 0,-1 0 0 0 0,1-1 0 0 0,0-1 0 0 0,-1 0 0 0 0,20-6 0 0 0,-22 4-646 0 0,-2 0 1 0 0,1 0-1 0 0,22-11 1 0 0,-30 12-781 0 0,1-1 0 0 0,-1 0 1 0 0,1 1-1 0 0,-1-2 0 0 0,8-8 0 0 0,3-8-3477 0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7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23 113 4048 0 0,'-1'-16'1724'0'0,"-1"1"0"0"0,-1-1-1 0 0,-6-22 1 0 0,2 10 1268 0 0,6 65 2040 0 0,14 187 1278 0 0,-9-106-5286 0 0,0 90 487 0 0,4 55-469 0 0,-1-230-1068 0 0,2-21-3868 0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7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17 4944 0 0,'0'-1'360'0'0,"0"1"0"0"0,0-1-1 0 0,0 1 1 0 0,0-1-1 0 0,0 1 1 0 0,0-1 0 0 0,0 1-1 0 0,1-1 1 0 0,-1 1-1 0 0,0-1 1 0 0,3-3 2876 0 0,-3 4-2876 0 0,1 0-1 0 0,-1-1 1 0 0,2 1-1 0 0,15-5 3438 0 0,28 7-2428 0 0,-30-1 43 0 0,121-2 3641 0 0,-81-2-3979 0 0,1 4 1 0 0,99 12-1 0 0,-154-13-1102 0 0,0 0-1 0 0,0 0 1 0 0,1 1-1 0 0,-1-1 1 0 0,0 0 0 0 0,1 1-1 0 0,-1-1 1 0 0,0 1 0 0 0,0-1-1 0 0,0 1 1 0 0,0 0 0 0 0,1-1-1 0 0,-1 1 1 0 0,0 0-1 0 0,0 0 1 0 0,1 1 0 0 0,-2-1-166 0 0,0-1 1 0 0,1 1 0 0 0,-1-1 0 0 0,0 1-1 0 0,0-1 1 0 0,0 1 0 0 0,0-1-1 0 0,0 1 1 0 0,0 0 0 0 0,0-1 0 0 0,0 1-1 0 0,0-1 1 0 0,0 1 0 0 0,-1-1-1 0 0,1 1 1 0 0,0-1 0 0 0,0 1 0 0 0,0-1-1 0 0,-1 1 1 0 0,1-1 0 0 0,0 1-1 0 0,-1-1 1 0 0,1 0 0 0 0,0 1 0 0 0,-1-1-1 0 0,0 1 1 0 0,-3 3-1575 0 0,0-1-1 0 0,0 0 1 0 0,0 0 0 0 0,0 0 0 0 0,-1-1-1 0 0,-7 4 1 0 0,-13 4-3401 0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7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47 1 4512 0 0,'-2'-1'395'0'0,"0"1"0"0"0,0 0 0 0 0,0 0-1 0 0,1 0 1 0 0,-1 0 0 0 0,0 0-1 0 0,0 1 1 0 0,0-1 0 0 0,1 0-1 0 0,-1 1 1 0 0,0-1 0 0 0,0 1 0 0 0,1 0-1 0 0,-1 0 1 0 0,1-1 0 0 0,-1 1-1 0 0,0 0 1 0 0,1 0 0 0 0,-1 0 0 0 0,1 1-1 0 0,0-1 1 0 0,-2 2 0 0 0,2 0-50 0 0,0 1-1 0 0,0 0 1 0 0,0-1 0 0 0,0 1 0 0 0,0 0 0 0 0,1-1 0 0 0,0 1 0 0 0,0 0 0 0 0,0 0-1 0 0,1 5 1 0 0,32 303 8089 0 0,-21-195-7516 0 0,-5 230-1 0 0,-9-204-657 0 0,2-137-240 0 0,0 0 1 0 0,0 1 0 0 0,1-1 0 0 0,0 0-1 0 0,0 0 1 0 0,3 9 0 0 0,-3-14-13 0 0,-1 1 1 0 0,1-1-1 0 0,-1 0 0 0 0,1 0 1 0 0,0 0-1 0 0,-1 0 0 0 0,1 0 1 0 0,0 0-1 0 0,0 0 0 0 0,0 0 1 0 0,0 0-1 0 0,0-1 1 0 0,0 1-1 0 0,0 0 0 0 0,0 0 1 0 0,0-1-1 0 0,0 1 0 0 0,0-1 1 0 0,0 1-1 0 0,0-1 0 0 0,1 0 1 0 0,-1 1-1 0 0,0-1 1 0 0,0 0-1 0 0,1 0 0 0 0,-1 0 1 0 0,0 1-1 0 0,0-2 0 0 0,1 1 1 0 0,-1 0-1 0 0,0 0 0 0 0,0 0 1 0 0,1 0-1 0 0,-1-1 1 0 0,0 1-1 0 0,2-1 0 0 0,39-11-353 0 0,0-2 0 0 0,0-2 0 0 0,55-29 0 0 0,-53 18-5284 0 0,-3-3-5164 0 0,-23 13 5512 0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7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35 35 4992 0 0,'-10'-13'4714'0'0,"-2"-3"-543"0"0,7 18-2391 0 0,2 11-220 0 0,-2 149 5831 0 0,8-116-6028 0 0,12 69 0 0 0,-14-109-1294 0 0,1 0 0 0 0,0 0 0 0 0,0 0 0 0 0,0-1 0 0 0,0 1 0 0 0,1-1 0 0 0,0 1 0 0 0,7 9 0 0 0,-9-14-60 0 0,1 1 0 0 0,-1 0 1 0 0,0-1-1 0 0,1 1 0 0 0,0-1 1 0 0,-1 0-1 0 0,1 0 0 0 0,0 1 1 0 0,0-1-1 0 0,-1 0 1 0 0,1-1-1 0 0,0 1 0 0 0,0 0 1 0 0,0 0-1 0 0,0-1 0 0 0,0 1 1 0 0,0-1-1 0 0,0 0 0 0 0,1 1 1 0 0,-1-1-1 0 0,0 0 0 0 0,0 0 1 0 0,0-1-1 0 0,0 1 0 0 0,0 0 1 0 0,0-1-1 0 0,0 1 1 0 0,0-1-1 0 0,0 0 0 0 0,3-1 1 0 0,4-3-69 0 0,0-1 0 0 0,0 0 1 0 0,-1 0-1 0 0,0-1 0 0 0,0 0 1 0 0,0-1-1 0 0,-1 0 0 0 0,0 0 1 0 0,-1 0-1 0 0,0-1 0 0 0,0 0 1 0 0,-1 0-1 0 0,8-18 1 0 0,1-7-250 0 0,-1 0 0 0 0,15-62 0 0 0,-8-36-276 0 0,-35 247 1912 0 0,0 129 0 0 0,14-233-2110 0 0,0 1 1342 0 0,1 1-1 0 0,1 0 1 0 0,1 13 0 0 0,8 1-3083 0 0,-9-26 1804 0 0,0 1 0 0 0,0-1 0 0 0,0 0 0 0 0,0 0 0 0 0,0 1 0 0 0,1-1 0 0 0,-1 0 0 0 0,0 0 0 0 0,1-1 0 0 0,-1 1 0 0 0,0 0 0 0 0,1 0 0 0 0,-1-1 0 0 0,4 2 1 0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7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129 1 5264 0 0,'1'53'3289'0'0,"0"-3"300"0"0,-2 0 0 0 0,-9 59 0 0 0,7-92-3485 0 0,-1 0-1 0 0,0-1 0 0 0,-14 32 0 0 0,13-38-965 0 0,0 0 0 0 0,-1 0 0 0 0,0-1-1 0 0,-1 1 1 0 0,0-2 0 0 0,-15 17-1 0 0,6-12-3697 0 0,0-3-1 0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7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12 171 4712 0 0,'-8'-19'5236'0'0,"6"11"-1663"0"0,1 19-801 0 0,1 36-184 0 0,3 0 0 0 0,8 48 0 0 0,-9-80-2300 0 0,1 1-1 0 0,1-1 1 0 0,1 0-1 0 0,0 0 1 0 0,0 0-1 0 0,2-1 1 0 0,0 0-1 0 0,1 0 1 0 0,17 24-1 0 0,-23-35-243 0 0,0-1-1 0 0,0 1 0 0 0,0 0 0 0 0,1-1 0 0 0,-1 0 0 0 0,1 1 1 0 0,0-1-1 0 0,-1 0 0 0 0,1 0 0 0 0,0-1 0 0 0,0 1 0 0 0,0-1 1 0 0,0 1-1 0 0,1-1 0 0 0,-1 0 0 0 0,0 0 0 0 0,0 0 0 0 0,1-1 1 0 0,-1 1-1 0 0,1-1 0 0 0,-1 0 0 0 0,0 0 0 0 0,1 0 0 0 0,-1 0 1 0 0,1 0-1 0 0,-1-1 0 0 0,0 0 0 0 0,1 1 0 0 0,-1-1 0 0 0,0-1 1 0 0,0 1-1 0 0,1 0 0 0 0,-1-1 0 0 0,0 0 0 0 0,-1 1 0 0 0,1-1 1 0 0,0 0-1 0 0,3-4 0 0 0,4-3 55 0 0,0-1 0 0 0,0 0 0 0 0,-1-1 0 0 0,0-1 0 0 0,-1 1 0 0 0,0-1 0 0 0,-1 0 0 0 0,6-14 0 0 0,4-19 53 0 0,-2 0-1 0 0,-2-2 1 0 0,-1 0-1 0 0,6-66 1 0 0,-5 34-565 0 0,-7 51 233 0 0,-1 18-3897 0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7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25 4200 0 0,'0'-1'185'0'0,"1"1"0"0"0,-1 0 0 0 0,1 0 0 0 0,-1 0 1 0 0,0 0-1 0 0,1 0 0 0 0,-1-1 0 0 0,0 1 0 0 0,1 0 0 0 0,-1 0 0 0 0,1-1 0 0 0,-1 1 0 0 0,0 0 0 0 0,0 0 0 0 0,1-1 0 0 0,-1 1 0 0 0,0 0 0 0 0,0-1 0 0 0,1 1 0 0 0,-1 0 0 0 0,0-1 0 0 0,0 1 0 0 0,0-1 0 0 0,1 1 0 0 0,-1 0 0 0 0,0-1 0 0 0,0 1 0 0 0,0-1 0 0 0,0 1 0 0 0,0 0 0 0 0,0-1 0 0 0,0 1 0 0 0,0-1 0 0 0,0 1 0 0 0,0-1 0 0 0,0 1 0 0 0,0 0 0 0 0,0-1 0 0 0,0 1 0 0 0,-1-1 0 0 0,1 1 1 0 0,0 0-1 0 0,0-1 0 0 0,0 1 0 0 0,-1-1 0 0 0,1 1 0 0 0,0 0 0 0 0,0-1 0 0 0,-1 1 0 0 0,1 0 0 0 0,0 0 0 0 0,-1-1 0 0 0,1 1 0 0 0,0 0 0 0 0,-1 0 0 0 0,1-1 0 0 0,0 1 0 0 0,-1 0 0 0 0,1 0 0 0 0,-1 0 0 0 0,1 0 0 0 0,0 0 0 0 0,-1-1 0 0 0,1 1 0 0 0,-1 0 0 0 0,34-3 2664 0 0,0 2 1 0 0,41 3-1 0 0,-6 0-1035 0 0,158-2 374 0 0,-227 0-2203 0 0,-1 0 0 0 0,1 1 0 0 0,0-1 0 0 0,-1 1 1 0 0,1-1-1 0 0,-1 1 0 0 0,1 0 0 0 0,0-1 0 0 0,0 1 0 0 0,-1 0 0 0 0,1 0 0 0 0,0 0 0 0 0,0 0 0 0 0,0 0 1 0 0,0 0-1 0 0,0 0 0 0 0,0 1 0 0 0,0-1 0 0 0,0 0 0 0 0,0 0 0 0 0,1 1 0 0 0,-1-1 0 0 0,1 0 1 0 0,-1 1-1 0 0,1-1 0 0 0,-1 1 0 0 0,1-1 0 0 0,0 1 0 0 0,-1-1 0 0 0,1 1 0 0 0,0 2 0 0 0,-1 10 17 0 0,0-1 0 0 0,2 23 0 0 0,-1-20-26 0 0,-2 675-12 0 0,2-683 35 0 0,1 10 1 0 0,-2-1 0 0 0,0 0 0 0 0,-1 1 0 0 0,-4 21 0 0 0,4-35-2 0 0,1 0 1 0 0,0 1 0 0 0,-1-1 0 0 0,0 0 0 0 0,0 0-1 0 0,0 0 1 0 0,0-1 0 0 0,-1 1 0 0 0,0 0-1 0 0,1-1 1 0 0,-1 1 0 0 0,-1-1 0 0 0,1 0-1 0 0,0 0 1 0 0,-1-1 0 0 0,1 1 0 0 0,-1-1 0 0 0,0 1-1 0 0,0-1 1 0 0,0 0 0 0 0,-7 2 0 0 0,-15 4-769 0 0,-1-2-1 0 0,0 0 1 0 0,-40 2 0 0 0,65-8-58 0 0,0 1 1 0 0,1-1-1 0 0,-1 0 0 0 0,1-1 0 0 0,-1 1 0 0 0,0 0 0 0 0,1 0 0 0 0,-1-1 1 0 0,1 1-1 0 0,-1-1 0 0 0,1 1 0 0 0,-1-1 0 0 0,1 0 0 0 0,-1 1 1 0 0,1-1-1 0 0,0 0 0 0 0,-2-1 0 0 0,-3-5-4381 0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7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640 116 3056 0 0,'1'-3'325'0'0,"1"0"-1"0"0,-1 0 1 0 0,1 1 0 0 0,-1-1-1 0 0,1 1 1 0 0,0-1 0 0 0,0 1-1 0 0,0 0 1 0 0,0-1-1 0 0,0 1 1 0 0,1 0 0 0 0,2-1-1 0 0,6-8 763 0 0,-3 2-74 0 0,1 1-1 0 0,0 0 0 0 0,0 1 0 0 0,16-9 0 0 0,8-8 4697 0 0,-97 79-1786 0 0,-28 35-2494 0 0,-49 42-1380 0 0,-220 155 191 0 0,344-275-233 0 0,1 2-1 0 0,0 0 0 0 0,1 0 1 0 0,-21 27-1 0 0,35-40 5 0 0,0 1 0 0 0,-1-1 0 0 0,1 1 0 0 0,0 0 0 0 0,0-1-1 0 0,0 1 1 0 0,0 0 0 0 0,0 0 0 0 0,1 0 0 0 0,-1 0 0 0 0,0-1 0 0 0,1 1-1 0 0,0 0 1 0 0,-1 0 0 0 0,1 0 0 0 0,0 0 0 0 0,0 0 0 0 0,0 0-1 0 0,0 0 1 0 0,0 0 0 0 0,1 0 0 0 0,-1 0 0 0 0,1 0 0 0 0,-1 0 0 0 0,1 0-1 0 0,0 0 1 0 0,-1 0 0 0 0,1-1 0 0 0,0 1 0 0 0,0 0 0 0 0,0-1 0 0 0,1 1-1 0 0,-1 0 1 0 0,0-1 0 0 0,1 0 0 0 0,-1 1 0 0 0,1-1 0 0 0,-1 0 0 0 0,1 1-1 0 0,-1-1 1 0 0,1 0 0 0 0,3 1 0 0 0,120 64 591 0 0,29 18-71 0 0,110 94 473 0 0,-237-161-912 0 0,-19-13-67 0 0,-1 0-1 0 0,1 1 1 0 0,-1 0-1 0 0,0 0 1 0 0,0 1-1 0 0,0 0 0 0 0,-1 0 1 0 0,0 0-1 0 0,0 1 1 0 0,-1 0-1 0 0,0 0 0 0 0,6 10 1 0 0,-14-10 13 0 0,-8-5-4594 0 0,-8-2-8725 0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7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361 33 4096 0 0,'-6'-19'5092'0'0,"3"17"-4814"0"0,-1 1 1 0 0,1-1-1 0 0,0 0 1 0 0,-1 1-1 0 0,1 0 1 0 0,-1 0-1 0 0,0 0 1 0 0,1 0-1 0 0,-1 1 1 0 0,0-1 0 0 0,1 1-1 0 0,-1 0 1 0 0,0 0-1 0 0,1 0 1 0 0,-7 2-1 0 0,-2-1 327 0 0,1 1 1 0 0,0 1-1 0 0,-21 7 0 0 0,15-3-72 0 0,0 1 1 0 0,1 1 0 0 0,0 0-1 0 0,1 2 1 0 0,0-1 0 0 0,1 2-1 0 0,0 0 1 0 0,-14 16 0 0 0,20-20-403 0 0,1 0-1 0 0,0 1 1 0 0,1 0 0 0 0,-1 1 0 0 0,2-1-1 0 0,-1 1 1 0 0,1 0 0 0 0,1 0 0 0 0,0 1 0 0 0,1-1-1 0 0,-1 1 1 0 0,2 0 0 0 0,0 0 0 0 0,-2 20-1 0 0,4-29-107 0 0,0 0-1 0 0,0 0 1 0 0,0 0-1 0 0,1-1 0 0 0,-1 1 1 0 0,0 0-1 0 0,1 0 1 0 0,-1 0-1 0 0,1 0 0 0 0,0-1 1 0 0,-1 1-1 0 0,1 0 1 0 0,0-1-1 0 0,0 1 0 0 0,0 0 1 0 0,0-1-1 0 0,1 1 1 0 0,-1-1-1 0 0,0 0 0 0 0,0 1 1 0 0,3 1-1 0 0,-1-2 11 0 0,0 1 0 0 0,0-1 0 0 0,0 0 0 0 0,0 0 0 0 0,0 0 0 0 0,0 0 0 0 0,1 0 0 0 0,-1-1 0 0 0,0 1 0 0 0,0-1 0 0 0,6 0 0 0 0,8-2 50 0 0,-1 0 0 0 0,1-1 0 0 0,30-10-1 0 0,-42 12-88 0 0,16-6-157 0 0,0-1 0 0 0,-1 0 0 0 0,0-2 0 0 0,28-17 0 0 0,-9 0-2785 0 0,-2-5-3567 0 0,-16 10 1927 0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7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38 136 3792 0 0,'-1'-1'190'0'0,"0"-1"0"0"0,0 1-1 0 0,0 0 1 0 0,0-1-1 0 0,0 1 1 0 0,0-1 0 0 0,0 1-1 0 0,1-1 1 0 0,-1 1 0 0 0,0-1-1 0 0,1 0 1 0 0,-1 1-1 0 0,1-1 1 0 0,0 0 0 0 0,0-1-1 0 0,-4-30 1643 0 0,4 29-1527 0 0,-9-69 6175 0 0,9 78-3006 0 0,-5 40 394 0 0,-3 302-320 0 0,8 182-942 0 0,2-522-2757 0 0,2-19-3455 0 0,4-22-10823 0 0,-5 21 9056 0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7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 46 3704 0 0,'-2'-1'445'0'0,"1"1"-1"0"0,0-1 0 0 0,0 1 1 0 0,0-1-1 0 0,0 0 0 0 0,0 1 1 0 0,-1-1-1 0 0,1 0 0 0 0,0 0 1 0 0,1 0-1 0 0,-1 0 0 0 0,0 0 1 0 0,0 0-1 0 0,-1-2 0 0 0,2 3-275 0 0,-1 0 0 0 0,1 0 0 0 0,0-1 0 0 0,-1 1 0 0 0,1 0 0 0 0,0-1 0 0 0,0 1 0 0 0,-1-1 0 0 0,1 1 0 0 0,0 0 0 0 0,0-1 0 0 0,0 1 0 0 0,-1-1 0 0 0,1 1 0 0 0,0 0 0 0 0,0-1 0 0 0,0 1 0 0 0,0-1 0 0 0,0 1 0 0 0,0-1 0 0 0,0 1-1 0 0,0-1 1 0 0,0 1 0 0 0,0 0 0 0 0,0-1 0 0 0,0 1 0 0 0,1-1 0 0 0,-1 1 0 0 0,0-1 0 0 0,0 1 0 0 0,0 0 0 0 0,1-1 0 0 0,-1 1 0 0 0,0-1 0 0 0,0 1 0 0 0,1 0 0 0 0,-1-1 0 0 0,0 1 0 0 0,0 0 0 0 0,1 0 0 0 0,-1-1 0 0 0,1 1 0 0 0,-1 0 0 0 0,0 0 0 0 0,1-1 0 0 0,-1 1-1 0 0,1 0 1 0 0,-1 0 0 0 0,13-4 1482 0 0,0 1-1 0 0,23-2 0 0 0,65 3 622 0 0,-50 2-1549 0 0,202-1 688 0 0,-242 3-3230 0 0,-37 7-13926 0 0,6-6 10532 0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7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4688 0 0,'-1'5'9544'0'0,"2"20"-6862"0"0,26 151 4485 0 0,-15 2-5193 0 0,-21 178-1525 0 0,-1-26-117 0 0,10-327-328 0 0,-1 1 1 0 0,1 0-1 0 0,1 0 0 0 0,-1 0 1 0 0,0 0-1 0 0,1 0 0 0 0,0 0 1 0 0,0-1-1 0 0,0 1 1 0 0,1 0-1 0 0,-1-1 0 0 0,1 1 1 0 0,2 3-1 0 0,-2-5-1 0 0,0 0 1 0 0,0 0-1 0 0,0-1 0 0 0,1 1 0 0 0,-1-1 0 0 0,1 1 1 0 0,-1-1-1 0 0,0 0 0 0 0,1 0 0 0 0,0 0 0 0 0,-1-1 0 0 0,1 1 1 0 0,0-1-1 0 0,-1 1 0 0 0,1-1 0 0 0,0 0 0 0 0,0 0 1 0 0,4 0-1 0 0,39-1 47 0 0,-1-2 0 0 0,57-11 0 0 0,-22-7-6368 0 0,-49 8-4075 0 0,-17 6 5196 0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7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0 111 3936 0 0,'0'-30'5135'0'0,"0"-12"2154"0"0,6 123-906 0 0,10-1-4161 0 0,32 78-2214 0 0,-31-107 823 0 0,-15-43-778 0 0,1-1 0 0 0,0 1-1 0 0,0-1 1 0 0,1 0-1 0 0,0 0 1 0 0,7 10 0 0 0,-10-16-42 0 0,0 1 1 0 0,0-1 0 0 0,1 0 0 0 0,-1 1 0 0 0,0-1 0 0 0,1 0-1 0 0,-1 0 1 0 0,1 0 0 0 0,-1 0 0 0 0,1 0 0 0 0,-1 0 0 0 0,1 0-1 0 0,0 0 1 0 0,-1-1 0 0 0,1 1 0 0 0,0-1 0 0 0,0 1 0 0 0,0-1-1 0 0,-1 0 1 0 0,1 0 0 0 0,0 0 0 0 0,0 0 0 0 0,0 0 0 0 0,-1 0-1 0 0,1 0 1 0 0,0 0 0 0 0,0-1 0 0 0,0 1 0 0 0,-1-1-1 0 0,1 1 1 0 0,0-1 0 0 0,-1 0 0 0 0,1 0 0 0 0,0 1 0 0 0,1-3-1 0 0,4-2 55 0 0,0 0 0 0 0,0-1-1 0 0,-1 0 1 0 0,0 0-1 0 0,0-1 1 0 0,-1 1 0 0 0,0-1-1 0 0,0-1 1 0 0,0 1-1 0 0,-1 0 1 0 0,4-11 0 0 0,4-12 274 0 0,13-55 0 0 0,-6 21-58 0 0,1-5 18 0 0,19-50 229 0 0,-27 101 313 0 0,-5 11-3122 0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7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82 4560 0 0,'-8'-2'3782'0'0,"12"-1"-287"0"0,14-4-759 0 0,140-17 4046 0 0,58-11-2748 0 0,-157 24-3093 0 0,-58 11-855 0 0,-1 26 137 0 0,-1-3-219 0 0,-2-1 1 0 0,0 0-1 0 0,-10 34 0 0 0,5-27 1 0 0,-3 35 0 0 0,0 327 47 0 0,8-92-27 0 0,1-267-56 0 0,2-8-1 0 0,-1-1 1 0 0,-1 0-1 0 0,-2 1 0 0 0,-8 32 1 0 0,10-51 24 0 0,1 0 0 0 0,-1 0 1 0 0,0 0-1 0 0,-1-1 1 0 0,1 1-1 0 0,-1-1 0 0 0,0 1 1 0 0,0-1-1 0 0,0 0 0 0 0,0 0 1 0 0,-1 0-1 0 0,0 0 1 0 0,1-1-1 0 0,-2 0 0 0 0,1 0 1 0 0,0 0-1 0 0,0 0 1 0 0,-1 0-1 0 0,0-1 0 0 0,1 0 1 0 0,-1 0-1 0 0,0 0 1 0 0,0-1-1 0 0,0 1 0 0 0,-9 0 1 0 0,2 0 51 0 0,0-1-1 0 0,0-1 1 0 0,0 1 0 0 0,0-2 0 0 0,0 0 0 0 0,-15-3 0 0 0,23 3-155 0 0,1 0 0 0 0,-1 0 0 0 0,1 0 1 0 0,-1-1-1 0 0,1 0 0 0 0,0 1 0 0 0,0-1 0 0 0,0 0 1 0 0,0-1-1 0 0,-4-3 0 0 0,4 4-310 0 0,1-1 0 0 0,0 1 0 0 0,1-1 1 0 0,-1 0-1 0 0,0 1 0 0 0,1-1 0 0 0,0 0 0 0 0,-1 0 0 0 0,1 0 0 0 0,0-1 0 0 0,1 1 1 0 0,-1 0-1 0 0,0-6 0 0 0,-2-12-9381 0 0,2 12 4900 0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7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 73 3864 0 0,'-11'-18'15524'0'0,"21"13"-11596"0"0,25-2-2264 0 0,268-30 2045 0 0,-289 36-3575 0 0,10-3-84 0 0,-24 3-144 0 0,-21 15-18212 0 0,11-7 13077 0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7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70 4440 0 0,'0'0'3705'0'0,"21"-5"3825"0"0,29-5-4351 0 0,119-9 3615 0 0,-27 4-5571 0 0,-112 9-2541 0 0,-21 3-1958 0 0,0-2-3580 0 0,2-2 1716 0 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7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1 4576 0 0,'-3'0'9036'0'0,"7"8"-8245"0"0,0-1 1 0 0,1 1-1 0 0,0-1 1 0 0,0 0-1 0 0,1-1 1 0 0,0 1-1 0 0,0-1 1 0 0,0 0-1 0 0,12 8 1 0 0,9 9 911 0 0,44 37 320 0 0,-48-42-1668 0 0,-1 1-1 0 0,39 43 0 0 0,-48-47-255 0 0,-7-8-63 0 0,-1-1 0 0 0,1 1 0 0 0,-1 0 0 0 0,0 1 0 0 0,-1-1 0 0 0,1 1 0 0 0,-2 0 1 0 0,1 0-1 0 0,-1 0 0 0 0,4 15 0 0 0,-5-12-22 0 0,-1 0-1 0 0,0-1 1 0 0,-1 1 0 0 0,0 0 0 0 0,0 0-1 0 0,-1-1 1 0 0,-1 1 0 0 0,0-1 0 0 0,0 1 0 0 0,-1-1-1 0 0,0 1 1 0 0,-6 11 0 0 0,0-5-5 0 0,0 0 0 0 0,-1 0 0 0 0,-1-1 0 0 0,0 0-1 0 0,-1-1 1 0 0,-16 15 0 0 0,-86 87-690 0 0,89-92-3029 0 0,0 0-3627 0 0,14-14 2229 0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7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210 48 4544 0 0,'1'-2'213'0'0,"-1"1"0"0"0,0-1 0 0 0,0 0-1 0 0,0 1 1 0 0,0-1 0 0 0,0 0 0 0 0,0 1 0 0 0,0-1-1 0 0,-1 0 1 0 0,1 1 0 0 0,-1-1 0 0 0,1 0-1 0 0,-1 1 1 0 0,1-1 0 0 0,-1 1 0 0 0,0-1-1 0 0,0 1 1 0 0,0-1 0 0 0,0 1 0 0 0,0 0-1 0 0,0-1 1 0 0,0 1 0 0 0,0 0 0 0 0,0 0-1 0 0,-1 0 1 0 0,1 0 0 0 0,-1 0 0 0 0,1 0 0 0 0,0 0-1 0 0,-1 0 1 0 0,0 1 0 0 0,1-1 0 0 0,-1 1-1 0 0,1-1 1 0 0,-1 1 0 0 0,0-1 0 0 0,1 1-1 0 0,-1 0 1 0 0,0 0 0 0 0,1 0 0 0 0,-1 0-1 0 0,0 0 1 0 0,1 0 0 0 0,-1 0 0 0 0,-2 1 0 0 0,-2 0 134 0 0,0 1 0 0 0,0 0 1 0 0,0 0-1 0 0,0 1 1 0 0,0 0-1 0 0,1 0 1 0 0,-1 0-1 0 0,1 0 1 0 0,0 1-1 0 0,0 0 1 0 0,-6 5-1 0 0,2 2 94 0 0,0 1 0 0 0,1 0 1 0 0,0 0-1 0 0,1 0 0 0 0,0 1 0 0 0,1 0 1 0 0,1 1-1 0 0,0-1 0 0 0,1 1 0 0 0,0 0 0 0 0,-2 19 1 0 0,1 1-97 0 0,1 0 0 0 0,2 0 1 0 0,5 58-1 0 0,-3-82-297 0 0,1 0-1 0 0,1-1 1 0 0,0 1-1 0 0,0 0 1 0 0,1-1-1 0 0,0 1 1 0 0,7 12-1 0 0,-8-17-63 0 0,1-1 0 0 0,-1 0 0 0 0,1 0 0 0 0,0 0-1 0 0,0-1 1 0 0,1 1 0 0 0,-1-1 0 0 0,1 0 0 0 0,0 1-1 0 0,0-2 1 0 0,0 1 0 0 0,0 0 0 0 0,0-1-1 0 0,0 0 1 0 0,1 0 0 0 0,-1 0 0 0 0,6 1 0 0 0,46 8-1204 0 0,-41-10-657 0 0,-1-1 1 0 0,0 0 0 0 0,0-1 0 0 0,16-3 0 0 0,12-4-3012 0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7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256 151 3968 0 0,'1'-16'1920'0'0,"-1"4"-944"0"0,0 0-1 0 0,0 0 0 0 0,-1 0 0 0 0,0 0 0 0 0,-6-19 1 0 0,7 29-827 0 0,-1-1 0 0 0,0 1 0 0 0,0-1 0 0 0,0 1 0 0 0,0 0 0 0 0,-1 0 0 0 0,1 0 0 0 0,-1-1 0 0 0,1 1 0 0 0,-1 1 0 0 0,0-1 0 0 0,0 0 0 0 0,0 0 0 0 0,0 1 0 0 0,0-1 1 0 0,0 1-1 0 0,0-1 0 0 0,0 1 0 0 0,-1 0 0 0 0,1 0 0 0 0,0 0 0 0 0,-1 0 0 0 0,1 1 0 0 0,-1-1 0 0 0,1 0 0 0 0,-1 1 0 0 0,1 0 0 0 0,-1 0 0 0 0,1 0 0 0 0,-1 0 0 0 0,1 0 0 0 0,-1 0 0 0 0,-4 1 1 0 0,0 1 159 0 0,1-1 0 0 0,-1 1 0 0 0,1 0 1 0 0,-1 0-1 0 0,1 1 0 0 0,0 0 1 0 0,0 0-1 0 0,0 0 0 0 0,0 1 1 0 0,0 0-1 0 0,1 0 0 0 0,-6 5 0 0 0,3 0-19 0 0,0-1-1 0 0,1 1 1 0 0,0 0-1 0 0,0 1 1 0 0,1 0-1 0 0,-10 19 1 0 0,10-15-167 0 0,1 0-1 0 0,0 0 1 0 0,1 0 0 0 0,0 1-1 0 0,1 0 1 0 0,1-1 0 0 0,0 1-1 0 0,1 0 1 0 0,0 0 0 0 0,2 0-1 0 0,3 29 1 0 0,-3-41-99 0 0,0 0 0 0 0,-1 1 0 0 0,1-1 0 0 0,1 0 0 0 0,-1 1 1 0 0,0-1-1 0 0,1 0 0 0 0,0 0 0 0 0,0 0 0 0 0,0 0 0 0 0,0 0 0 0 0,0-1 0 0 0,0 1 0 0 0,1-1 1 0 0,-1 1-1 0 0,1-1 0 0 0,0 0 0 0 0,0 0 0 0 0,3 2 0 0 0,-1-2-9 0 0,-1 0 0 0 0,1-1 0 0 0,0 1 0 0 0,0-1 0 0 0,0 0 0 0 0,-1-1 0 0 0,1 1 0 0 0,0-1 0 0 0,0 0 0 0 0,0 0 0 0 0,0 0 0 0 0,7-2 0 0 0,-2 0-24 0 0,0-1 0 0 0,0 1 0 0 0,-1-2 0 0 0,0 1 1 0 0,0-1-1 0 0,0-1 0 0 0,0 0 0 0 0,-1 0 0 0 0,1 0 1 0 0,-1-1-1 0 0,0-1 0 0 0,-1 1 0 0 0,13-15 0 0 0,-13 9-11 0 0,0 1-1 0 0,0-1 0 0 0,-1-1 0 0 0,-1 1 0 0 0,0-1 1 0 0,-1 0-1 0 0,4-19 0 0 0,-3 6 47 0 0,-1 0 0 0 0,1-49 0 0 0,-6 132 400 0 0,1 55 180 0 0,1-97-504 0 0,1 0 0 0 0,0 0-1 0 0,1 0 1 0 0,1 0 0 0 0,6 16-1 0 0,-9-27-67 0 0,1 0 0 0 0,0 0 0 0 0,0 0 0 0 0,0 0 0 0 0,1 0 0 0 0,-1 0 0 0 0,1-1 0 0 0,0 1 0 0 0,0-1 0 0 0,0 0 0 0 0,1 0 0 0 0,-1 0 0 0 0,1 0 0 0 0,0-1 0 0 0,-1 0 0 0 0,1 1 1 0 0,0-1-1 0 0,6 2 0 0 0,-4-3-31 0 0,1 1 0 0 0,-1-1 0 0 0,1 0 0 0 0,0 0 1 0 0,-1-1-1 0 0,1 1 0 0 0,0-2 0 0 0,-1 1 0 0 0,1-1 1 0 0,0 0-1 0 0,8-2 0 0 0,-4 0-101 0 0,-1 0-1 0 0,0-1 1 0 0,0 0 0 0 0,0-1 0 0 0,-1 0-1 0 0,1 0 1 0 0,-1-1 0 0 0,0 0 0 0 0,-1-1-1 0 0,1 0 1 0 0,-1 0 0 0 0,-1-1 0 0 0,1 1-1 0 0,-1-2 1 0 0,6-10 0 0 0,-7 6-102 0 0,-1-1 0 0 0,0 0 0 0 0,-1-1 0 0 0,-1 1 0 0 0,0 0 0 0 0,-1-1 0 0 0,-1 0 0 0 0,0 0 0 0 0,-1 1 0 0 0,0-1 0 0 0,-2 0 0 0 0,-2-15 0 0 0,-4 184 526 0 0,8 163 1319 0 0,0-101-24 0 0,-3-244-2764 0 0,-8-106-539 0 0,11 78 1258 0 0,5-135-792 0 0,-3 166 1106 0 0,2 0 1 0 0,0 0-1 0 0,2 1 1 0 0,1-1-1 0 0,14-34 1 0 0,-18 53 141 0 0,1 0 0 0 0,-1 0 1 0 0,1 0-1 0 0,0 1 0 0 0,0 0 1 0 0,0 0-1 0 0,1 0 1 0 0,0 0-1 0 0,0 1 0 0 0,0 0 1 0 0,0 0-1 0 0,1 0 0 0 0,-1 0 1 0 0,1 1-1 0 0,0 0 0 0 0,0 0 1 0 0,8-2-1 0 0,-10 4 45 0 0,0 0 1 0 0,1 0-1 0 0,-1 0 0 0 0,1 1 0 0 0,-1-1 1 0 0,1 1-1 0 0,-1 0 0 0 0,1 0 0 0 0,-1 1 1 0 0,1-1-1 0 0,-1 1 0 0 0,0 0 0 0 0,1 0 1 0 0,-1 1-1 0 0,0-1 0 0 0,0 1 0 0 0,0 0 1 0 0,0 0-1 0 0,0 0 0 0 0,0 1 0 0 0,0-1 1 0 0,-1 1-1 0 0,1 0 0 0 0,-1 0 0 0 0,0 0 1 0 0,4 6-1 0 0,-2-2 96 0 0,0 0 0 0 0,0 1-1 0 0,0 0 1 0 0,-1 0 0 0 0,-1 1 0 0 0,0-1 0 0 0,0 1 0 0 0,0 0-1 0 0,-1-1 1 0 0,0 1 0 0 0,-1 0 0 0 0,0 0 0 0 0,0 1 0 0 0,-1-1-1 0 0,0 0 1 0 0,-1 0 0 0 0,-1 10 0 0 0,1-15-182 0 0,-1 0-1 0 0,1 0 1 0 0,0-1 0 0 0,-1 1 0 0 0,0 0-1 0 0,0-1 1 0 0,0 1 0 0 0,0-1-1 0 0,-1 1 1 0 0,1-1 0 0 0,-1 0 0 0 0,0 0-1 0 0,0 0 1 0 0,0-1 0 0 0,0 1 0 0 0,-1-1-1 0 0,1 1 1 0 0,-1-1 0 0 0,1 0 0 0 0,-7 2-1 0 0,-37 14-3389 0 0,4-7-4222 0 0,6-4 2297 0 0,-3-3-1 0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7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1 306 5152 0 0,'0'-8'570'0'0,"1"0"-1"0"0,1 0 1 0 0,-1 0-1 0 0,1 0 1 0 0,1 0-1 0 0,-1 0 1 0 0,6-11-1 0 0,28-46 1683 0 0,-30 55-1791 0 0,1-3 60 0 0,2 1 0 0 0,0 0 0 0 0,0 0 0 0 0,1 0 0 0 0,1 1 0 0 0,0 1 0 0 0,0 0 0 0 0,1 0 0 0 0,17-9 0 0 0,-21 14-139 0 0,1 0 1 0 0,0 1 0 0 0,0 0 0 0 0,1 0 0 0 0,-1 1 0 0 0,1 0-1 0 0,0 1 1 0 0,0 0 0 0 0,0 1 0 0 0,0 0 0 0 0,0 0-1 0 0,0 1 1 0 0,0 1 0 0 0,14 1 0 0 0,-19-1-254 0 0,-1 0 1 0 0,0 0 0 0 0,1 0 0 0 0,-1 0-1 0 0,0 1 1 0 0,0 0 0 0 0,0 0-1 0 0,0 0 1 0 0,0 0 0 0 0,0 1-1 0 0,0-1 1 0 0,-1 1 0 0 0,1 0-1 0 0,-1 0 1 0 0,0 0 0 0 0,0 1-1 0 0,0-1 1 0 0,0 1 0 0 0,-1-1-1 0 0,1 1 1 0 0,-1 0 0 0 0,0 0-1 0 0,0 0 1 0 0,-1 0 0 0 0,3 7-1 0 0,-2-4-556 0 0,-1 1-1 0 0,0-1 1 0 0,0 1-1 0 0,0-1 0 0 0,-1 1 1 0 0,-1 8-1 0 0,0-5-1438 0 0,-1 0-1 0 0,0-1 1 0 0,-7 21-1 0 0,-13 25-3561 0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7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 1 5641 0 0,'-2'3'956'0'0,"-1"-1"20"0"0,0 3 16 0 0,0 0 20 0 0,1 2 0 0 0,-4-2 0 0 0,6 4-4 0 0,-3 0-84 0 0,0 2-248 0 0,6-4-3516 0 0,0 3 0 0 0,-1-2 0 0 0,4-5-1 0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7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15 4464 0 0,'0'0'3410'0'0,"-2"18"-434"0"0,0 182 4291 0 0,4-104-4241 0 0,0-18 220 0 0,20-139-1636 0 0,-12 25-1448 0 0,1 0 0 0 0,23-53-1 0 0,-24 69-130 0 0,0 0-1 0 0,2 1 0 0 0,0 0 0 0 0,1 0 1 0 0,22-24-1 0 0,-30 39-16 0 0,-1-1 0 0 0,1 1 0 0 0,0 0 1 0 0,0 0-1 0 0,0 1 0 0 0,0 0 0 0 0,1 0 0 0 0,-1 0 1 0 0,1 0-1 0 0,0 1 0 0 0,0 0 0 0 0,10-2 0 0 0,-13 4 2 0 0,0-1 0 0 0,-1 1 0 0 0,1 0 0 0 0,0 0 0 0 0,-1 1 0 0 0,1-1 0 0 0,0 0-1 0 0,-1 1 1 0 0,1 0 0 0 0,0-1 0 0 0,-1 1 0 0 0,1 0 0 0 0,-1 0 0 0 0,1 1 0 0 0,-1-1-1 0 0,0 0 1 0 0,1 1 0 0 0,-1 0 0 0 0,0-1 0 0 0,0 1 0 0 0,0 0 0 0 0,0 0-1 0 0,-1 0 1 0 0,1 0 0 0 0,0 0 0 0 0,-1 1 0 0 0,1-1 0 0 0,-1 0 0 0 0,0 1 0 0 0,2 3 0 0 0,3 14 115 0 0,0 0 0 0 0,-1 1 0 0 0,-1-1 1 0 0,-1 1-1 0 0,-1 0 0 0 0,-1 0 1 0 0,-2 34-1 0 0,1-19 229 0 0,5 45 0 0 0,-5-78-364 0 0,1-1 0 0 0,-1 0 0 0 0,1 0 0 0 0,-1 1 0 0 0,1-1 0 0 0,0 0 0 0 0,-1 0 0 0 0,1 1 0 0 0,0-1 0 0 0,1 0 0 0 0,-1 0 0 0 0,0 0 0 0 0,0-1 0 0 0,1 1 0 0 0,0 0 0 0 0,-1 0 0 0 0,1-1 0 0 0,0 1 0 0 0,-1-1 0 0 0,5 3 0 0 0,-3-3 2 0 0,1 0 1 0 0,-1 1-1 0 0,0-2 1 0 0,1 1-1 0 0,-1 0 1 0 0,1-1-1 0 0,-1 1 0 0 0,1-1 1 0 0,-1 0-1 0 0,1 0 1 0 0,-1-1-1 0 0,6 0 1 0 0,1-1-795 0 0,1-1 1 0 0,-1 0 0 0 0,14-7 0 0 0,21-12-8772 0 0,-21 8 4151 0 0,-1-5-1 0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7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231 20 3632 0 0,'-28'-10'4401'0'0,"5"1"-2222"0"0,21 8-2041 0 0,0 1-1 0 0,1 0 1 0 0,-1 0 0 0 0,0 1 0 0 0,0-1 0 0 0,1 0 0 0 0,-1 1 0 0 0,0-1 0 0 0,1 1 0 0 0,-1-1 0 0 0,0 1 0 0 0,1 0 0 0 0,-1 0 0 0 0,1-1 0 0 0,-1 1 0 0 0,1 0-1 0 0,-1 1 1 0 0,1-1 0 0 0,0 0 0 0 0,0 0 0 0 0,-1 0 0 0 0,1 1 0 0 0,0-1 0 0 0,0 1 0 0 0,0-1 0 0 0,0 1 0 0 0,1-1 0 0 0,-2 4 0 0 0,-3 6 299 0 0,0 0 0 0 0,1 0 1 0 0,-2 13-1 0 0,4-19-258 0 0,-53 234 3835 0 0,4 128-2265 0 0,48-331-1604 0 0,0-14 40 0 0,1 1 0 0 0,0 0 0 0 0,2 0 0 0 0,5 39 0 0 0,-5-61-175 0 0,0-1-1 0 0,0 1 1 0 0,0-1-1 0 0,0 1 1 0 0,0-1-1 0 0,0 1 1 0 0,0-1-1 0 0,0 1 1 0 0,1-1-1 0 0,-1 1 0 0 0,0-1 1 0 0,0 1-1 0 0,0-1 1 0 0,1 1-1 0 0,-1-1 1 0 0,0 0-1 0 0,1 1 1 0 0,-1-1-1 0 0,0 0 1 0 0,1 1-1 0 0,-1-1 0 0 0,0 0 1 0 0,1 1-1 0 0,-1-1 1 0 0,1 0-1 0 0,-1 1 1 0 0,1-1-1 0 0,-1 0 1 0 0,0 0-1 0 0,1 0 1 0 0,-1 0-1 0 0,1 1 0 0 0,-1-1 1 0 0,1 0-1 0 0,-1 0 1 0 0,1 0-1 0 0,-1 0 1 0 0,1 0-1 0 0,-1 0 1 0 0,1 0-1 0 0,-1 0 1 0 0,1 0-1 0 0,-1-1 0 0 0,1 1 1 0 0,-1 0-1 0 0,1 0 1 0 0,-1 0-1 0 0,1 0 1 0 0,-1-1-1 0 0,1 1 1 0 0,-1 0-1 0 0,0-1 1 0 0,1 1-1 0 0,-1 0 0 0 0,0-1 1 0 0,1 1-1 0 0,-1 0 1 0 0,0-1-1 0 0,1 1 1 0 0,-1 0-1 0 0,0-1 1 0 0,1 1-1 0 0,-1-1 1 0 0,27-32 306 0 0,-24 28-265 0 0,42-61 369 0 0,-31 43-237 0 0,1 0-1 0 0,1 1 1 0 0,0 1 0 0 0,2 1 0 0 0,1 0 0 0 0,25-21 0 0 0,-41 39-150 0 0,-1 1 1 0 0,1-1 0 0 0,-1 0 0 0 0,1 1 0 0 0,0 0-1 0 0,0 0 1 0 0,0 0 0 0 0,-1 0 0 0 0,5-1 0 0 0,-6 2-13 0 0,0 0 0 0 0,0 0 0 0 0,0 0 0 0 0,0 0 0 0 0,0 0 1 0 0,0 0-1 0 0,0 1 0 0 0,0-1 0 0 0,0 0 0 0 0,0 0 0 0 0,1 1 1 0 0,-1-1-1 0 0,0 1 0 0 0,-1-1 0 0 0,1 1 0 0 0,0-1 0 0 0,0 1 1 0 0,1 0-1 0 0,0 2 19 0 0,0 0-1 0 0,0 0 1 0 0,0 0 0 0 0,0 0 0 0 0,-1 0 0 0 0,1 1 0 0 0,-1-1 0 0 0,0 0-1 0 0,0 1 1 0 0,0-1 0 0 0,0 1 0 0 0,-1-1 0 0 0,1 7 0 0 0,2 40 334 0 0,-5 65-1 0 0,0 15-409 0 0,3-116 350 0 0,-2-9-793 0 0,1 1 0 0 0,1-1 1 0 0,-1 0-1 0 0,1 0 0 0 0,0 0 1 0 0,2 6-1 0 0,8 5-4908 0 0,10-7-3387 0 0,-3-5 3549 0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7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243 472 4736 0 0,'0'-1'244'0'0,"0"-1"0"0"0,0 0 0 0 0,0 1 0 0 0,0-1 0 0 0,-1 1-1 0 0,1-1 1 0 0,-1 1 0 0 0,1-1 0 0 0,-1 1 0 0 0,1 0-1 0 0,-1-1 1 0 0,0 1 0 0 0,1 0 0 0 0,-1-1 0 0 0,0 1 0 0 0,0 0-1 0 0,0 0 1 0 0,0 0 0 0 0,0 0 0 0 0,-1 0 0 0 0,1 0 0 0 0,0 0-1 0 0,0 0 1 0 0,-1 0 0 0 0,1 0 0 0 0,0 1 0 0 0,-1-1 0 0 0,1 0-1 0 0,-1 1 1 0 0,-2-1 0 0 0,1 0-55 0 0,1 1 0 0 0,-1 0 0 0 0,0-1 0 0 0,1 1-1 0 0,-1 0 1 0 0,0 1 0 0 0,1-1 0 0 0,-1 0 0 0 0,0 1 0 0 0,1-1 0 0 0,-1 1 0 0 0,1 0 0 0 0,-1 0-1 0 0,1 0 1 0 0,-1 0 0 0 0,-3 3 0 0 0,-5 4 331 0 0,1 1 0 0 0,1 1 0 0 0,0 0 0 0 0,0 0 0 0 0,0 0 0 0 0,-7 15 0 0 0,-1 3 810 0 0,-18 40 0 0 0,27-49-1057 0 0,1-1 0 0 0,0 1 0 0 0,2 0 0 0 0,0 1 0 0 0,-3 27 0 0 0,8-46-259 0 0,-1 1-1 0 0,1 0 0 0 0,0 0 1 0 0,0 0-1 0 0,0-1 1 0 0,0 1-1 0 0,1 0 0 0 0,-1 0 1 0 0,0 0-1 0 0,1 0 1 0 0,-1-1-1 0 0,1 1 0 0 0,0 0 1 0 0,-1-1-1 0 0,1 1 1 0 0,0 0-1 0 0,0-1 1 0 0,2 3-1 0 0,-2-3-4 0 0,1 0 0 0 0,-1 0 0 0 0,0-1 1 0 0,0 1-1 0 0,1-1 0 0 0,-1 1 0 0 0,0-1 0 0 0,1 1 0 0 0,-1-1 0 0 0,0 0 1 0 0,1 1-1 0 0,-1-1 0 0 0,1 0 0 0 0,-1 0 0 0 0,0 0 0 0 0,1 0 0 0 0,-1 0 1 0 0,3-1-1 0 0,3-1 11 0 0,-1 0 0 0 0,0 0 0 0 0,1-1-1 0 0,-1 0 1 0 0,0 0 0 0 0,0 0 0 0 0,-1-1 0 0 0,8-5 0 0 0,1-4 19 0 0,1-2 0 0 0,-2 0-1 0 0,0 0 1 0 0,-1-1 0 0 0,-1-1 0 0 0,0 0-1 0 0,-1-1 1 0 0,-1 0 0 0 0,-1 0-1 0 0,0-1 1 0 0,7-31 0 0 0,-9 32 90 0 0,-6 23 71 0 0,-8 31 49 0 0,-2 5 22 0 0,-7 48 0 0 0,15-73-178 0 0,1 0 0 0 0,0 0 1 0 0,1 0-1 0 0,1 0 0 0 0,0 0 0 0 0,5 19 1 0 0,-6-33-71 0 0,1 1 0 0 0,0 0 1 0 0,0-1-1 0 0,0 1 0 0 0,0-1 1 0 0,0 1-1 0 0,1-1 0 0 0,-1 0 0 0 0,1 1 1 0 0,0-1-1 0 0,-1 0 0 0 0,1 0 1 0 0,0 0-1 0 0,0 0 0 0 0,0 0 1 0 0,1-1-1 0 0,-1 1 0 0 0,0-1 0 0 0,3 2 1 0 0,0-1-15 0 0,-1-1 1 0 0,1 1-1 0 0,-1-1 1 0 0,1 0-1 0 0,-1-1 0 0 0,1 1 1 0 0,0-1-1 0 0,-1 0 1 0 0,1 0-1 0 0,7-1 1 0 0,1-1-131 0 0,1-1 0 0 0,-1-1 0 0 0,0 0 0 0 0,0 0 0 0 0,0-2 0 0 0,22-12 0 0 0,-22 10-69 0 0,-1-1 1 0 0,-1-1-1 0 0,1 0 0 0 0,-1-1 1 0 0,-1 0-1 0 0,0 0 0 0 0,-1-1 1 0 0,0 0-1 0 0,-1-1 0 0 0,0 0 1 0 0,-1 0-1 0 0,6-16 0 0 0,3-12-377 0 0,-2 0-1 0 0,17-84 0 0 0,-15 24-182 0 0,6-167-1 0 0,-22 260 788 0 0,1 0-1 0 0,-1 0 0 0 0,0-1 1 0 0,-1 1-1 0 0,0 0 1 0 0,0 0-1 0 0,0 0 1 0 0,-1 0-1 0 0,-1 0 0 0 0,-3-9 1 0 0,6 17-28 0 0,0 0 1 0 0,0-1-1 0 0,-1 1 1 0 0,1 0-1 0 0,0 0 1 0 0,0 0-1 0 0,0 0 1 0 0,0 0-1 0 0,-1 0 1 0 0,1-1-1 0 0,0 1 0 0 0,0 0 1 0 0,0 0-1 0 0,0 0 1 0 0,-1 0-1 0 0,1 0 1 0 0,0 0-1 0 0,0 0 1 0 0,0 0-1 0 0,-1 0 1 0 0,1 0-1 0 0,0 0 1 0 0,0 0-1 0 0,-1 0 0 0 0,1 0 1 0 0,0 0-1 0 0,0 0 1 0 0,0 0-1 0 0,-1 0 1 0 0,1 0-1 0 0,0 1 1 0 0,0-1-1 0 0,0 0 1 0 0,0 0-1 0 0,-1 0 1 0 0,1 0-1 0 0,0 0 0 0 0,0 0 1 0 0,0 1-1 0 0,0-1 1 0 0,0 0-1 0 0,-1 0 1 0 0,1 0-1 0 0,0 0 1 0 0,0 1-1 0 0,0-1 1 0 0,0 0-1 0 0,0 0 1 0 0,0 0-1 0 0,0 0 0 0 0,0 1 1 0 0,0-1-1 0 0,0 0 1 0 0,0 0-1 0 0,0 0 1 0 0,0 1-1 0 0,0-1 1 0 0,0 0-1 0 0,-6 15 238 0 0,-2 36 276 0 0,2 0 0 0 0,2 0-1 0 0,4 55 1 0 0,0-88-420 0 0,0 514 2172 0 0,0-559-2117 0 0,2 0-1 0 0,1 1 0 0 0,1-1 0 0 0,1 1 1 0 0,1 0-1 0 0,2 0 0 0 0,0 0 0 0 0,22-41 0 0 0,-24 53-75 0 0,2 1-1 0 0,0-1 0 0 0,1 2 0 0 0,0-1 0 0 0,1 1 0 0 0,0 1 0 0 0,1 0 0 0 0,0 0 0 0 0,0 1 0 0 0,2 1 0 0 0,-1 0 1 0 0,1 0-1 0 0,0 1 0 0 0,1 1 0 0 0,0 0 0 0 0,26-8 0 0 0,-34 13-95 0 0,0 0 0 0 0,1 0-1 0 0,-1 1 1 0 0,1 0 0 0 0,-1 0 0 0 0,1 1-1 0 0,-1 0 1 0 0,12 1 0 0 0,-17-1-13 0 0,-1 0 0 0 0,0 0 0 0 0,0 0 0 0 0,0 0 0 0 0,1 0 0 0 0,-1 0 0 0 0,0 0 0 0 0,0 0 0 0 0,0 0 0 0 0,1 0 0 0 0,-1 0 0 0 0,0 0 0 0 0,0 1 0 0 0,0-1 0 0 0,0 0 0 0 0,1 0 0 0 0,-1 0 0 0 0,0 0 0 0 0,0 0 0 0 0,0 1 0 0 0,0-1 0 0 0,0 0 0 0 0,1 0 0 0 0,-1 0-1 0 0,0 0 1 0 0,0 1 0 0 0,0-1 0 0 0,0 0 0 0 0,0 0 0 0 0,0 0 0 0 0,0 1 0 0 0,0-1 0 0 0,0 0 0 0 0,0 0 0 0 0,0 1 0 0 0,0-1 0 0 0,0 0 0 0 0,0 0 0 0 0,0 0 0 0 0,0 1 0 0 0,0-1 0 0 0,0 0 0 0 0,-8 9-3552 0 0,-16 5-4207 0 0,-2-2 2402 0 0,-8 0-1 0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7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0 198 5489 0 0,'1'-5'456'0'0,"0"0"1"0"0,0 0-1 0 0,0 0 1 0 0,1 0-1 0 0,0 1 1 0 0,0-1-1 0 0,0 0 1 0 0,0 1 0 0 0,1-1-1 0 0,-1 1 1 0 0,1 0-1 0 0,0 0 1 0 0,5-5-1 0 0,5-5 638 0 0,1 0 0 0 0,16-13-1 0 0,-18 18-456 0 0,1 0 0 0 0,0 1 0 0 0,0 1 0 0 0,0 0 0 0 0,1 1 0 0 0,0 0 0 0 0,0 1 0 0 0,27-5 0 0 0,-34 8-341 0 0,0 1 1 0 0,0-1-1 0 0,0 2 1 0 0,1-1-1 0 0,-1 1 1 0 0,0 0 0 0 0,0 0-1 0 0,0 1 1 0 0,0 0-1 0 0,0 0 1 0 0,0 1-1 0 0,0 0 1 0 0,0 0-1 0 0,0 1 1 0 0,-1 0-1 0 0,1 0 1 0 0,-1 0 0 0 0,0 1-1 0 0,0 0 1 0 0,9 7-1 0 0,-13-8-207 0 0,1 0 0 0 0,-1 0 0 0 0,1 0 1 0 0,-1 0-1 0 0,0 1 0 0 0,0-1 0 0 0,0 1 0 0 0,1 4 0 0 0,4 32-4582 0 0,-8-23 504 0 0,0-1 0 0 0,-6 32 0 0 0,6-45 3711 0 0,-8 42-5310 0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7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6137 0 0,'0'4'1044'0'0,"0"-2"36"0"0,0 4 56 0 0,0-2 36 0 0,0 1 40 0 0,4 1 0 0 0,5-1 16 0 0,2 2 0 0 0,-3-5 5 0 0,4 1-77 0 0,2-1-128 0 0,-3-2-168 0 0,4 2-1164 0 0,-4-4-3581 0 0,-2 2 1 0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9T03:48:06.749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69 22472,'7404'-68'0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9T03:48:06.750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89 3688 0 0,'10'-10'7440'0'0,"303"-29"198"0"0,4 21-5394 0 0,317 30-1739 0 0,-136 2-201 0 0,-178 6-48 0 0,-130-3-161 0 0,20-6-16 0 0,122 15 59 0 0,171 3 212 0 0,-158-25 269 0 0,267-4 451 0 0,-513-7-943 0 0,170-36 1 0 0,-226 35-61 0 0,-24 6 35 0 0,-1-2 0 0 0,1 0-1 0 0,33-13 1 0 0,-31 11-20 0 0,0 0 1 0 0,0 2-1 0 0,0 0 1 0 0,1 2-1 0 0,0 0 0 0 0,39 2 1 0 0,-59 0-81 0 0,22 0 81 0 0,-13 1-15 0 0,0 0 0 0 0,0-1 0 0 0,0-1 1 0 0,0 1-1 0 0,1-2 0 0 0,-2 0 0 0 0,1 0 0 0 0,0-1 0 0 0,0 0 0 0 0,18-9 0 0 0,-23 5 267 0 0,-6 7-326 0 0,1 0 0 0 0,-1-1 0 0 0,0 1 0 0 0,0-1 0 0 0,1 1 0 0 0,-1 0 0 0 0,0-1 0 0 0,0 1 0 0 0,1 0 0 0 0,-1 0 0 0 0,0-1 0 0 0,1 1 0 0 0,-1 0 0 0 0,1 0 0 0 0,-1-1 0 0 0,0 1-1 0 0,1 0 1 0 0,-1 0 0 0 0,1 0 0 0 0,-1 0 0 0 0,1 0 0 0 0,-1 0 0 0 0,0 0 0 0 0,1 0 0 0 0,-1 0 0 0 0,1 0 0 0 0,-1 0 0 0 0,1 0 0 0 0,0 0 0 0 0,61-11 624 0 0,-79 14-298 0 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9T03:49:18.3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 1 24575,'5'0'0,"8"0"0,3 8 0,-1 8 0,-4 8 0,-7 1 0,-9-4 0,-11-6 0,-4-9 0,-2-10 0,3-13 0,4-3-8191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9T03:49:18.8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24575,'0'0'-8191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9T03:58:54.5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24575,'0'0'-8191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44:21.2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 0 4256 0 0,'-6'0'8093'0'0,"9"2"-7445"0"0,-3 0-156 0 0,5 2-520 0 0,-5 2-2664 0 0,0 1 0 0 0,4 1-1 0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45:39.9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1 183 2040 0 0,'-1'-32'1930'0'0,"3"-48"1404"0"0,-2 74-2865 0 0,1 0-1 0 0,0 0 1 0 0,0 1-1 0 0,1-1 0 0 0,-1 0 1 0 0,1 1-1 0 0,1-1 1 0 0,-1 1-1 0 0,1-1 1 0 0,4-6-1 0 0,-6 12-424 0 0,-1-1 0 0 0,0 1-1 0 0,0 0 1 0 0,0 0 0 0 0,0 0 0 0 0,0 0-1 0 0,1 0 1 0 0,-1 0 0 0 0,0 0 0 0 0,0 0-1 0 0,0 0 1 0 0,0-1 0 0 0,0 1 0 0 0,1 0-1 0 0,-1 0 1 0 0,0 0 0 0 0,0 0 0 0 0,0 0-1 0 0,0 0 1 0 0,1 0 0 0 0,-1 0 0 0 0,0 0-1 0 0,0 0 1 0 0,0 0 0 0 0,0 0 0 0 0,1 0-1 0 0,-1 1 1 0 0,0-1 0 0 0,0 0 0 0 0,0 0-1 0 0,0 0 1 0 0,1 0 0 0 0,-1 0 0 0 0,0 0-1 0 0,0 0 1 0 0,0 0 0 0 0,0 0 0 0 0,0 1-1 0 0,0-1 1 0 0,1 0 0 0 0,-1 0 0 0 0,0 0 0 0 0,0 0-1 0 0,0 0 1 0 0,0 1 0 0 0,0-1 0 0 0,0 0-1 0 0,0 0 1 0 0,0 0 0 0 0,0 0 0 0 0,0 1-1 0 0,0-1 1 0 0,0 0 0 0 0,0 0 0 0 0,0 0-1 0 0,0 0 1 0 0,0 1 0 0 0,0-1 0 0 0,0 0-1 0 0,0 0 1 0 0,0 0 0 0 0,0 0 0 0 0,0 1-1 0 0,4 23 1070 0 0,-2 33-327 0 0,2 12-207 0 0,3-1 0 0 0,22 101 0 0 0,-27-159-550 0 0,0 7-28 0 0,0-1-1 0 0,-2 1 0 0 0,-1 27 1 0 0,0-23-3778 0 0,0 0-4207 0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45:40.3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60 2976 0 0,'0'-7'7388'0'0,"-1"25"-6477"0"0,2-1 1 0 0,0 0 0 0 0,1 1 0 0 0,1-1 0 0 0,5 21-1 0 0,-5-31-837 0 0,0 0 1 0 0,0 0-1 0 0,0 0 0 0 0,0-1 0 0 0,1 1 0 0 0,1-1 0 0 0,-1 0 0 0 0,1 0 0 0 0,0-1 1 0 0,0 0-1 0 0,0 1 0 0 0,1-2 0 0 0,0 1 0 0 0,12 7 0 0 0,-10-7 7 0 0,1 0-1 0 0,1 0 0 0 0,-1-1 1 0 0,0-1-1 0 0,1 1 1 0 0,0-2-1 0 0,0 1 0 0 0,0-1 1 0 0,0-1-1 0 0,0 0 0 0 0,0 0 1 0 0,1-1-1 0 0,-1 0 1 0 0,0-1-1 0 0,0 0 0 0 0,20-5 1 0 0,-14 1-46 0 0,0-1 0 0 0,-1 0 1 0 0,0-2-1 0 0,0 1 0 0 0,-1-2 1 0 0,0 0-1 0 0,0 0 0 0 0,-1-2 0 0 0,20-19 1 0 0,41-52-490 0 0,-28 28-2631 0 0,6 4-5129 0 0,-34 34 4761 0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0:39.7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36 0 1144 0 0,'0'0'168'0'0,"-4"0"240"0"0,2 0-180 0 0,-1 0 224 0 0,-3 0-224 0 0,3 0 60 0 0,-3 0-868 0 0,4 0 0 0 0,-1 0 0 0 0,-3 0 0 0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44:22.7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142 308 2232 0 0,'-39'-105'4177'0'0,"28"70"-2232"0"0,-2 0 0 0 0,-1 1 0 0 0,-2 1 0 0 0,-20-32 0 0 0,36 65-1909 0 0,0 0 0 0 0,0 1 1 0 0,0-1-1 0 0,0 0 0 0 0,0 0 0 0 0,0 0 0 0 0,-1 1 0 0 0,1-1 0 0 0,0 0 1 0 0,0 0-1 0 0,0 1 0 0 0,0-1 0 0 0,0 0 0 0 0,0 0 0 0 0,-1 0 1 0 0,1 1-1 0 0,0-1 0 0 0,0 0 0 0 0,0 0 0 0 0,-1 0 0 0 0,1 0 0 0 0,0 1 1 0 0,0-1-1 0 0,-1 0 0 0 0,1 0 0 0 0,0 0 0 0 0,0 0 0 0 0,-1 0 0 0 0,1 0 1 0 0,0 0-1 0 0,0 0 0 0 0,-1 0 0 0 0,1 0 0 0 0,0 0 0 0 0,0 0 1 0 0,-1 0-1 0 0,1 0 0 0 0,0 0 0 0 0,0 0 0 0 0,-1 0 0 0 0,1 0 0 0 0,0 0 1 0 0,0 0-1 0 0,-1 0 0 0 0,1 0 0 0 0,0-1 0 0 0,0 1 0 0 0,0 0 0 0 0,-1 0 1 0 0,1 0-1 0 0,0 0 0 0 0,0-1 0 0 0,0 1 0 0 0,-1 0 0 0 0,1 0 0 0 0,0 0 1 0 0,0-1-1 0 0,0 1 0 0 0,0 0 0 0 0,-1 28 199 0 0,1-24-87 0 0,23 255 860 0 0,-14-190-895 0 0,36 297 311 0 0,-44-359-421 0 0,2 19 17 0 0,2-1 1 0 0,7 28 0 0 0,-15-131-1426 0 0,-38-146-268 0 0,6 40 747 0 0,30 146 855 0 0,1 0 0 0 0,3-70 0 0 0,1 106 95 0 0,0 0-1 0 0,1-1 1 0 0,-1 1-1 0 0,0 0 1 0 0,1 0-1 0 0,-1-1 1 0 0,1 1-1 0 0,0 0 0 0 0,0 0 1 0 0,0 0-1 0 0,0 0 1 0 0,0 0-1 0 0,0 0 1 0 0,0 0-1 0 0,1 0 0 0 0,-1 0 1 0 0,1 1-1 0 0,-1-1 1 0 0,1 1-1 0 0,0-1 1 0 0,3-2-1 0 0,-2 3 9 0 0,1-1 0 0 0,-1 1 0 0 0,1 0 1 0 0,-1 0-1 0 0,1 0 0 0 0,0 1 0 0 0,-1-1 0 0 0,1 1 0 0 0,0 0 0 0 0,-1 0 0 0 0,1 0 1 0 0,5 1-1 0 0,3 1 49 0 0,0 1-1 0 0,0 0 1 0 0,0 1 0 0 0,0 0 0 0 0,-1 1-1 0 0,0 0 1 0 0,13 9 0 0 0,-9-3-2 0 0,0 2 0 0 0,-1-1 0 0 0,-1 2 0 0 0,0 0 0 0 0,-1 0 0 0 0,0 1 0 0 0,-1 1 0 0 0,-1 0 0 0 0,-1 0 0 0 0,0 1 0 0 0,-1 0 1 0 0,-1 1-1 0 0,0-1 0 0 0,-2 2 0 0 0,6 25 0 0 0,-7-21 2 0 0,-2 0 1 0 0,0 0 0 0 0,-2 0-1 0 0,0 1 1 0 0,-2-1 0 0 0,0 0-1 0 0,-2 0 1 0 0,0 0 0 0 0,-2-1-1 0 0,0 0 1 0 0,-2 0-1 0 0,-19 41 1 0 0,13-38-15 0 0,0 0-1 0 0,-1-2 1 0 0,-2 0 0 0 0,0 0-1 0 0,-2-2 1 0 0,0 0-1 0 0,-1-2 1 0 0,-2 0 0 0 0,1-1-1 0 0,-32 19 1 0 0,49-34-58 0 0,-1 0 0 0 0,1-1 0 0 0,-1 1 0 0 0,0-1 0 0 0,0 0 0 0 0,-5 1 0 0 0,37-41-577 0 0,81-75-1638 0 0,117-115-4061 0 0,-220 223 6217 0 0,1 0 0 0 0,-1 0-1 0 0,1 1 1 0 0,0 0-1 0 0,1 0 1 0 0,9-5-1 0 0,-15 9 106 0 0,1 0-1 0 0,-1-1 1 0 0,0 1-1 0 0,0 0 1 0 0,0-1-1 0 0,1 1 1 0 0,-1 0 0 0 0,0 0-1 0 0,1 0 1 0 0,-1 0-1 0 0,0 0 1 0 0,0 0-1 0 0,1 1 1 0 0,-1-1-1 0 0,0 0 1 0 0,0 1-1 0 0,0-1 1 0 0,2 1-1 0 0,-2 0 93 0 0,0 0-1 0 0,1 1 1 0 0,-1-1-1 0 0,0 0 1 0 0,0 1-1 0 0,0-1 1 0 0,0 0-1 0 0,0 1 1 0 0,0-1-1 0 0,0 1 1 0 0,0 0-1 0 0,-1-1 0 0 0,1 1 1 0 0,-1 0-1 0 0,1-1 1 0 0,0 4-1 0 0,5 35 1566 0 0,-2 0 0 0 0,-2 76-1 0 0,-2-83-1274 0 0,-1 5-351 0 0,0 15-134 0 0,6-17-8366 0 0,-2-28 4378 0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44:22.8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107 24 4536 0 0,'-3'0'788'0'0,"-6"-3"25"0"0,1 2 15 0 0,-3-3 4 0 0,-1 0 12 0 0,1 2 4 0 0,-6-2 0 0 0,5 3 0 0 0,1-3-20 0 0,2 4-32 0 0,6 2-124 0 0,6 4-644 0 0,6 1-2728 0 0,5 3 0 0 0,0-1-1 0 0,3 4 1 0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44:23.5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104 34 3448 0 0,'-1'-1'351'0'0,"-1"0"0"0"0,1 0 0 0 0,0 0 0 0 0,-1-1 0 0 0,1 1 0 0 0,0 0 0 0 0,0 0 0 0 0,0-1 0 0 0,0 1 0 0 0,0 0 0 0 0,0-1 0 0 0,1 1 0 0 0,-1-1 0 0 0,0 1 0 0 0,1-1 0 0 0,-2-2 0 0 0,1-5 2827 0 0,9 24-1038 0 0,36 88 972 0 0,-25-52-2780 0 0,-2 1 0 0 0,17 95 0 0 0,-27-109-163 0 0,-2 1 0 0 0,-2 1 0 0 0,-1-1 0 0 0,-5 50 0 0 0,2-76-101 0 0,-1 0 1 0 0,-1 0-1 0 0,0-1 0 0 0,-1 1 1 0 0,-1 0-1 0 0,1-1 0 0 0,-9 14 1 0 0,9-19-19 0 0,-1 0 0 0 0,1-1 1 0 0,-1 1-1 0 0,-1-1 0 0 0,1 0 0 0 0,-1 0 1 0 0,0-1-1 0 0,-1 0 0 0 0,1 0 1 0 0,-1 0-1 0 0,0-1 0 0 0,-13 6 1 0 0,17-8-22 0 0,0-1 0 0 0,0 0 0 0 0,0 1 0 0 0,0-1 0 0 0,0 0-1 0 0,-1-1 1 0 0,1 1 0 0 0,0-1 0 0 0,-1 1 0 0 0,1-1 0 0 0,0 0 0 0 0,-1 0 0 0 0,1 0 0 0 0,0-1 0 0 0,-1 1 0 0 0,1-1 0 0 0,0 0 0 0 0,-5-2 0 0 0,5 2-80 0 0,1-1-1 0 0,0 0 1 0 0,-1 0-1 0 0,1 0 1 0 0,0 0-1 0 0,0 0 1 0 0,1 0-1 0 0,-1-1 1 0 0,0 1-1 0 0,1 0 1 0 0,-1-1-1 0 0,1 0 1 0 0,0 1-1 0 0,0-1 1 0 0,0 0-1 0 0,0 1 1 0 0,0-1 0 0 0,1 0-1 0 0,-1 0 1 0 0,1 0-1 0 0,0-4 1 0 0,-1-13-5244 0 0,4-37 1 0 0,-2 45 3959 0 0,1-27-2854 0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44:23.6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63 8 4528 0 0,'-5'0'772'0'0,"3"0"17"0"0,-7 0 23 0 0,3 0 16 0 0,-3-3-4 0 0,1 2 4 0 0,2 1 20 0 0,-3-1-4 0 0,0-2 1640 0 0,16 3-1776 0 0,4 4-352 0 0,3 3-3280 0 0,10 1 0 0 0,-5-1 0 0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44:24.3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18 200 3232 0 0,'-10'-158'7132'0'0,"10"142"-6653"0"0,-2-10 4673 0 0,0 42-3925 0 0,-2 50 565 0 0,10 119 0 0 0,-1-81-1383 0 0,-2 8-119 0 0,6 114 130 0 0,-8-212-544 0 0,2 1-1 0 0,-1-1 0 0 0,1 0 0 0 0,1 0 0 0 0,1 0 1 0 0,6 13-1 0 0,-11-26 15 0 0,0-1 0 0 0,1 1 0 0 0,-1-1 0 0 0,0 1 0 0 0,1-1 1 0 0,-1 0-1 0 0,0 1 0 0 0,1-1 0 0 0,-1 0 0 0 0,0 1 0 0 0,1-1 0 0 0,-1 0 0 0 0,1 0 0 0 0,-1 1 1 0 0,1-1-1 0 0,-1 0 0 0 0,1 0 0 0 0,-1 0 0 0 0,0 0 0 0 0,1 1 0 0 0,-1-1 0 0 0,1 0 0 0 0,-1 0 1 0 0,1 0-1 0 0,-1 0 0 0 0,1 0 0 0 0,-1 0 0 0 0,1 0 0 0 0,-1 0 0 0 0,1-1 0 0 0,-1 1 0 0 0,1 0 1 0 0,-1 0-1 0 0,1 0 0 0 0,-1 0 0 0 0,1-1 0 0 0,-1 1 0 0 0,0 0 0 0 0,1 0 0 0 0,-1-1 0 0 0,1 1 0 0 0,-1 0 1 0 0,0-1-1 0 0,1 1 0 0 0,-1 0 0 0 0,0-1 0 0 0,1 1 0 0 0,-1-1 0 0 0,0 1 0 0 0,0-1 0 0 0,1 1 1 0 0,-1 0-1 0 0,0-1 0 0 0,0 1 0 0 0,0-1 0 0 0,16-27-6863 0 0,-7 5 3012 0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44:24.60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228 146 2856 0 0,'6'-10'667'0'0,"-1"0"0"0"0,0 0 0 0 0,0 0 0 0 0,3-13-1 0 0,1-1 286 0 0,-6 17-617 0 0,-1 2 67 0 0,1-1 1 0 0,-1 1-1 0 0,0-1 0 0 0,-1 0 0 0 0,0 0 1 0 0,1-7-1 0 0,-2 13-361 0 0,0-1-1 0 0,0 1 1 0 0,0 0 0 0 0,0 0-1 0 0,0 0 1 0 0,0 0 0 0 0,0-1 0 0 0,0 1-1 0 0,0 0 1 0 0,0 0 0 0 0,0 0-1 0 0,0 0 1 0 0,0 0 0 0 0,0-1-1 0 0,0 1 1 0 0,0 0 0 0 0,0 0-1 0 0,-1 0 1 0 0,1 0 0 0 0,0 0 0 0 0,0 0-1 0 0,0-1 1 0 0,0 1 0 0 0,0 0-1 0 0,-1 0 1 0 0,1 0 0 0 0,0 0-1 0 0,0 0 1 0 0,0 0 0 0 0,0 0-1 0 0,0 0 1 0 0,-1 0 0 0 0,1 0 0 0 0,0 0-1 0 0,0 0 1 0 0,0 0 0 0 0,0 0-1 0 0,-1 0 1 0 0,1 0 0 0 0,0 0-1 0 0,0 0 1 0 0,0 0 0 0 0,0 0 0 0 0,-1 0-1 0 0,1 0 1 0 0,0 0 0 0 0,0 0-1 0 0,0 0 1 0 0,0 0 0 0 0,-1 0-1 0 0,-13 8 1019 0 0,-11 12 166 0 0,-9 10-32 0 0,1 1 1 0 0,-52 65-1 0 0,75-83-1066 0 0,0 0-1 0 0,1 1 1 0 0,0 1 0 0 0,2-1-1 0 0,-1 1 1 0 0,2 1-1 0 0,0-1 1 0 0,1 1-1 0 0,0 0 1 0 0,1 1 0 0 0,-1 16-1 0 0,5-27-95 0 0,0 0-1 0 0,0 0 1 0 0,1-1 0 0 0,-1 1-1 0 0,1 0 1 0 0,1-1-1 0 0,-1 1 1 0 0,1-1 0 0 0,0 1-1 0 0,0-1 1 0 0,1 0-1 0 0,-1 0 1 0 0,1 0-1 0 0,0 0 1 0 0,1 0 0 0 0,-1 0-1 0 0,1-1 1 0 0,0 0-1 0 0,0 0 1 0 0,0 0 0 0 0,1 0-1 0 0,-1-1 1 0 0,7 4-1 0 0,12 7 7 0 0,0-2-1 0 0,1-1 0 0 0,48 16 0 0 0,-4-1-441 0 0,-35-11-1996 0 0,18 1-7574 0 0,-36-13 6058 0 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44:24.9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194 97 4384 0 0,'-3'-3'805'0'0,"-1"-1"-1"0"0,1 1 1 0 0,0-1 0 0 0,0 0-1 0 0,0-1 1 0 0,0 1-1 0 0,-3-9 1 0 0,5 10-518 0 0,-1-1 1 0 0,0 1-1 0 0,1-1 1 0 0,-1 1 0 0 0,-1 0-1 0 0,1 0 1 0 0,0 0-1 0 0,-1 0 1 0 0,1 0-1 0 0,-1 0 1 0 0,0 1 0 0 0,0-1-1 0 0,0 1 1 0 0,0 0-1 0 0,0 0 1 0 0,-5-2-1 0 0,5 3-109 0 0,-1 0-1 0 0,1 0 0 0 0,-1 0 0 0 0,1 0 0 0 0,-1 0 0 0 0,0 1 0 0 0,1 0 1 0 0,-1 0-1 0 0,0 0 0 0 0,1 0 0 0 0,-1 0 0 0 0,1 1 0 0 0,-1 0 0 0 0,1 0 1 0 0,-1 0-1 0 0,1 0 0 0 0,-1 0 0 0 0,1 1 0 0 0,0-1 0 0 0,-1 1 0 0 0,1 0 1 0 0,0 0-1 0 0,0 0 0 0 0,1 0 0 0 0,-1 1 0 0 0,0-1 0 0 0,-2 4 0 0 0,2-2-155 0 0,0 0 1 0 0,1 0-1 0 0,0 0 0 0 0,-1 0 0 0 0,2 0 0 0 0,-1 0 0 0 0,0 1 0 0 0,1-1 0 0 0,0 0 1 0 0,0 1-1 0 0,0-1 0 0 0,0 1 0 0 0,1 0 0 0 0,0-1 0 0 0,0 1 0 0 0,0 0 0 0 0,0-1 0 0 0,1 1 1 0 0,0-1-1 0 0,0 1 0 0 0,2 5 0 0 0,1 1-5 0 0,1 1-1 0 0,0-1 1 0 0,1-1 0 0 0,1 1-1 0 0,-1-1 1 0 0,1 0 0 0 0,13 13 0 0 0,5 2 52 0 0,34 26 1 0 0,-40-35-23 0 0,0 0 0 0 0,-1 1 0 0 0,-1 1 1 0 0,25 32-1 0 0,-39-45-30 0 0,0 0 1 0 0,0 0-1 0 0,0 0 1 0 0,-1 0-1 0 0,0 1 1 0 0,0-1-1 0 0,0 1 1 0 0,-1-1 0 0 0,0 1-1 0 0,0 0 1 0 0,0 0-1 0 0,0-1 1 0 0,-1 1-1 0 0,-1 10 1 0 0,0-12-2 0 0,0 0 0 0 0,0 0 0 0 0,0 0 1 0 0,0-1-1 0 0,-1 1 0 0 0,0 0 0 0 0,0-1 0 0 0,0 1 1 0 0,0-1-1 0 0,0 0 0 0 0,-1 1 0 0 0,1-1 0 0 0,-1 0 0 0 0,0 0 1 0 0,0-1-1 0 0,0 1 0 0 0,0-1 0 0 0,-1 0 0 0 0,1 1 1 0 0,-1-1-1 0 0,-6 2 0 0 0,7-2-17 0 0,0-1-1 0 0,0 1 1 0 0,0-1-1 0 0,0 0 1 0 0,0 0 0 0 0,0-1-1 0 0,0 1 1 0 0,0-1 0 0 0,0 1-1 0 0,0-1 1 0 0,0 0-1 0 0,0 0 1 0 0,-1 0 0 0 0,1-1-1 0 0,0 1 1 0 0,0-1-1 0 0,0 1 1 0 0,0-1 0 0 0,0 0-1 0 0,0 0 1 0 0,0-1-1 0 0,-5-2 1 0 0,7 2-87 0 0,-1 0 1 0 0,0 0-1 0 0,1 0 0 0 0,-1 0 1 0 0,1-1-1 0 0,-1 1 0 0 0,1 0 1 0 0,0-1-1 0 0,0 1 1 0 0,0 0-1 0 0,1-1 0 0 0,-1 0 1 0 0,0 1-1 0 0,1-1 0 0 0,0 1 1 0 0,0-1-1 0 0,-1 0 0 0 0,2 1 1 0 0,-1-1-1 0 0,0 1 0 0 0,0-1 1 0 0,1 0-1 0 0,-1 1 0 0 0,1-1 1 0 0,0 1-1 0 0,0-1 0 0 0,2-3 1 0 0,8-18-3454 0 0,3-2-523 0 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44:25.1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82 66 4312 0 0,'-3'-3'466'0'0,"0"0"0"0"0,0 0-1 0 0,0 0 1 0 0,0 0-1 0 0,1-1 1 0 0,-3-4 0 0 0,-10-12 1222 0 0,-7 3 682 0 0,22 17-2319 0 0,-1-1 0 0 0,1 1 0 0 0,-1 0 1 0 0,1 0-1 0 0,-1 0 0 0 0,1 0 0 0 0,-1 0 0 0 0,1 0 0 0 0,-1 0 0 0 0,1 0 0 0 0,0 0 0 0 0,-1 0 0 0 0,1 0 0 0 0,-1 0 0 0 0,1 0 0 0 0,-1 1 0 0 0,1-1 0 0 0,-1 0 0 0 0,1 0 0 0 0,-1 0 0 0 0,1 1 0 0 0,0-1 0 0 0,-1 0 0 0 0,1 1 1 0 0,-1-1-1 0 0,1 0 0 0 0,0 1 0 0 0,-1-1 0 0 0,1 0 0 0 0,0 1 0 0 0,-1-1 0 0 0,1 1 0 0 0,0-1 0 0 0,0 0 0 0 0,0 1 0 0 0,-1-1 0 0 0,1 1 0 0 0,0-1 0 0 0,0 1 0 0 0,0-1 0 0 0,0 1 0 0 0,0-1 0 0 0,0 1 0 0 0,0-1 0 0 0,0 1 1 0 0,0-1-1 0 0,0 2 0 0 0,-4 28 1178 0 0,2 0 0 0 0,0 1 1 0 0,5 44-1 0 0,18 92 1234 0 0,-17-143-2265 0 0,12 54 362 0 0,44 131 0 0 0,-16-66-944 0 0,-33-96-1456 0 0,-9-17-5982 0 0,-3-20 3578 0 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44:25.3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44 255 4000 0 0,'-4'-4'271'0'0,"0"1"-1"0"0,1-1 0 0 0,-1 0 1 0 0,1 0-1 0 0,0 0 0 0 0,0 0 0 0 0,0 0 1 0 0,1-1-1 0 0,0 1 0 0 0,-1-1 1 0 0,2 0-1 0 0,-1 0 0 0 0,0 1 1 0 0,1-1-1 0 0,0 0 0 0 0,0-1 0 0 0,0 1 1 0 0,1 0-1 0 0,0 0 0 0 0,0 0 1 0 0,0 0-1 0 0,1 0 0 0 0,-1 0 0 0 0,1 0 1 0 0,0 0-1 0 0,1 0 0 0 0,-1 0 1 0 0,1 0-1 0 0,0 0 0 0 0,0 1 1 0 0,5-7-1 0 0,-1 4 15 0 0,1 0 1 0 0,1 0 0 0 0,-1 1-1 0 0,1 0 1 0 0,0 0 0 0 0,1 1-1 0 0,-1 0 1 0 0,1 0-1 0 0,0 1 1 0 0,12-3 0 0 0,3-1 381 0 0,0 2 0 0 0,37-5 0 0 0,18 2-1867 0 0,-51 8-3398 0 0,52 5 0 0 0,-43 2 901 0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44:25.9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112 279 4448 0 0,'-5'13'919'0'0,"0"1"0"0"0,1 1-1 0 0,1-1 1 0 0,0 0-1 0 0,1 1 1 0 0,-1 25-1 0 0,0-9 340 0 0,2-4-245 0 0,1-18-335 0 0,-1-1 0 0 0,1 0 0 0 0,-1 1 0 0 0,-1-1-1 0 0,0 0 1 0 0,-3 9 0 0 0,0-15 1295 0 0,-2-9-1046 0 0,-5-15-558 0 0,11 19-268 0 0,-6-13 1 0 0,0 1-1 0 0,1-1 1 0 0,1-1 0 0 0,1 1-1 0 0,-4-24 1 0 0,4 5-8 0 0,-1-56 1 0 0,5 77-85 0 0,0 1 0 0 0,1 0 0 0 0,1 0-1 0 0,1-1 1 0 0,-1 2 0 0 0,2-1 0 0 0,0 0 0 0 0,0 0 0 0 0,1 1 0 0 0,8-12 0 0 0,-9 17-42 0 0,0 0 1 0 0,1 0-1 0 0,0 1 0 0 0,1 0 1 0 0,-1 0-1 0 0,1 0 0 0 0,0 0 0 0 0,1 1 1 0 0,-1 0-1 0 0,1 1 0 0 0,0 0 1 0 0,0 0-1 0 0,1 0 0 0 0,-1 1 0 0 0,1 0 1 0 0,0 0-1 0 0,12-2 0 0 0,-4 2-331 0 0,-1 1 0 0 0,0 1 1 0 0,1 0-1 0 0,-1 1 0 0 0,1 1 0 0 0,-1 0 0 0 0,29 6 0 0 0,-10 2-1212 0 0,-1 2 0 0 0,45 19 0 0 0,-63-26 1215 0 0,1 0 0 0 0,0-1 0 0 0,28 3 4555 0 0,-48-6-4063 0 0,0 1 0 0 0,0 0 0 0 0,0 0 0 0 0,1 0 0 0 0,-1 0 0 0 0,0 1 0 0 0,0 0 0 0 0,1 0 0 0 0,-1 0 0 0 0,1 0 0 0 0,-1 0 0 0 0,1 1 0 0 0,0-1 0 0 0,0 1 0 0 0,-5 6 0 0 0,-5 6 145 0 0,-20 30 0 0 0,30-42-217 0 0,-13 21 119 0 0,2 1 0 0 0,0 0 0 0 0,-11 29 0 0 0,19-38-97 0 0,1 0 1 0 0,0 1-1 0 0,1-1 0 0 0,0 1 0 0 0,1 0 1 0 0,0 25-1 0 0,3-40-71 0 0,0 0 0 0 0,-1-1 1 0 0,1 1-1 0 0,1 0 0 0 0,-1 0 1 0 0,0 0-1 0 0,0-1 0 0 0,1 1 0 0 0,-1 0 1 0 0,1 0-1 0 0,-1-1 0 0 0,1 1 1 0 0,0 0-1 0 0,0-1 0 0 0,0 1 0 0 0,0-1 1 0 0,0 1-1 0 0,0-1 0 0 0,0 1 0 0 0,0-1 1 0 0,3 2-1 0 0,-3-2-2 0 0,1 0 0 0 0,0-1 0 0 0,-1 1 0 0 0,1-1 0 0 0,0 1 0 0 0,0-1 0 0 0,0 0 0 0 0,-1 0 0 0 0,1 0 0 0 0,0 0 0 0 0,0 0 0 0 0,0 0 0 0 0,-1 0-1 0 0,1-1 1 0 0,0 1 0 0 0,0-1 0 0 0,2 0 0 0 0,4-2 9 0 0,0-1 0 0 0,0 0 0 0 0,-1 0 0 0 0,1-1 0 0 0,-1 0 0 0 0,0 0 0 0 0,10-10 0 0 0,11-16 30 0 0,43-65 0 0 0,-15 20 36 0 0,-56 76-83 0 0,0-1 0 0 0,1 1 0 0 0,-1 0 0 0 0,0-1 0 0 0,1 1 0 0 0,-1-1 1 0 0,0 1-1 0 0,1 0 0 0 0,-1 0 0 0 0,0-1 0 0 0,1 1 0 0 0,-1 0 0 0 0,1 0 1 0 0,-1-1-1 0 0,1 1 0 0 0,-1 0 0 0 0,1 0 0 0 0,-1 0 0 0 0,0 0 0 0 0,1 0 0 0 0,-1-1 1 0 0,1 1-1 0 0,-1 0 0 0 0,1 0 0 0 0,-1 0 0 0 0,1 0 0 0 0,-1 1 0 0 0,1-1 0 0 0,0 0 1 0 0,11 12 33 0 0,8 30 25 0 0,-15-29-42 0 0,-1-5-65 0 0,1 0 1 0 0,0 0-1 0 0,0 0 1 0 0,0-1-1 0 0,1 1 0 0 0,0-1 1 0 0,0-1-1 0 0,1 1 0 0 0,-1-1 1 0 0,2 0-1 0 0,-1-1 1 0 0,10 6-1 0 0,-11-8-1233 0 0,1 0 0 0 0,0 0 0 0 0,-1-1 1 0 0,1 0-1 0 0,0 0 0 0 0,8 0 0 0 0,2-1-2860 0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44:26.2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 3 4872 0 0,'-4'0'829'0'0,"2"0"7"0"0,-1 0 16 0 0,-1-2 4 0 0,-1 2 868 0 0,2 0-848 0 0,0 0 0 0 0,1 2-20 0 0,4 1-68 0 0,4 5-104 0 0,3 2-612 0 0,-4 5-2896 0 0,4 3 0 0 0,-1 3 0 0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44:26.4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55 5080 0 0,'0'-1'865'0'0,"0"-3"15"0"0,0 1 16 0 0,0-4 20 0 0,-3 0-4 0 0,3 2 4 0 0,0-1 0 0 0,0-2-4 0 0,0 3-16 0 0,0 0-68 0 0,3 4-124 0 0,6-1-732 0 0,-3 4-2908 0 0,5-2 0 0 0,0 1 0 0 0,0-1-1 0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44:27.6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0 175 2752 0 0,'0'-152'7109'0'0,"0"130"-830"0"0,14 367-3031 0 0,-4-254-2777 0 0,38 160 0 0 0,-41-224-370 0 0,1 0 1 0 0,2 0 0 0 0,14 29-1 0 0,-21-49-79 0 0,1 0 0 0 0,0-1 0 0 0,0 1 1 0 0,1-1-1 0 0,0 0 0 0 0,0 0 0 0 0,0 0 0 0 0,0 0 0 0 0,1-1 0 0 0,0 0 0 0 0,0-1 0 0 0,1 1 0 0 0,-1-1 0 0 0,1 0 0 0 0,0-1 0 0 0,10 5 0 0 0,-12-7-14 0 0,-1 0 0 0 0,0 0 0 0 0,1 0 0 0 0,-1-1 0 0 0,0 0-1 0 0,1 0 1 0 0,-1 0 0 0 0,1 0 0 0 0,-1 0 0 0 0,0-1 0 0 0,1 0 0 0 0,-1 0-1 0 0,0 0 1 0 0,0-1 0 0 0,6-2 0 0 0,-4 1-6 0 0,1-1 1 0 0,-1 0-1 0 0,0-1 0 0 0,0 1 0 0 0,-1-1 1 0 0,0 0-1 0 0,1-1 0 0 0,5-8 1 0 0,1-3-11 0 0,-1-1 1 0 0,0 0-1 0 0,-2-1 1 0 0,0 0 0 0 0,9-30-1 0 0,-15 42 4 0 0,8-25-21 0 0,0-1 1 0 0,-2 0-1 0 0,-2 0 0 0 0,-1-1 1 0 0,1-35-1 0 0,-8 103 101 0 0,-8 39 0 0 0,4-50-13 0 0,2 0 0 0 0,0 0 0 0 0,2 1 0 0 0,1-1 0 0 0,0 0 0 0 0,2 0 0 0 0,5 28 0 0 0,-5-44-34 0 0,0 1-1 0 0,1-2 0 0 0,0 1 0 0 0,0 0 0 0 0,1 0 1 0 0,-1-1-1 0 0,1 0 0 0 0,1 0 0 0 0,-1 0 0 0 0,1 0 1 0 0,0 0-1 0 0,8 6 0 0 0,-10-10-23 0 0,0 0 0 0 0,0 0 1 0 0,0 0-1 0 0,1 0 0 0 0,-1-1 0 0 0,0 1 1 0 0,1-1-1 0 0,-1 0 0 0 0,1 0 0 0 0,-1 0 1 0 0,1-1-1 0 0,-1 1 0 0 0,1-1 0 0 0,-1 0 1 0 0,1 0-1 0 0,0 0 0 0 0,-1 0 0 0 0,1-1 1 0 0,-1 1-1 0 0,1-1 0 0 0,-1 0 0 0 0,1 0 0 0 0,-1 0 1 0 0,1-1-1 0 0,-1 1 0 0 0,0-1 0 0 0,5-3 1 0 0,-2 1-19 0 0,-1-1 0 0 0,1 1 0 0 0,-1-1 0 0 0,0-1 0 0 0,0 1 0 0 0,-1-1 0 0 0,0 0 0 0 0,0 0 0 0 0,0 0 0 0 0,-1 0 0 0 0,0-1 0 0 0,0 1 0 0 0,0-1 0 0 0,2-11 0 0 0,1-5-47 0 0,-2 0 1 0 0,0-1-1 0 0,1-25 1 0 0,-5 5-119 0 0,0 68 233 0 0,0 20 148 0 0,6 53 1 0 0,-4-82-128 0 0,0-1 0 0 0,2 0 1 0 0,-1 1-1 0 0,2-1 1 0 0,0-1-1 0 0,1 1 0 0 0,13 23 1 0 0,-6-23 706 0 0,1-9-3507 0 0,-13-5 2378 0 0,-1 0 1 0 0,1 0-1 0 0,0 0 0 0 0,0 0 0 0 0,0-1 0 0 0,0 1 0 0 0,-1 0 0 0 0,1 0 0 0 0,0-1 1 0 0,0 1-1 0 0,-1-1 0 0 0,1 1 0 0 0,0-1 0 0 0,-1 1 0 0 0,1-1 0 0 0,0 1 0 0 0,-1-1 1 0 0,1 1-1 0 0,-1-1 0 0 0,1 0 0 0 0,-1 1 0 0 0,1-1 0 0 0,-1 0 0 0 0,1 0 0 0 0,-1 1 1 0 0,0-1-1 0 0,0 0 0 0 0,1 0 0 0 0,-1 0 0 0 0,0 1 0 0 0,0-1 0 0 0,0 0 0 0 0,0 0 1 0 0,0 0-1 0 0,0-1 0 0 0,3-13-3799 0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44:27.8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 2 4312 0 0,'3'-2'6586'0'0,"-1"4"-5247"0"0,2 21 1736 0 0,2 39-1 0 0,-8-18-3434 0 0,-8-6-6341 0 0,1-25 2929 0 0,-2-4-1 0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44:28.0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63 4584 0 0,'0'-2'780'0'0,"0"-6"833"0"0,3 4-781 0 0,11-3 16 0 0,1-1 20 0 0,5 1 20 0 0,6 0-4 0 0,2-1 4 0 0,4 4 0 0 0,5 1-36 0 0,0-2-84 0 0,-3 5-176 0 0,-5 2-3648 0 0,-6 1 0 0 0,-8 2 0 0 0,-4 0-1 0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44:28.1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38 201 4728 0 0,'-8'-1'805'0'0,"2"-6"23"0"0,-3 2-4 0 0,0-2 4 0 0,4-5 0 0 0,5-1-4 0 0,5-5 4 0 0,8-4 0 0 0,11 0 16 0 0,17 0 0 0 0,13 2-12 0 0,13 3-92 0 0,13 3-468 0 0,5 5-3240 0 0,6 3 0 0 0,7 4 0 0 0,-4-1-1 0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44:28.6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235 88 3824 0 0,'1'-6'841'0'0,"-3"-30"2309"0"0,2 35-3023 0 0,0 0 0 0 0,0 0-1 0 0,0 0 1 0 0,-1 0 0 0 0,1 0 0 0 0,0 0-1 0 0,0 0 1 0 0,-1 0 0 0 0,1 0-1 0 0,0 0 1 0 0,-1 0 0 0 0,1 0-1 0 0,-1 0 1 0 0,0 0 0 0 0,1 0 0 0 0,-1 0-1 0 0,0 0 1 0 0,1 1 0 0 0,-1-1-1 0 0,0 0 1 0 0,0 1 0 0 0,0-1 0 0 0,0 0-1 0 0,1 1 1 0 0,-1-1 0 0 0,-2 0-1 0 0,2 1-43 0 0,0 0 0 0 0,0 1-1 0 0,0-1 1 0 0,0 0 0 0 0,0 0 0 0 0,1 1-1 0 0,-1-1 1 0 0,0 1 0 0 0,0-1-1 0 0,0 1 1 0 0,1-1 0 0 0,-1 1-1 0 0,0-1 1 0 0,0 1 0 0 0,1 0 0 0 0,-1-1-1 0 0,0 1 1 0 0,1 0 0 0 0,-1-1-1 0 0,0 3 1 0 0,-13 20 808 0 0,11-17-578 0 0,-27 54 796 0 0,3 1 0 0 0,2 1 0 0 0,3 1 0 0 0,3 1 1 0 0,-12 71-1 0 0,20-77-747 0 0,3 0 1 0 0,-2 100-1 0 0,10-158-361 0 0,0 1 0 0 0,0 0 0 0 0,0 0 0 0 0,0-1 0 0 0,0 1 0 0 0,0 0 0 0 0,0 0 0 0 0,0-1 0 0 0,0 1 0 0 0,0 0 0 0 0,0 0 0 0 0,1-1 0 0 0,-1 1 0 0 0,0 0 0 0 0,0-1 0 0 0,1 1 0 0 0,-1 0 0 0 0,1-1 0 0 0,-1 1 0 0 0,0 0 0 0 0,1-1 0 0 0,0 1 0 0 0,0 0 0 0 0,-1-1-5 0 0,1 0 1 0 0,0 0 0 0 0,-1 0 0 0 0,1 0 0 0 0,0 0 0 0 0,-1 0 0 0 0,1 0 0 0 0,-1 0 0 0 0,1-1 0 0 0,0 1 0 0 0,-1 0 0 0 0,1 0 0 0 0,-1-1-1 0 0,1 1 1 0 0,0 0 0 0 0,-1-1 0 0 0,1 1 0 0 0,-1 0 0 0 0,1-1 0 0 0,-1 1 0 0 0,1-1 0 0 0,23-31-173 0 0,5-35-78 0 0,-4-1 0 0 0,-2-1 0 0 0,21-111-1 0 0,-25 96 21 0 0,3 2 0 0 0,33-82 0 0 0,-53 159 227 0 0,1 0-1 0 0,-1-1 1 0 0,1 1 0 0 0,0 0 0 0 0,1 0-1 0 0,5-6 1 0 0,-9 10 10 0 0,1 1-1 0 0,-1-1 0 0 0,1 1 1 0 0,-1-1-1 0 0,1 1 1 0 0,-1 0-1 0 0,1-1 1 0 0,0 1-1 0 0,-1 0 0 0 0,1-1 1 0 0,-1 1-1 0 0,1 0 1 0 0,0 0-1 0 0,-1 0 1 0 0,1-1-1 0 0,-1 1 0 0 0,1 0 1 0 0,0 0-1 0 0,-1 0 1 0 0,1 0-1 0 0,0 0 0 0 0,-1 0 1 0 0,1 1-1 0 0,1-1 1 0 0,-1 1 6 0 0,0 0 0 0 0,1 0 0 0 0,-1 0-1 0 0,0 0 1 0 0,0 0 0 0 0,0 0 0 0 0,0 0 0 0 0,0 0 0 0 0,0 1 0 0 0,0-1 0 0 0,0 0 0 0 0,-1 1 0 0 0,1-1 0 0 0,0 1 0 0 0,0 1 0 0 0,12 33 288 0 0,16 73 0 0 0,0 5 70 0 0,7-23 170 0 0,75 140 0 0 0,-103-216-506 0 0,9 17-223 0 0,13 37 1 0 0,-17-23-5095 0 0,-13-46 4991 0 0,0 1 0 0 0,1 0 0 0 0,-1 0 0 0 0,0-1 0 0 0,0 1 0 0 0,0 0 0 0 0,0-1 0 0 0,0 1 1 0 0,0 0-1 0 0,0 0 0 0 0,0-1 0 0 0,0 1 0 0 0,0 0 0 0 0,0-1 0 0 0,-1 1 0 0 0,1 0 0 0 0,0 0 1 0 0,0-1-1 0 0,-1 1 0 0 0,1-1 0 0 0,-1 1 0 0 0,1 0 0 0 0,0-1 0 0 0,-1 1 0 0 0,1-1 1 0 0,-1 1-1 0 0,0 0 0 0 0,-5 3-3834 0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44:28.7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54 191 4760 0 0,'-16'-2'1689'0'0,"4"-2"-793"0"0,3 2 36 0 0,-2 0 20 0 0,5-1 12 0 0,6-2 4 0 0,6-4 0 0 0,9 0 0 0 0,16-1 0 0 0,14-3 16 0 0,16 0 0 0 0,7-4-63 0 0,9 0-161 0 0,7-2-4301 0 0,-4-2 1 0 0,5 0 0 0 0,-7-3-1 0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44:29.9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58 116 3656 0 0,'-2'-8'726'0'0,"0"1"-1"0"0,0-1 0 0 0,-1 0 1 0 0,0 1-1 0 0,0-1 0 0 0,-8-12 0 0 0,3 4 442 0 0,2 3-1040 0 0,-6-8 3802 0 0,9 24-1684 0 0,2 15-969 0 0,0 119 1506 0 0,4 197-1270 0 0,-3-332-1505 0 0,3 43 259 0 0,10 61 0 0 0,-11-95-218 0 0,1 1 1 0 0,0 0-1 0 0,1-1 1 0 0,0 0-1 0 0,1 0 0 0 0,0 0 1 0 0,0 0-1 0 0,1-1 1 0 0,1 0-1 0 0,11 14 1 0 0,-15-21-38 0 0,1 1 0 0 0,0 0 0 0 0,0-1 1 0 0,0 0-1 0 0,0 0 0 0 0,0 0 0 0 0,1-1 0 0 0,-1 1 0 0 0,1-1 1 0 0,0 0-1 0 0,0 0 0 0 0,0-1 0 0 0,0 1 0 0 0,0-1 1 0 0,0 0-1 0 0,0-1 0 0 0,0 1 0 0 0,1-1 0 0 0,-1 0 1 0 0,8-1-1 0 0,-6 0-24 0 0,0-1 1 0 0,0 0-1 0 0,-1 0 1 0 0,1-1-1 0 0,-1 1 1 0 0,0-1-1 0 0,1-1 1 0 0,-1 1-1 0 0,-1-1 1 0 0,1 0-1 0 0,-1 0 1 0 0,1-1 0 0 0,-1 0-1 0 0,0 0 1 0 0,4-6-1 0 0,-1 1-34 0 0,-1 0 0 0 0,-1-1 0 0 0,0 1 0 0 0,0-2 1 0 0,-1 1-1 0 0,0 0 0 0 0,-1-1 0 0 0,-1 0 0 0 0,0 0 0 0 0,0 0 0 0 0,-1 0 0 0 0,-1 0 0 0 0,1-14 0 0 0,-2 26 44 0 0,0 0 0 0 0,0 0 0 0 0,0 0 0 0 0,0 0 0 0 0,0 0 0 0 0,0 0 0 0 0,0 0 0 0 0,0-1 0 0 0,0 1 0 0 0,0 0 0 0 0,0 0 0 0 0,0 0 0 0 0,0 0-1 0 0,0 0 1 0 0,0 0 0 0 0,0-1 0 0 0,0 1 0 0 0,0 0 0 0 0,0 0 0 0 0,0 0 0 0 0,0 0 0 0 0,0 0 0 0 0,0 0 0 0 0,0-1 0 0 0,0 1 0 0 0,0 0 0 0 0,0 0 0 0 0,0 0 0 0 0,0 0-1 0 0,0 0 1 0 0,0 0 0 0 0,0-1 0 0 0,0 1 0 0 0,0 0 0 0 0,0 0 0 0 0,-1 0 0 0 0,1 0 0 0 0,0 0 0 0 0,0 0 0 0 0,0 0 0 0 0,0 0 0 0 0,0 0 0 0 0,0 0 0 0 0,0 0 0 0 0,-1-1-1 0 0,1 1 1 0 0,0 0 0 0 0,0 0 0 0 0,0 0 0 0 0,0 0 0 0 0,0 0 0 0 0,0 0 0 0 0,-1 0 0 0 0,1 0 0 0 0,0 0 0 0 0,0 0 0 0 0,0 0 0 0 0,-7 9-99 0 0,-3 17-4 0 0,7-14 93 0 0,1 0-1 0 0,1 1 1 0 0,1-1 0 0 0,-1 0-1 0 0,2 0 1 0 0,2 18 0 0 0,-2-27 15 0 0,-1 0 1 0 0,1-1 0 0 0,0 1-1 0 0,0 0 1 0 0,0-1-1 0 0,0 1 1 0 0,1-1 0 0 0,-1 0-1 0 0,1 1 1 0 0,-1-1 0 0 0,1 0-1 0 0,0 0 1 0 0,0 0-1 0 0,0 0 1 0 0,0-1 0 0 0,0 1-1 0 0,0 0 1 0 0,1-1-1 0 0,-1 1 1 0 0,1-1 0 0 0,-1 0-1 0 0,1 0 1 0 0,-1 0-1 0 0,1 0 1 0 0,-1 0 0 0 0,1-1-1 0 0,0 1 1 0 0,0-1-1 0 0,-1 1 1 0 0,1-1 0 0 0,0 0-1 0 0,-1 0 1 0 0,1-1-1 0 0,0 1 1 0 0,3-1 0 0 0,6 0 15 0 0,0-1 0 0 0,0 0 0 0 0,-1-1 0 0 0,1 0 0 0 0,-1-1 0 0 0,0 0 0 0 0,0-1 0 0 0,20-12 0 0 0,-25 14-6 0 0,0-1 0 0 0,-1-1 0 0 0,0 1 1 0 0,0-1-1 0 0,0 0 0 0 0,0 0 0 0 0,-1 0 0 0 0,0-1 0 0 0,0 1 0 0 0,0-1 1 0 0,-1 0-1 0 0,0 0 0 0 0,0 0 0 0 0,0-1 0 0 0,-1 1 0 0 0,3-12 0 0 0,-4 10 2 0 0,0 0-1 0 0,0 0 1 0 0,-1 0-1 0 0,-1 0 0 0 0,1 0 1 0 0,-1 0-1 0 0,0 0 1 0 0,-1 0-1 0 0,0 0 1 0 0,0 1-1 0 0,-1-1 0 0 0,0 1 1 0 0,0-1-1 0 0,0 1 1 0 0,-1 0-1 0 0,0 0 0 0 0,-1 1 1 0 0,-6-9-1 0 0,7 11-9 0 0,0 0 0 0 0,0 0 0 0 0,0 0 0 0 0,0 1 1 0 0,0-1-1 0 0,-1 1 0 0 0,1 0 0 0 0,-1 1 0 0 0,0-1 0 0 0,0 1 0 0 0,0 0 0 0 0,0 0 0 0 0,0 0 0 0 0,-1 1 0 0 0,1 0 0 0 0,0 0 0 0 0,-1 0 0 0 0,1 1 0 0 0,-1-1 1 0 0,1 1-1 0 0,-1 1 0 0 0,1-1 0 0 0,0 1 0 0 0,-1 0 0 0 0,1 0 0 0 0,0 1 0 0 0,-10 3 0 0 0,13-4-3 0 0,-1 0 0 0 0,1 0 0 0 0,0 0 0 0 0,-1 0-1 0 0,1 1 1 0 0,0-1 0 0 0,0 1 0 0 0,-1 0 0 0 0,1-1 0 0 0,1 1 0 0 0,-1 0-1 0 0,0 0 1 0 0,0 0 0 0 0,1 1 0 0 0,-1-1 0 0 0,1 0 0 0 0,0 1 0 0 0,0-1-1 0 0,0 0 1 0 0,0 1 0 0 0,-1 4 0 0 0,2-5 0 0 0,0-1-1 0 0,0 1 1 0 0,0 0-1 0 0,0 0 1 0 0,1-1-1 0 0,-1 1 0 0 0,0 0 1 0 0,1-1-1 0 0,0 1 1 0 0,-1-1-1 0 0,1 1 1 0 0,0-1-1 0 0,0 1 1 0 0,0-1-1 0 0,0 1 1 0 0,0-1-1 0 0,0 0 1 0 0,0 0-1 0 0,1 1 1 0 0,-1-1-1 0 0,0 0 1 0 0,1 0-1 0 0,-1 0 1 0 0,1 0-1 0 0,-1-1 1 0 0,1 1-1 0 0,-1 0 1 0 0,1 0-1 0 0,-1-1 1 0 0,1 1-1 0 0,0-1 1 0 0,-1 0-1 0 0,1 1 1 0 0,2-1-1 0 0,10 2 0 0 0,0 0 0 0 0,0 0 0 0 0,0-2 0 0 0,0 1 0 0 0,0-2 0 0 0,26-4 0 0 0,81-25-1 0 0,-87 20 0 0 0,0 1-1 0 0,41-6 1 0 0,-73 15 0 0 0,0 0-1 0 0,0 0 1 0 0,0 0-1 0 0,0 0 1 0 0,0 0-1 0 0,-1 0 1 0 0,1 1-1 0 0,0-1 1 0 0,0 1-1 0 0,0-1 1 0 0,-1 1-1 0 0,1-1 1 0 0,0 1-1 0 0,0 0 1 0 0,-1 0-1 0 0,1 0 1 0 0,-1 0-1 0 0,1 0 1 0 0,-1 0-1 0 0,3 3 1 0 0,-2-1 0 0 0,0 0 0 0 0,0 0 0 0 0,0 0 0 0 0,0 0 0 0 0,-1 1 0 0 0,1-1 1 0 0,-1 1-1 0 0,0-1 0 0 0,2 8 0 0 0,-1 7 4 0 0,0-1-1 0 0,-1 1 1 0 0,-2 27 0 0 0,0-34-2 0 0,1 2-14 0 0,-1 0 0 0 0,0 1 0 0 0,-1-1 0 0 0,0 0 0 0 0,-1 0 0 0 0,-1 0 0 0 0,0 0 0 0 0,-1-1 0 0 0,0 1 0 0 0,-1-1 0 0 0,-10 17 0 0 0,13-26-184 0 0,-2 5-1521 0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44:30.1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 0 4304 0 0,'25'2'5013'0'0,"-23"1"-4799"0"0,0-1 1 0 0,0 0-1 0 0,0 0 1 0 0,0 1-1 0 0,0-1 1 0 0,-1 1-1 0 0,1-1 0 0 0,-1 1 1 0 0,0 0-1 0 0,0-1 1 0 0,0 1-1 0 0,0 0 1 0 0,0 0-1 0 0,0 0 1 0 0,-1 0-1 0 0,1 3 0 0 0,3 49 1797 0 0,-5-32-1197 0 0,-1 1 0 0 0,-1-1 1 0 0,-9 35-1 0 0,-3-4-4487 0 0,14-50 2865 0 0,0 0 0 0 0,-1 0 0 0 0,1 0 0 0 0,-1 0 0 0 0,0-1 0 0 0,0 1 0 0 0,-1-1 0 0 0,-2 5 0 0 0,-7 4-2829 0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44:30.3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62 4368 0 0,'9'-10'1509'0'0,"-1"5"-729"0"0,9-5 36 0 0,1 2 4 0 0,4 0 12 0 0,1 0 0 0 0,3 3 0 0 0,22-2 796 0 0,-30 10-920 0 0,-7 6-296 0 0,-5 7-3116 0 0,-6 2 0 0 0,-9 4-1 0 0,-8 4 1 0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44:30.5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19 112 4448 0 0,'-4'0'760'0'0,"2"0"17"0"0,-7 0 39 0 0,6-4 16 0 0,3-1 0 0 0,3-1 16 0 0,8-3 4 0 0,6-1-4 0 0,9 1 4 0 0,20-3-4 0 0,12-1-36 0 0,13 4-312 0 0,7-1-3304 0 0,10 0 0 0 0,4 3 0 0 0,-1-1-1 0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44:31.2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338 68 4136 0 0,'-6'-7'492'0'0,"-1"1"-1"0"0,0 0 0 0 0,0 0 0 0 0,-1 1 1 0 0,1 0-1 0 0,-1 0 0 0 0,0 1 0 0 0,-1 0 1 0 0,1 0-1 0 0,-1 1 0 0 0,0 0 0 0 0,0 1 1 0 0,0-1-1 0 0,0 2 0 0 0,-18-2 0 0 0,20 3-279 0 0,0 0 0 0 0,0 1-1 0 0,0 0 1 0 0,1 0 0 0 0,-1 0 0 0 0,0 1-1 0 0,1 0 1 0 0,-1 1 0 0 0,1-1-1 0 0,0 1 1 0 0,0 0 0 0 0,0 1 0 0 0,0-1-1 0 0,0 1 1 0 0,1 0 0 0 0,-1 1 0 0 0,1 0-1 0 0,0-1 1 0 0,1 1 0 0 0,-1 1-1 0 0,-6 9 1 0 0,4-2 191 0 0,0 0 0 0 0,1 1 0 0 0,0 0-1 0 0,1 0 1 0 0,0 0 0 0 0,2 0 0 0 0,-4 23 0 0 0,4-14-139 0 0,1 1 0 0 0,1-1 0 0 0,1 1 0 0 0,3 23 0 0 0,-1-33-212 0 0,1-1 0 0 0,0 0 1 0 0,1 1-1 0 0,0-1 1 0 0,1-1-1 0 0,1 1 1 0 0,0-1-1 0 0,1 0 1 0 0,0 0-1 0 0,1-1 0 0 0,0 0 1 0 0,1 0-1 0 0,16 16 1 0 0,-19-22-62 0 0,0 0 1 0 0,1-1-1 0 0,-1 0 0 0 0,1 0 1 0 0,0 0-1 0 0,0-1 1 0 0,1 0-1 0 0,-1 0 1 0 0,0-1-1 0 0,13 3 1 0 0,-13-3-5 0 0,3 0-49 0 0,0 0-1 0 0,0 0 1 0 0,0-1 0 0 0,1 0-1 0 0,-1 0 1 0 0,0-1 0 0 0,1-1-1 0 0,-1 0 1 0 0,0 0 0 0 0,1-1 0 0 0,-1 0-1 0 0,0-1 1 0 0,0 0 0 0 0,-1-1-1 0 0,1 0 1 0 0,-1 0 0 0 0,0-1-1 0 0,0-1 1 0 0,0 1 0 0 0,9-8-1 0 0,-7 2-62 0 0,0 0 1 0 0,0 0-1 0 0,-1-1 0 0 0,0 0 0 0 0,-1-1 0 0 0,-1 0 0 0 0,0 0 1 0 0,-1-1-1 0 0,0 0 0 0 0,-1 0 0 0 0,0-1 0 0 0,5-26 0 0 0,-8 31 53 0 0,1-7-43 0 0,0 1-1 0 0,-1-1 0 0 0,0 0 1 0 0,-2-1-1 0 0,0-20 0 0 0,-1 37 119 0 0,0 0-1 0 0,0-1 0 0 0,0 1 1 0 0,0 0-1 0 0,-1 0 0 0 0,1 0 0 0 0,0 0 1 0 0,-1 0-1 0 0,1 0 0 0 0,-1 0 1 0 0,1 0-1 0 0,-1 1 0 0 0,1-1 0 0 0,-1 0 1 0 0,0 0-1 0 0,1 0 0 0 0,-1 0 1 0 0,0 1-1 0 0,0-1 0 0 0,1 0 1 0 0,-1 1-1 0 0,0-1 0 0 0,0 1 0 0 0,-1-2 1 0 0,-1 2 12 0 0,1-1 0 0 0,0 1 0 0 0,0 0 0 0 0,-1-1 0 0 0,1 1 0 0 0,0 0 0 0 0,0 0 0 0 0,-1 0 1 0 0,1 1-1 0 0,0-1 0 0 0,-3 1 0 0 0,-4 1 65 0 0,1 1 0 0 0,-1 0 0 0 0,1 1-1 0 0,-13 7 1 0 0,-7 5 138 0 0,1 2 0 0 0,1 0-1 0 0,-24 23 1 0 0,42-33-129 0 0,0-1 0 0 0,0 2 0 0 0,1-1 0 0 0,0 1 0 0 0,0 0-1 0 0,1 0 1 0 0,1 1 0 0 0,-1 0 0 0 0,1 0 0 0 0,1 0 0 0 0,0 1 0 0 0,-3 13 0 0 0,6-22-68 0 0,1 0-1 0 0,0-1 1 0 0,-1 1-1 0 0,1 0 0 0 0,0-1 1 0 0,0 1-1 0 0,0 0 1 0 0,0 0-1 0 0,0-1 1 0 0,0 1-1 0 0,1 0 1 0 0,-1-1-1 0 0,0 1 0 0 0,1 0 1 0 0,0-1-1 0 0,-1 1 1 0 0,1-1-1 0 0,0 1 1 0 0,0-1-1 0 0,0 1 1 0 0,0-1-1 0 0,0 1 1 0 0,0-1-1 0 0,2 2 0 0 0,-1-2 3 0 0,1 1-1 0 0,-1-1 1 0 0,1 1-1 0 0,0-1 1 0 0,0 0-1 0 0,0 0 0 0 0,-1 0 1 0 0,1-1-1 0 0,0 1 1 0 0,0-1-1 0 0,0 1 1 0 0,6-1-1 0 0,5-1 18 0 0,0 0-1 0 0,-1-1 1 0 0,1 0-1 0 0,24-9 1 0 0,-27 8-62 0 0,0-2-1 0 0,0 1 1 0 0,0-1-1 0 0,-1-1 1 0 0,0 0 0 0 0,0 0-1 0 0,-1-1 1 0 0,1-1-1 0 0,-2 1 1 0 0,1-1-1 0 0,-1-1 1 0 0,0 0 0 0 0,-1 0-1 0 0,0 0 1 0 0,0-1-1 0 0,-1 0 1 0 0,7-15 0 0 0,-15 42-21 0 0,1 1 0 0 0,1 28 0 0 0,1-20 56 0 0,-2-12-8 0 0,1-1 32 0 0,0 1 1 0 0,1 0 0 0 0,0 0-1 0 0,5 21 1 0 0,-5-31-45 0 0,1-1 0 0 0,-1 1 0 0 0,0-1 0 0 0,1 1 0 0 0,-1-1 0 0 0,1 0 0 0 0,0 0 0 0 0,0 0 0 0 0,1 0 0 0 0,-1 0 0 0 0,1 0-1 0 0,-1-1 1 0 0,1 1 0 0 0,0-1 0 0 0,0 0 0 0 0,0 1 0 0 0,0-1 0 0 0,0-1 0 0 0,0 1 0 0 0,1 0 0 0 0,-1-1 0 0 0,6 2 0 0 0,-3-1-181 0 0,0-1 1 0 0,1 0-1 0 0,-1 0 1 0 0,1 0-1 0 0,-1-1 0 0 0,1 0 1 0 0,0-1-1 0 0,7 0 1 0 0,-6-1-982 0 0,0 0 0 0 0,0 0 1 0 0,0-1-1 0 0,0 0 0 0 0,0 0 1 0 0,0-1-1 0 0,-1 0 0 0 0,1 0 0 0 0,12-11 1 0 0,1-5-2789 0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44:31.3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168 1 3128 0 0,'0'0'636'0'0,"-17"5"2507"0"0,4 5-2588 0 0,1 1 0 0 0,0 0 0 0 0,0 0-1 0 0,1 1 1 0 0,1 1 0 0 0,0-1 0 0 0,1 2-1 0 0,0-1 1 0 0,1 1 0 0 0,1 1 0 0 0,0 0-1 0 0,1 0 1 0 0,0 0 0 0 0,1 0 0 0 0,1 1-1 0 0,1 0 1 0 0,-3 21 0 0 0,6-34-420 0 0,0-1 0 0 0,0 1 0 0 0,0 0 0 0 0,0 0-1 0 0,0 0 1 0 0,1 0 0 0 0,-1-1 0 0 0,1 1 0 0 0,0 0 0 0 0,0 0 0 0 0,0-1 0 0 0,0 1 0 0 0,0 0 0 0 0,1-1 0 0 0,-1 0-1 0 0,1 1 1 0 0,-1-1 0 0 0,1 0 0 0 0,3 3 0 0 0,-2-2-24 0 0,1-1 0 0 0,-1 1 1 0 0,1-1-1 0 0,0 0 0 0 0,0 0 0 0 0,0 0 0 0 0,0-1 1 0 0,0 0-1 0 0,0 1 0 0 0,0-1 0 0 0,7 0 0 0 0,8 0-279 0 0,1 0 0 0 0,0-2 0 0 0,-1 0 0 0 0,28-5 0 0 0,-45 5 91 0 0,98-21-11674 0 0,-73 16 7630 0 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44:31.5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732 0 4744 0 0,'-5'0'805'0'0,"-4"3"19"0"0,-8 2 36 0 0,-9 4 16 0 0,-2 5 0 0 0,-9 4 0 0 0,-7 9 0 0 0,-7 4 0 0 0,-10 10 4 0 0,-2 4-36 0 0,-2 5-68 0 0,5 6-136 0 0,2-2-684 0 0,-5 1-2896 0 0,9 1 0 0 0,6-6 0 0 0,5-3-1 0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44:33.0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465 694 4056 0 0,'-1'-2'203'0'0,"1"1"-1"0"0,-1-1 1 0 0,0 0 0 0 0,1 1-1 0 0,-1-1 1 0 0,0 1-1 0 0,0-1 1 0 0,0 1-1 0 0,0-1 1 0 0,0 1 0 0 0,0 0-1 0 0,-1 0 1 0 0,1-1-1 0 0,0 1 1 0 0,-1 0-1 0 0,1 0 1 0 0,-1 0-1 0 0,-2-1 1 0 0,-28-14 1496 0 0,21 13-1335 0 0,1 0 1 0 0,-1 1-1 0 0,0 0 1 0 0,0 0 0 0 0,0 1-1 0 0,-1 1 1 0 0,1 0 0 0 0,0 1-1 0 0,0 0 1 0 0,0 0 0 0 0,0 1-1 0 0,0 1 1 0 0,1 0-1 0 0,-15 5 1 0 0,6 0 214 0 0,0 1 1 0 0,1 1-1 0 0,0 1 1 0 0,0 0-1 0 0,1 1 1 0 0,-27 25-1 0 0,35-28-420 0 0,1 0-1 0 0,0 0 1 0 0,1 1-1 0 0,0 0 1 0 0,1 1 0 0 0,0-1-1 0 0,0 1 1 0 0,1 0-1 0 0,1 1 1 0 0,0-1-1 0 0,-3 14 1 0 0,6-23-148 0 0,1 0-1 0 0,0-1 1 0 0,0 1 0 0 0,0 0 0 0 0,0-1 0 0 0,0 1-1 0 0,0-1 1 0 0,0 1 0 0 0,0 0 0 0 0,0-1-1 0 0,1 1 1 0 0,-1-1 0 0 0,1 1 0 0 0,-1-1 0 0 0,1 1-1 0 0,0-1 1 0 0,-1 1 0 0 0,1-1 0 0 0,0 1-1 0 0,0-1 1 0 0,0 0 0 0 0,0 1 0 0 0,0-1 0 0 0,1 0-1 0 0,-1 0 1 0 0,0 0 0 0 0,0 0 0 0 0,1 0-1 0 0,-1 0 1 0 0,1-1 0 0 0,-1 1 0 0 0,0 0 0 0 0,1-1-1 0 0,0 1 1 0 0,-1-1 0 0 0,1 1 0 0 0,-1-1-1 0 0,1 0 1 0 0,0 1 0 0 0,-1-1 0 0 0,3 0-1 0 0,5 1-8 0 0,0-1-1 0 0,1 0 0 0 0,-1 0 1 0 0,0-1-1 0 0,0 0 0 0 0,12-4 0 0 0,4-2 627 0 0,47-19 0 0 0,-51 16-1586 0 0,-1-1 0 0 0,0 0 0 0 0,0-2 0 0 0,28-23 0 0 0,-34 23 276 0 0,0 0 0 0 0,-1-1 0 0 0,0-1 0 0 0,-2 0 0 0 0,20-31 1 0 0,-22 30 1305 0 0,-1 0 1 0 0,-1-1 0 0 0,9-30 0 0 0,-6 0-783 0 0,-1 1 1 0 0,-3-2-1 0 0,-1 1 1 0 0,-3 0-1 0 0,-2-1 1 0 0,-1 0-1 0 0,-3 1 1 0 0,-13-64-1 0 0,14 98 99 0 0,0 1-1 0 0,-1-1 0 0 0,-1 1 0 0 0,1-1 0 0 0,-8-11 0 0 0,11 22 66 0 0,-1-1-1 0 0,0 0 1 0 0,0 1-1 0 0,0-1 1 0 0,0 1-1 0 0,0 0 0 0 0,0 0 1 0 0,-1 0-1 0 0,1 0 1 0 0,-1 0-1 0 0,-4-3 1 0 0,5 5 19 0 0,0-1-1 0 0,0 0 1 0 0,0 1 0 0 0,0 0 0 0 0,1-1 0 0 0,-1 1 0 0 0,0 0 0 0 0,0 0 0 0 0,0 0 0 0 0,0 0 0 0 0,0 0 0 0 0,0 1 0 0 0,0-1 0 0 0,0 1 0 0 0,0-1 0 0 0,0 1 0 0 0,1 0 0 0 0,-1-1 0 0 0,0 1-1 0 0,-2 2 1 0 0,0 0 111 0 0,0 0-1 0 0,1 0 1 0 0,0 0-1 0 0,-1 0 1 0 0,1 0-1 0 0,0 1 1 0 0,1 0-1 0 0,-1-1 1 0 0,1 1-1 0 0,0 0 1 0 0,0 0-1 0 0,0 1 1 0 0,0-1-1 0 0,1 0 1 0 0,-1 1-1 0 0,0 4 1 0 0,-2 12 286 0 0,1-1 0 0 0,-1 26 1 0 0,4-33-277 0 0,-8 122 1251 0 0,17 239 1 0 0,-8-356-1327 0 0,2-1 0 0 0,0 1 1 0 0,1-1-1 0 0,0 0 0 0 0,12 28 0 0 0,-13-39-52 0 0,-1-1-1 0 0,1 0 0 0 0,0 0 0 0 0,0 0 0 0 0,1 0 0 0 0,0-1 0 0 0,0 1 0 0 0,0-1 0 0 0,0 0 0 0 0,0 0 0 0 0,1-1 0 0 0,0 1 0 0 0,0-1 0 0 0,0 0 0 0 0,0 0 0 0 0,0-1 0 0 0,1 1 0 0 0,-1-1 0 0 0,1 0 0 0 0,8 1 0 0 0,-4-1-33 0 0,0 0 0 0 0,0-1 0 0 0,-1-1-1 0 0,1 1 1 0 0,0-2 0 0 0,0 1 0 0 0,0-1-1 0 0,0-1 1 0 0,-1 0 0 0 0,1 0-1 0 0,-1-1 1 0 0,1 0 0 0 0,-1-1 0 0 0,0 0-1 0 0,0 0 1 0 0,-1-1 0 0 0,1 0 0 0 0,-1-1-1 0 0,0 0 1 0 0,-1 0 0 0 0,1 0 0 0 0,-1-1-1 0 0,0-1 1 0 0,-1 1 0 0 0,0-1-1 0 0,0 0 1 0 0,0 0 0 0 0,4-11 0 0 0,-2 2-72 0 0,-2-1 0 0 0,8-30 0 0 0,-12 40 35 0 0,-1-1 0 0 0,0 1-1 0 0,0-1 1 0 0,0 1 0 0 0,-1-1 0 0 0,-1 0-1 0 0,1 1 1 0 0,-4-15 0 0 0,-6 40-16 0 0,4 5 95 0 0,1-1 1 0 0,1 1-1 0 0,1 0 1 0 0,1 0-1 0 0,1 1 0 0 0,1-1 1 0 0,1 0-1 0 0,1 0 1 0 0,1 0-1 0 0,7 28 0 0 0,-10-47-22 0 0,1 0 0 0 0,0 1 0 0 0,0-1 0 0 0,0-1 0 0 0,0 1 0 0 0,0 0 0 0 0,1 0 0 0 0,-1 0 0 0 0,1-1 0 0 0,0 1-1 0 0,0-1 1 0 0,0 1 0 0 0,0-1 0 0 0,0 0 0 0 0,0 0 0 0 0,1 0 0 0 0,-1 0 0 0 0,1 0 0 0 0,0 0 0 0 0,-1-1 0 0 0,1 1 0 0 0,0-1 0 0 0,0 0 0 0 0,0 0-1 0 0,0 0 1 0 0,0 0 0 0 0,0 0 0 0 0,0-1 0 0 0,0 1 0 0 0,5-1 0 0 0,-2-1-5 0 0,1 1 0 0 0,-1-1 0 0 0,0 0 1 0 0,0-1-1 0 0,0 0 0 0 0,0 0 0 0 0,0 0 0 0 0,-1 0 0 0 0,1-1 0 0 0,-1 0 0 0 0,1 0 1 0 0,-1-1-1 0 0,0 0 0 0 0,7-6 0 0 0,9-13-54 0 0,-1-1 0 0 0,-1-1 0 0 0,-1 0 0 0 0,-1-2 0 0 0,-1 0 0 0 0,16-40 0 0 0,3-1-101 0 0,-23 49 74 0 0,-12 19 79 0 0,0 0 0 0 0,0 0 0 0 0,1 0 0 0 0,-1-1 1 0 0,0 1-1 0 0,0 0 0 0 0,0 0 0 0 0,0 0 0 0 0,0 0 0 0 0,0 0 0 0 0,0 0 0 0 0,0 0 0 0 0,1 0 0 0 0,-1-1 0 0 0,0 1 0 0 0,0 0 0 0 0,0 0 0 0 0,0 0 1 0 0,0 0-1 0 0,0 0 0 0 0,1 0 0 0 0,-1 0 0 0 0,0 0 0 0 0,0 0 0 0 0,0 0 0 0 0,0 0 0 0 0,0 0 0 0 0,1 0 0 0 0,-1 0 0 0 0,0 0 0 0 0,0 0 0 0 0,0 0 0 0 0,0 0 1 0 0,0 0-1 0 0,1 0 0 0 0,-1 0 0 0 0,0 0 0 0 0,0 0 0 0 0,0 0 0 0 0,0 1 0 0 0,0-1 0 0 0,0 0 0 0 0,0 0 0 0 0,1 0 0 0 0,-1 0 0 0 0,0 0 0 0 0,0 0 1 0 0,0 0-1 0 0,0 0 0 0 0,0 1 0 0 0,0-1 0 0 0,2 30-154 0 0,-2-16 147 0 0,-3 39-66 0 0,2-34 76 0 0,0 1 0 0 0,1-1-1 0 0,4 29 1 0 0,-4-48 0 0 0,0 0 0 0 0,0 0 1 0 0,0 0-1 0 0,0 1 0 0 0,0-1 0 0 0,0 0 0 0 0,0 0 0 0 0,0 0 0 0 0,0 0 0 0 0,0 0 0 0 0,1 1 1 0 0,-1-1-1 0 0,0 0 0 0 0,0 0 0 0 0,0 0 0 0 0,0 0 0 0 0,0 0 0 0 0,0 0 0 0 0,0 0 0 0 0,0 1 1 0 0,1-1-1 0 0,-1 0 0 0 0,0 0 0 0 0,0 0 0 0 0,0 0 0 0 0,0 0 0 0 0,0 0 0 0 0,0 0 0 0 0,1 0 1 0 0,-1 0-1 0 0,0 0 0 0 0,0 0 0 0 0,0 0 0 0 0,0 0 0 0 0,0 0 0 0 0,1 0 0 0 0,-1 0 0 0 0,0 0 1 0 0,0 0-1 0 0,0 0 0 0 0,0 0 0 0 0,0 0 0 0 0,1 0 0 0 0,-1 0 0 0 0,0 0 0 0 0,0 0 0 0 0,0 0 1 0 0,0 0-1 0 0,0 0 0 0 0,0-1 0 0 0,1 1 0 0 0,-1 0 0 0 0,0 0 0 0 0,0 0 0 0 0,0 0 0 0 0,0 0 1 0 0,11-12 33 0 0,8-15-2 0 0,87-176 95 0 0,-106 203-125 0 0,0 0-1 0 0,0-1 1 0 0,0 1 0 0 0,0 0-1 0 0,0-1 1 0 0,0 1-1 0 0,0 0 1 0 0,0-1-1 0 0,1 1 1 0 0,-1 0 0 0 0,0-1-1 0 0,0 1 1 0 0,0 0-1 0 0,0-1 1 0 0,1 1-1 0 0,-1 0 1 0 0,0-1-1 0 0,0 1 1 0 0,1 0 0 0 0,-1 0-1 0 0,0-1 1 0 0,0 1-1 0 0,1 0 1 0 0,-1 0-1 0 0,0 0 1 0 0,1 0 0 0 0,-1-1-1 0 0,0 1 1 0 0,1 0-1 0 0,-1 0 1 0 0,0 0-1 0 0,1 0 1 0 0,0 0 0 0 0,2 13 58 0 0,-2 32 14 0 0,-1-37-59 0 0,0 18 28 0 0,0-1 0 0 0,2 1 0 0 0,1-1 0 0 0,1 0 0 0 0,2 0 0 0 0,9 27 0 0 0,-14-47-28 0 0,1 0 0 0 0,0-1 0 0 0,0 0 0 0 0,0 1 0 0 0,1-1 0 0 0,0 0 1 0 0,-1 0-1 0 0,2-1 0 0 0,-1 1 0 0 0,0 0 0 0 0,1-1 0 0 0,-1 0 0 0 0,1 0 1 0 0,0 0-1 0 0,0 0 0 0 0,0-1 0 0 0,8 4 0 0 0,-9-5-8 0 0,1 0-1 0 0,-1 0 1 0 0,0-1 0 0 0,1 1-1 0 0,-1-1 1 0 0,1 0 0 0 0,-1 0-1 0 0,0 0 1 0 0,1-1-1 0 0,-1 1 1 0 0,0-1 0 0 0,1 0-1 0 0,-1 1 1 0 0,0-1 0 0 0,0-1-1 0 0,1 1 1 0 0,-1 0 0 0 0,0-1-1 0 0,-1 0 1 0 0,1 0 0 0 0,0 0-1 0 0,0 0 1 0 0,-1 0-1 0 0,1 0 1 0 0,-1-1 0 0 0,3-2-1 0 0,13-17-4 0 0,0-1 0 0 0,-1-1 0 0 0,-2 0 0 0 0,0-1 0 0 0,17-42 0 0 0,44-144 14 0 0,-53 144-15 0 0,-19 53-2 0 0,8-18 4 0 0,-2-1-1 0 0,-1 0 1 0 0,4-36 0 0 0,-13 69-3 0 0,0-1 1 0 0,0 0-1 0 0,0 0 1 0 0,0 1-1 0 0,-1-1 1 0 0,1 0-1 0 0,0 1 0 0 0,0-1 1 0 0,-1 0-1 0 0,1 1 1 0 0,0-1-1 0 0,-1 0 1 0 0,1 1-1 0 0,-1-1 1 0 0,1 0-1 0 0,0 1 1 0 0,-1-1-1 0 0,0 1 1 0 0,1-1-1 0 0,-1 1 1 0 0,1 0-1 0 0,-1-1 1 0 0,0 1-1 0 0,1-1 0 0 0,-1 1 1 0 0,1 0-1 0 0,-1 0 1 0 0,0-1-1 0 0,0 1 1 0 0,1 0-1 0 0,-1 0 1 0 0,0 0-1 0 0,0 0 1 0 0,1 0-1 0 0,-1 0 1 0 0,0 0-1 0 0,1 0 1 0 0,-1 0-1 0 0,0 0 1 0 0,0 0-1 0 0,1 0 0 0 0,-1 0 1 0 0,0 1-1 0 0,0-1 1 0 0,-34 8 29 0 0,35-8-31 0 0,-12 4 14 0 0,1 0-1 0 0,0 0 1 0 0,0 1 0 0 0,0 0-1 0 0,1 1 1 0 0,0 0 0 0 0,0 1-1 0 0,0 0 1 0 0,1 1 0 0 0,0 0 0 0 0,1 0-1 0 0,-1 1 1 0 0,1 0 0 0 0,1 0-1 0 0,0 1 1 0 0,1 0 0 0 0,-1 0-1 0 0,2 0 1 0 0,-1 1 0 0 0,2 0-1 0 0,-1 0 1 0 0,-4 21 0 0 0,6-16 18 0 0,1 0 0 0 0,0 1 0 0 0,1-1 1 0 0,1 1-1 0 0,0-1 0 0 0,2 0 0 0 0,-1 1 1 0 0,7 22-1 0 0,-5-30-11 0 0,0 0 1 0 0,0 0 0 0 0,1 0-1 0 0,0-1 1 0 0,1 0-1 0 0,-1 0 1 0 0,2 0-1 0 0,-1 0 1 0 0,1-1 0 0 0,0 0-1 0 0,1 0 1 0 0,0 0-1 0 0,0-1 1 0 0,0 0-1 0 0,1-1 1 0 0,10 7-1 0 0,-1-3 47 0 0,1-1 0 0 0,0-1 0 0 0,0 0 0 0 0,1-2 0 0 0,21 5 0 0 0,-39-10-59 0 0,0 0-1 0 0,0 0 0 0 0,0 1 0 0 0,0-1 0 0 0,0 0 0 0 0,1 0 0 0 0,-1 1 0 0 0,0-1 0 0 0,0 1 0 0 0,0-1 1 0 0,0 1-1 0 0,0 0 0 0 0,0-1 0 0 0,0 1 0 0 0,-1 0 0 0 0,1 0 0 0 0,0-1 0 0 0,0 1 0 0 0,0 0 0 0 0,-1 0 0 0 0,1 0 1 0 0,0 1-1 0 0,-1-1-3 0 0,1 1 1 0 0,-1-1 0 0 0,0 0 0 0 0,0 0 0 0 0,0 0-1 0 0,-1 0 1 0 0,1 0 0 0 0,0 1 0 0 0,0-1 0 0 0,-1 0-1 0 0,1 0 1 0 0,0 0 0 0 0,-1 0 0 0 0,1 0 0 0 0,-1 0-1 0 0,1 0 1 0 0,-2 2 0 0 0,-4 4 12 0 0,0 0-1 0 0,-1 0 1 0 0,1-1 0 0 0,-10 7-1 0 0,13-11-9 0 0,-44 38-319 0 0,-70 55 144 0 0,32-40-4685 0 0,50-37 1043 0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44:33.2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56 4344 0 0,'4'-5'372'0'0,"1"1"-1"0"0,-1 0 0 0 0,1 0 0 0 0,0 0 1 0 0,1 0-1 0 0,-1 1 0 0 0,1-1 0 0 0,-1 1 1 0 0,1 1-1 0 0,0-1 0 0 0,0 1 0 0 0,10-2 0 0 0,-6 1-19 0 0,0 1-1 0 0,0 0 0 0 0,0 1 1 0 0,0 0-1 0 0,0 1 0 0 0,0 0 1 0 0,12 2-1 0 0,-18-2-228 0 0,0 1 0 0 0,-1 0 0 0 0,1 1 0 0 0,-1-1 0 0 0,1 0 0 0 0,-1 1 0 0 0,0 0 1 0 0,1 0-1 0 0,-1 0 0 0 0,0 0 0 0 0,0 1 0 0 0,-1-1 0 0 0,1 1 0 0 0,0-1 0 0 0,-1 1 0 0 0,0 0 0 0 0,1 0 0 0 0,-1 0 0 0 0,0 1 0 0 0,-1-1 0 0 0,1 0 0 0 0,0 1 0 0 0,-1-1 0 0 0,1 5 0 0 0,1 2 181 0 0,-1 0-1 0 0,0 0 1 0 0,0 1-1 0 0,-1-1 1 0 0,-1 0-1 0 0,0 19 1 0 0,-1-19-152 0 0,-1 0 1 0 0,0-1 0 0 0,0 1 0 0 0,-1-1 0 0 0,-4 12-1 0 0,2-9-794 0 0,-1 0 0 0 0,-1 0-1 0 0,-10 14 1 0 0,3-8-1404 0 0,-2 0 0 0 0,0 0 0 0 0,-33 26 0 0 0,-4-3-1619 0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44:33.3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3 119 4704 0 0,'0'-2'817'0'0,"-2"-2"15"0"0,2-1 20 0 0,0-3 16 0 0,2-2 16 0 0,7-1 0 0 0,8-4 16 0 0,6 0 4 0 0,12-2-4 0 0,7 6 4 0 0,10 1 0 0 0,14 2-56 0 0,11 5-188 0 0,11 5-3832 0 0,1-1 0 0 0,6 4 0 0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44:34.2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1 590 1400 0 0,'15'-6'158'0'0,"0"0"-1"0"0,-1-1 1 0 0,0 0-1 0 0,0-1 0 0 0,-1-1 1 0 0,13-10-1 0 0,5-7 431 0 0,33-35 0 0 0,-48 45-122 0 0,-1-1 0 0 0,0-1 0 0 0,-2 0 0 0 0,0-1-1 0 0,-1 0 1 0 0,-1-1 0 0 0,0-1 0 0 0,-2 0-1 0 0,0 0 1 0 0,-2 0 0 0 0,0-1 0 0 0,-2 0 0 0 0,0-1-1 0 0,-1 1 1 0 0,1-40 0 0 0,-5 59-318 0 0,0-1 0 0 0,0 1 0 0 0,0 0 0 0 0,0 0 0 0 0,-1-1 0 0 0,0 1 0 0 0,1 0-1 0 0,-1 0 1 0 0,0 0 0 0 0,0 0 0 0 0,-1 0 0 0 0,1 0 0 0 0,-1 0 0 0 0,1 0 0 0 0,-1 0 0 0 0,0 1 0 0 0,0-1 0 0 0,0 1 0 0 0,-1-1 0 0 0,1 1 0 0 0,0 0 0 0 0,-1 0-1 0 0,-4-3 1 0 0,3 3 19 0 0,1 1-1 0 0,-1 0 0 0 0,1 0 0 0 0,-1 0 0 0 0,0 1 1 0 0,1-1-1 0 0,-1 1 0 0 0,0 0 0 0 0,1 0 1 0 0,-1 0-1 0 0,0 0 0 0 0,1 1 0 0 0,-1-1 1 0 0,0 1-1 0 0,1 0 0 0 0,-1 0 0 0 0,1 1 0 0 0,0-1 1 0 0,-1 1-1 0 0,1-1 0 0 0,-4 4 0 0 0,-1 0 65 0 0,0 1 0 0 0,0 0 0 0 0,1 0 0 0 0,0 1 0 0 0,0 0 0 0 0,1 1 0 0 0,0-1 0 0 0,-8 12 0 0 0,5-4 21 0 0,0 1 1 0 0,1 0-1 0 0,-7 19 0 0 0,11-22-162 0 0,0 1 0 0 0,0-1-1 0 0,1 0 1 0 0,1 1 0 0 0,0 0 0 0 0,1-1 0 0 0,0 1 0 0 0,1 0-1 0 0,1 0 1 0 0,0-1 0 0 0,1 1 0 0 0,1 0 0 0 0,0-1-1 0 0,6 18 1 0 0,-6-24-66 0 0,0 1 0 0 0,1-1 0 0 0,0 0 0 0 0,0 0 0 0 0,1 0 0 0 0,0 0 1 0 0,0-1-1 0 0,0 0 0 0 0,1 0 0 0 0,0 0 0 0 0,0-1 0 0 0,1 0 0 0 0,-1 0 0 0 0,1 0 0 0 0,0-1 0 0 0,0 0 0 0 0,1-1 0 0 0,-1 1 0 0 0,1-2 0 0 0,0 1 0 0 0,0-1 0 0 0,0 0 0 0 0,15 2 0 0 0,-12-3-14 0 0,0 0 0 0 0,0-1 0 0 0,1 0 0 0 0,-1-1 0 0 0,0 0 1 0 0,-1-1-1 0 0,1 0 0 0 0,0-1 0 0 0,0 0 0 0 0,19-9 0 0 0,-24 9-13 0 0,0 0 1 0 0,0-1-1 0 0,0 0 1 0 0,-1 0-1 0 0,0-1 1 0 0,1 1-1 0 0,-1-1 1 0 0,-1 0-1 0 0,1 0 1 0 0,-1-1-1 0 0,0 0 0 0 0,0 1 1 0 0,0-1-1 0 0,-1 0 1 0 0,0-1-1 0 0,0 1 1 0 0,-1-1-1 0 0,0 1 1 0 0,2-8-1 0 0,1-16-37 0 0,-2 1 0 0 0,1-44 0 0 0,-5 84 27 0 0,1 6-10 0 0,0-1 0 0 0,0 1-1 0 0,2 0 1 0 0,0 0 0 0 0,1-1-1 0 0,6 22 1 0 0,-7-31 22 0 0,1-1 0 0 0,0 1 0 0 0,0-1 0 0 0,1 1 0 0 0,0-1 0 0 0,0 0 0 0 0,0 0 0 0 0,1-1 0 0 0,-1 0-1 0 0,1 1 1 0 0,1-1 0 0 0,-1-1 0 0 0,1 1 0 0 0,0-1 0 0 0,0 0 0 0 0,0 0 0 0 0,0-1 0 0 0,1 0 0 0 0,-1 0 0 0 0,1-1 0 0 0,0 1 0 0 0,0-1 0 0 0,0-1 0 0 0,0 1 0 0 0,0-1-1 0 0,9 0 1 0 0,-14-1 0 0 0,0 0 0 0 0,0-1 0 0 0,0 1-1 0 0,0 0 1 0 0,0-1 0 0 0,0 1-1 0 0,-1-1 1 0 0,1 0 0 0 0,0 1-1 0 0,0-1 1 0 0,-1 0 0 0 0,1 0-1 0 0,0 0 1 0 0,-1 0 0 0 0,1-1 0 0 0,-1 1-1 0 0,1 0 1 0 0,-1-1 0 0 0,0 1-1 0 0,1-1 1 0 0,-1 1 0 0 0,0-1-1 0 0,0 1 1 0 0,0-1 0 0 0,0 0-1 0 0,0 0 1 0 0,-1 0 0 0 0,1 1 0 0 0,-1-1-1 0 0,1 0 1 0 0,0-2 0 0 0,1-8 1 0 0,-1 0 0 0 0,0 0 0 0 0,0 1 1 0 0,-2-15-1 0 0,1 11 10 0 0,0 8-7 0 0,0 1 1 0 0,0-1 0 0 0,-1 1-1 0 0,0 0 1 0 0,0 0 0 0 0,0-1-1 0 0,-1 1 1 0 0,0 0 0 0 0,0 0 0 0 0,-1 0-1 0 0,0 1 1 0 0,0-1 0 0 0,-5-8-1 0 0,4 11 0 0 0,0-1 0 0 0,1 0 0 0 0,-1 1 0 0 0,0 0 0 0 0,-1 0 0 0 0,1 0 0 0 0,0 1 0 0 0,-1-1 0 0 0,0 1 0 0 0,1 0 0 0 0,-1 0 0 0 0,0 1 0 0 0,0-1 0 0 0,0 1 0 0 0,0 0 0 0 0,0 1 0 0 0,-1-1 0 0 0,-4 1 0 0 0,7 0 0 0 0,-56 0 30 0 0,54 1-31 0 0,0-1 0 0 0,0 1 1 0 0,0 0-1 0 0,1 0 0 0 0,-1 1 0 0 0,0-1 0 0 0,0 1 1 0 0,1 0-1 0 0,-1 0 0 0 0,-6 5 0 0 0,12-7-2 0 0,-1 1-1 0 0,0-1 1 0 0,1 0-1 0 0,-1 1 0 0 0,1-1 1 0 0,-1 1-1 0 0,0-1 1 0 0,1 0-1 0 0,-1 1 0 0 0,1-1 1 0 0,-1 0-1 0 0,1 1 0 0 0,-1-1 1 0 0,1 0-1 0 0,-1 0 1 0 0,1 0-1 0 0,-1 0 0 0 0,1 1 1 0 0,-1-1-1 0 0,1 0 0 0 0,0 0 1 0 0,-1 0-1 0 0,1 0 1 0 0,-1 0-1 0 0,1 0 0 0 0,-1 0 1 0 0,1 0-1 0 0,-1-1 1 0 0,1 1-1 0 0,0 0 0 0 0,26 1 2 0 0,0-6-9 0 0,0-1 0 0 0,43-14 0 0 0,-50 13 9 0 0,0 0-1 0 0,0 2 0 0 0,0 1 0 0 0,1 0 1 0 0,40-1-1 0 0,-58 5 0 0 0,1 0 0 0 0,0 1-1 0 0,0-1 1 0 0,0 1 0 0 0,-1 0 0 0 0,1 1 0 0 0,0-1 0 0 0,-1 0 0 0 0,1 1 0 0 0,-1 0 0 0 0,1 0 0 0 0,-1 0-1 0 0,0 0 1 0 0,0 1 0 0 0,0-1 0 0 0,0 1 0 0 0,0-1 0 0 0,-1 1 0 0 0,1 0 0 0 0,-1 0 0 0 0,0 1 0 0 0,0-1 0 0 0,0 0-1 0 0,3 8 1 0 0,1 5 3 0 0,0 0-1 0 0,-2 1 1 0 0,0-1-1 0 0,3 25 1 0 0,-2-13 5 0 0,-3 4-1 0 0,-2-27-6 0 0,-1-1-1 0 0,2 1 0 0 0,-1 0 1 0 0,0 0-1 0 0,1 0 1 0 0,0 0-1 0 0,0 0 0 0 0,1 0 1 0 0,-1-1-1 0 0,1 1 1 0 0,0 0-1 0 0,3 4 0 0 0,-5-9 1 0 0,1 1-1 0 0,0-1 0 0 0,0 0 1 0 0,0 1-1 0 0,0-1 0 0 0,-1 0 0 0 0,1 0 1 0 0,0 0-1 0 0,0 0 0 0 0,0 0 0 0 0,0 0 1 0 0,0 0-1 0 0,0 0 0 0 0,0 0 1 0 0,-1 0-1 0 0,1 0 0 0 0,0 0 0 0 0,0-1 1 0 0,0 1-1 0 0,0 0 0 0 0,-1-1 1 0 0,1 1-1 0 0,0 0 0 0 0,0-1 0 0 0,0 1 1 0 0,-1-1-1 0 0,1 0 0 0 0,0 1 0 0 0,0-2 1 0 0,24-19-5 0 0,-23 20 3 0 0,46-50 16 0 0,-33 34-13 0 0,1 0 0 0 0,0 1 0 0 0,1 1 0 0 0,1 0 0 0 0,1 1 0 0 0,38-22-1 0 0,-55 35 0 0 0,0 1 0 0 0,-1-1 0 0 0,1 0 0 0 0,0 1 0 0 0,0-1 0 0 0,0 1-1 0 0,-1-1 1 0 0,1 1 0 0 0,0 0 0 0 0,0 0 0 0 0,0 0 0 0 0,0 0 0 0 0,0 0-1 0 0,0 0 1 0 0,0 0 0 0 0,-1 1 0 0 0,1-1 0 0 0,0 1 0 0 0,0-1-1 0 0,0 1 1 0 0,2 1 0 0 0,-2 0 2 0 0,0-1-1 0 0,0 1 0 0 0,0 0 1 0 0,-1 0-1 0 0,1 0 1 0 0,0 0-1 0 0,-1 0 0 0 0,0 1 1 0 0,1-1-1 0 0,-1 0 1 0 0,0 1-1 0 0,0-1 0 0 0,1 5 1 0 0,1 8 12 0 0,0 0 1 0 0,-2-1-1 0 0,1 1 1 0 0,-2 20-1 0 0,0-31-11 0 0,1 36-158 0 0,-2 46-913 0 0,-6-34-7466 0 0,4-42 3993 0 0,-5-3-1 0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44:34.4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49 5128 0 0,'-5'-1'889'0'0,"2"-1"23"0"0,0-3 12 0 0,3 2 24 0 0,-2-3 0 0 0,10-2 16 0 0,6 1 0 0 0,9-1 0 0 0,14 3 0 0 0,12 1 20 0 0,8 4-40 0 0,12 4-120 0 0,3 4-575 0 0,10 3-3570 0 0,-8 2 1 0 0,1 0 0 0 0,-9 3-1 0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44:34.7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45 4272 0 0,'0'-9'1351'0'0,"-1"7"-1094"0"0,1 0 0 0 0,0 1-1 0 0,-1-1 1 0 0,1 0 0 0 0,0 0 0 0 0,0 1-1 0 0,0-1 1 0 0,0 0 0 0 0,1 0 0 0 0,-1 1-1 0 0,0-1 1 0 0,1 0 0 0 0,-1 1 0 0 0,1-1 0 0 0,0 0-1 0 0,0 1 1 0 0,-1-1 0 0 0,1 1 0 0 0,1-2-1 0 0,-1 3-195 0 0,-1 0-1 0 0,1 0 1 0 0,-1 0-1 0 0,1 0 0 0 0,-1 1 1 0 0,0-1-1 0 0,1 0 1 0 0,-1 0-1 0 0,1 1 1 0 0,-1-1-1 0 0,0 0 0 0 0,1 1 1 0 0,-1-1-1 0 0,0 0 1 0 0,1 1-1 0 0,-1-1 1 0 0,0 0-1 0 0,0 1 0 0 0,1-1 1 0 0,-1 0-1 0 0,0 1 1 0 0,0-1-1 0 0,0 1 1 0 0,1-1-1 0 0,-1 1 0 0 0,0-1 1 0 0,0 1-1 0 0,0-1 1 0 0,0 1-1 0 0,0 0 1 0 0,5 18 930 0 0,4 58 1408 0 0,-3-1-1 0 0,-5 126 1 0 0,-3-86-1755 0 0,2-63-417 0 0,3 126 489 0 0,0-149-601 0 0,0 0 0 0 0,3 1 0 0 0,15 51 0 0 0,-18-73-158 0 0,0 0 0 0 0,1 0-1 0 0,0-1 1 0 0,1 0 0 0 0,0 0 0 0 0,0 0-1 0 0,1-1 1 0 0,0 0 0 0 0,0 0-1 0 0,1 0 1 0 0,-1 0 0 0 0,12 7 0 0 0,-12-10-516 0 0,1 0 1 0 0,-1 0-1 0 0,1-1 0 0 0,0 0 1 0 0,0 0-1 0 0,12 3 1 0 0,-12-5-654 0 0,1 0 1 0 0,-1 0-1 0 0,1 0 0 0 0,-1-1 1 0 0,1 0-1 0 0,-1 0 0 0 0,9-2 1 0 0,16-5-3138 0 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44:35.2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398 48 4064 0 0,'0'-2'196'0'0,"-1"0"0"0"0,1 1 0 0 0,-1-1 0 0 0,0 0 0 0 0,1 1 0 0 0,-1-1 0 0 0,0 1 0 0 0,0-1 0 0 0,0 1 0 0 0,0 0 0 0 0,0-1 0 0 0,0 1 0 0 0,-1 0 0 0 0,1 0 0 0 0,0 0 0 0 0,-1-1 0 0 0,1 1 0 0 0,-1 1 0 0 0,1-1 0 0 0,-1 0 0 0 0,1 0 0 0 0,-1 1 0 0 0,1-1 0 0 0,-4 0 0 0 0,-43-11 1895 0 0,36 10-1786 0 0,0 1-1 0 0,0 0 1 0 0,1 1-1 0 0,-1 0 1 0 0,0 1-1 0 0,0 0 1 0 0,1 1-1 0 0,-1 0 1 0 0,1 1-1 0 0,-1 0 1 0 0,1 1 0 0 0,0 0-1 0 0,0 1 1 0 0,1 0-1 0 0,-1 1 1 0 0,1 0-1 0 0,0 0 1 0 0,1 1-1 0 0,-1 1 1 0 0,2-1-1 0 0,-1 2 1 0 0,1-1-1 0 0,0 1 1 0 0,1 0 0 0 0,0 1-1 0 0,0 0 1 0 0,1 0-1 0 0,0 0 1 0 0,1 1-1 0 0,0-1 1 0 0,1 1-1 0 0,0 1 1 0 0,1-1-1 0 0,-4 20 1 0 0,6-19-215 0 0,0 1 0 0 0,0-1-1 0 0,1 1 1 0 0,1-1 0 0 0,0 1 0 0 0,1-1 0 0 0,5 20-1 0 0,-6-27-76 0 0,0-1 0 0 0,1 0 0 0 0,-1 0 0 0 0,1 0 0 0 0,0 0 0 0 0,0 0 0 0 0,0 0 0 0 0,1-1 0 0 0,-1 1 0 0 0,1-1-1 0 0,0 0 1 0 0,0 1 0 0 0,0-1 0 0 0,0 0 0 0 0,1-1 0 0 0,-1 1 0 0 0,1-1 0 0 0,0 1 0 0 0,-1-1 0 0 0,1 0 0 0 0,0-1 0 0 0,0 1-1 0 0,1-1 1 0 0,-1 1 0 0 0,0-1 0 0 0,0 0 0 0 0,9 0 0 0 0,-7-1-25 0 0,0 0-1 0 0,0 0 0 0 0,0-1 1 0 0,0 0-1 0 0,0 0 1 0 0,0 0-1 0 0,-1-1 1 0 0,1 0-1 0 0,0 0 0 0 0,-1 0 1 0 0,1-1-1 0 0,8-6 1 0 0,-6 4-11 0 0,0-2 0 0 0,0 1 0 0 0,-1-1 0 0 0,0-1 0 0 0,0 1 0 0 0,-1-1 1 0 0,7-10-1 0 0,-2-1-33 0 0,0-1 0 0 0,-2 0 0 0 0,0 0 0 0 0,-1-1 0 0 0,-1 0 1 0 0,6-31-1 0 0,-6 5-51 0 0,-4 32 93 0 0,-3 14 39 0 0,0 4 32 0 0,-1 184 559 0 0,2-177-585 0 0,-1 0 5 0 0,1 0 0 0 0,1 0 0 0 0,0 0 0 0 0,0-1-1 0 0,1 1 1 0 0,0 0 0 0 0,1-1 0 0 0,4 10-1 0 0,-7-17-36 0 0,0 0 0 0 0,1 1 1 0 0,-1-1-1 0 0,0 0 0 0 0,1 0 0 0 0,-1 0 0 0 0,1 0 0 0 0,-1-1 0 0 0,1 1 0 0 0,0 0 0 0 0,0-1 0 0 0,0 1 0 0 0,0-1 0 0 0,0 0 0 0 0,0 1 0 0 0,0-1 0 0 0,0 0 0 0 0,1 0 0 0 0,-1-1 0 0 0,0 1 0 0 0,1 0 0 0 0,-1-1 0 0 0,1 1 0 0 0,-1-1 0 0 0,0 0 1 0 0,1 0-1 0 0,-1 0 0 0 0,1 0 0 0 0,-1 0 0 0 0,1 0 0 0 0,-1-1 0 0 0,1 1 0 0 0,-1-1 0 0 0,0 0 0 0 0,1 0 0 0 0,-1 0 0 0 0,0 0 0 0 0,3-2 0 0 0,1-1-15 0 0,-1 0-1 0 0,1 0 1 0 0,-1 0 0 0 0,0-1 0 0 0,-1 0-1 0 0,1 0 1 0 0,-1 0 0 0 0,0-1-1 0 0,0 1 1 0 0,3-7 0 0 0,31-69-147 0 0,-26 55 118 0 0,7-19-32 0 0,-12 27 48 0 0,1 0 1 0 0,0 0-1 0 0,19-28 1 0 0,-27 46 30 0 0,0 0 0 0 0,0 0-1 0 0,0 0 1 0 0,0 0 0 0 0,0 0 0 0 0,0 0-1 0 0,0 0 1 0 0,1-1 0 0 0,-1 1 0 0 0,0 0 0 0 0,0 0-1 0 0,0 0 1 0 0,0 0 0 0 0,0 0 0 0 0,0 0-1 0 0,0 0 1 0 0,0 0 0 0 0,0 0 0 0 0,1 0-1 0 0,-1 0 1 0 0,0 0 0 0 0,0 0 0 0 0,0 0 0 0 0,0-1-1 0 0,0 1 1 0 0,0 0 0 0 0,1 0 0 0 0,-1 0-1 0 0,0 0 1 0 0,0 0 0 0 0,0 0 0 0 0,0 0-1 0 0,0 1 1 0 0,0-1 0 0 0,1 0 0 0 0,-1 0 0 0 0,0 0-1 0 0,0 0 1 0 0,0 0 0 0 0,0 0 0 0 0,0 0-1 0 0,0 0 1 0 0,0 0 0 0 0,0 0 0 0 0,1 0 0 0 0,-1 0-1 0 0,0 0 1 0 0,0 0 0 0 0,0 0 0 0 0,0 1-1 0 0,0-1 1 0 0,0 0 0 0 0,0 0 0 0 0,0 0-1 0 0,0 0 1 0 0,0 0 0 0 0,0 0 0 0 0,0 0 0 0 0,0 1-1 0 0,0-1 1 0 0,0 0 0 0 0,0 0 0 0 0,0 0-1 0 0,0 0 1 0 0,0 0 0 0 0,3 17 89 0 0,-2 23 44 0 0,-1-36-113 0 0,-3 226 289 0 0,4-213-1895 0 0,1-11-3119 0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44:35.4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93 23 4608 0 0,'-4'-2'816'0'0,"-1"0"41"0"0,-4-7 951 0 0,6 5-888 0 0,-2 0 4 0 0,-1 2-8 0 0,3 2 24 0 0,-3 2-4 0 0,3 12-32 0 0,1 6-56 0 0,-2 10-172 0 0,-4 11-3704 0 0,3 5 0 0 0,-7 9 0 0 0,-6 9-1 0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44:35.5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 27 5240 0 0,'-3'0'1913'0'0,"-3"-2"2011"0"0,1 2-972 0 0,10 0-2016 0 0,6 0-88 0 0,1 0-135 0 0,2-1-629 0 0,9-3-3405 0 0,-3-2 1 0 0,6 1 0 0 0,0-3-1 0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44:36.2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75 0 4536 0 0,'-2'2'828'0'0,"-1"0"17"0"0,-3 0 7 0 0,0 2-4 0 0,-3 1 20 0 0,4 1 0 0 0,-3 1-20 0 0,-1 1-52 0 0,3 1-124 0 0,-3 1-592 0 0,7-2-2488 0 0,-4-3 0 0 0,3-1-1 0 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5:05.4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0 161 3392 0 0,'0'0'4192'0'0,"19"1"2777"0"0,22 1-5999 0 0,136 0 665 0 0,262-9-440 0 0,-171-35-807 0 0,11-1-207 0 0,114 32-155 0 0,-236 7-302 0 0,183-28 1 0 0,-217 18 149 0 0,147 2 1 0 0,524 15 113 0 0,-744-1 575 0 0,81 14-1 0 0,-72-7-3474 0 0,1-2-6422 0 0,-51-7 5829 0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5:06.1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 38 2784 0 0,'0'0'1780'0'0,"-1"-24"6102"0"0,-1 10-10739 0 0,-6 15-1936 0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5:06.7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1 106 3192 0 0,'-1'-6'10763'0'0,"3"4"-9849"0"0,50-9 2307 0 0,32 5-2516 0 0,-17 2-426 0 0,708-25 353 0 0,-144 15-597 0 0,-80-1-2 0 0,270 1-257 0 0,-273 9 209 0 0,-317 7 82 0 0,126 8-574 0 0,-196-3 138 0 0,-14-6-830 0 0,-98-1-5815 0 0,-37 0 3510 0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5:08.3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90 3424 0 0,'2'-3'5413'0'0,"9"-11"-3045"0"0,1 8-1694 0 0,1 1 1 0 0,-1 0-1 0 0,1 1 1 0 0,1 1-1 0 0,-1 0 1 0 0,0 0-1 0 0,18 0 1 0 0,102 0 492 0 0,-90 4-969 0 0,239 0 372 0 0,319-4-284 0 0,-289-12-183 0 0,191-4-6 0 0,159 17-58 0 0,446 1-165 0 0,-783 20-126 0 0,16 1-34 0 0,326-5 322 0 0,-423-17-129 0 0,402 12 1076 0 0,-498 3-704 0 0,163 6 137 0 0,-262-20-362 0 0,422 2 289 0 0,-285 16-395 0 0,70 2-50 0 0,87-7 248 0 0,-120-2 225 0 0,77-7-1331 0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5:10.3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21 102 3828 0 0,'0'-44'7709'0'0,"0"25"-1924"0"0,-10 134-1738 0 0,0 5-3969 0 0,10-104-57 0 0,0 0 0 0 0,1 0 0 0 0,1 0 0 0 0,1 0 0 0 0,0 0 0 0 0,10 27 0 0 0,-12-39-16 0 0,1 0 0 0 0,0 0 0 0 0,0 0 0 0 0,0 0 0 0 0,0 0 0 0 0,1 0 0 0 0,0-1 0 0 0,0 0 0 0 0,0 1 0 0 0,0-1 0 0 0,0 0 0 0 0,0 0 0 0 0,1 0 1 0 0,0-1-1 0 0,-1 0 0 0 0,1 1 0 0 0,0-1 0 0 0,0 0 0 0 0,0-1 0 0 0,1 1 0 0 0,-1-1 0 0 0,0 0 0 0 0,1 0 0 0 0,-1 0 0 0 0,0 0 0 0 0,1-1 0 0 0,-1 0 0 0 0,1 0 0 0 0,5 0 0 0 0,-2-2-1 0 0,1 1 0 0 0,-1-1 0 0 0,0 0-1 0 0,0-1 1 0 0,0 0 0 0 0,-1 0 0 0 0,1-1-1 0 0,-1 0 1 0 0,1 0 0 0 0,-1-1 0 0 0,-1 0-1 0 0,1 0 1 0 0,-1 0 0 0 0,0-1 0 0 0,0 0-1 0 0,7-10 1 0 0,-1 1 1 0 0,-1-1 1 0 0,0-1-1 0 0,-1 0 1 0 0,-1 0-1 0 0,13-35 0 0 0,-11 9 88 0 0,-2-1 0 0 0,-2 1 1 0 0,-2-2-1 0 0,0-51 0 0 0,-6 165 215 0 0,-1-22-136 0 0,3 1 0 0 0,1-1 0 0 0,2 1 0 0 0,12 50 0 0 0,-10-80-75 0 0,1 0 0 0 0,1-1 1 0 0,0 0-1 0 0,1-1 0 0 0,15 21 1 0 0,22 41-2964 0 0,-46-77 2248 0 0,6 8-4320 0 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5:10.6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9 4688 0 0,'0'-7'8649'0'0,"0"6"-7637"0"0,2 1 0 0 0,1 0 0 0 0,3 1 925 0 0,-1 0-1101 0 0,-1 2-232 0 0,1 7-8501 0 0,-2-5 3949 0 0,0 4-1 0 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5:10.7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5144 0 0,'0'0'1837'0'0,"0"2"-873"0"0,0 1 1056 0 0,0 2-1004 0 0,3-2 0 0 0,0 2 0 0 0,-1 0 16 0 0,2-3-36 0 0,3 7-68 0 0,-3-3-107 0 0,1 1-477 0 0,1 0-3769 0 0,0 1 1 0 0,-3 1 0 0 0,5 3-1 0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5:11.7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71 3800 0 0,'0'-55'7194'0'0,"0"39"-3090"0"0,0 40-1144 0 0,-3 165 925 0 0,7 206-3185 0 0,-3-386-693 0 0,0 0 1 0 0,1 0-1 0 0,0 0 1 0 0,0 0-1 0 0,1 0 1 0 0,0 0-1 0 0,1 0 1 0 0,0-1-1 0 0,0 0 1 0 0,1 0-1 0 0,0 0 1 0 0,0 0-1 0 0,1-1 1 0 0,0 0-1 0 0,12 12 1 0 0,-10-12-71 0 0,2 0 0 0 0,-1-1 0 0 0,1 0-1 0 0,0 0 1 0 0,0-1 0 0 0,0-1 0 0 0,1 1 0 0 0,0-2 0 0 0,0 1 0 0 0,0-2 0 0 0,20 4 0 0 0,-17-5-31 0 0,-1 0 0 0 0,1 0 0 0 0,0-1 1 0 0,-1-1-1 0 0,1-1 0 0 0,0 1 1 0 0,-1-2-1 0 0,1 0 0 0 0,-1-1 0 0 0,0 0 1 0 0,0-1-1 0 0,-1 0 0 0 0,1-1 1 0 0,-1-1-1 0 0,0 0 0 0 0,-1 0 0 0 0,0-1 1 0 0,0-1-1 0 0,0 0 0 0 0,-1 0 1 0 0,17-21-1 0 0,-19 17 167 0 0,-1-1 1 0 0,0 0 0 0 0,-1 0-1 0 0,0 0 1 0 0,-1-1 0 0 0,-1 0-1 0 0,0 0 1 0 0,-1 0-1 0 0,2-23 1 0 0,-5 36-41 0 0,0 1-5 0 0,1 0 0 0 0,-1 0-1 0 0,0 0 1 0 0,0 0 0 0 0,0 0 0 0 0,1 0-1 0 0,-1 0 1 0 0,0 0 0 0 0,0 1 0 0 0,0-1-1 0 0,0 0 1 0 0,-1 0 0 0 0,1 0 0 0 0,0 0-1 0 0,0 0 1 0 0,-1 0 0 0 0,1 0 0 0 0,0 0-1 0 0,-1 0 1 0 0,1 0 0 0 0,-1 0-1 0 0,1 0 1 0 0,-1 1 0 0 0,0-1 0 0 0,1 0-1 0 0,-1 0 1 0 0,0 1 0 0 0,1-1 0 0 0,-1 0-1 0 0,0 1 1 0 0,0-1 0 0 0,0 1 0 0 0,1-1-1 0 0,-1 1 1 0 0,0 0 0 0 0,0-1 0 0 0,0 1-1 0 0,0 0 1 0 0,0-1 0 0 0,0 1 0 0 0,-1 0-1 0 0,-1 0 21 0 0,0 0-1 0 0,0 0 1 0 0,1 1-1 0 0,-1-1 1 0 0,0 1-1 0 0,0-1 1 0 0,1 1-1 0 0,-1 0 1 0 0,1 0-1 0 0,-1 1 1 0 0,1-1-1 0 0,-1 0 1 0 0,-3 4-1 0 0,-6 6-7 0 0,0 0 0 0 0,1 1 0 0 0,0 0-1 0 0,1 1 1 0 0,0 0 0 0 0,1 1-1 0 0,1 0 1 0 0,0 1 0 0 0,1-1 0 0 0,0 1-1 0 0,1 1 1 0 0,1-1 0 0 0,1 1 0 0 0,0 0-1 0 0,1 0 1 0 0,0 0 0 0 0,2 0-1 0 0,-1 26 1 0 0,2-41-36 0 0,0 1 0 0 0,1-1 1 0 0,-1 1-1 0 0,0-1 0 0 0,0 0 0 0 0,1 1 0 0 0,-1-1 0 0 0,1 1 1 0 0,-1-1-1 0 0,1 0 0 0 0,-1 0 0 0 0,1 1 0 0 0,0-1 0 0 0,0 0 0 0 0,0 0 1 0 0,-1 0-1 0 0,1 0 0 0 0,0 1 0 0 0,1-2 0 0 0,-1 1 0 0 0,0 0 1 0 0,0 0-1 0 0,0 0 0 0 0,0 0 0 0 0,1-1 0 0 0,-1 1 0 0 0,0 0 1 0 0,1-1-1 0 0,-1 0 0 0 0,0 1 0 0 0,1-1 0 0 0,-1 0 0 0 0,1 1 0 0 0,-1-1 1 0 0,1 0-1 0 0,-1 0 0 0 0,0 0 0 0 0,1 0 0 0 0,-1-1 0 0 0,1 1 1 0 0,-1 0-1 0 0,1 0 0 0 0,-1-1 0 0 0,2 0 0 0 0,5-1 16 0 0,1-1 0 0 0,-1 0 0 0 0,0-1 0 0 0,0 0 0 0 0,0 0 0 0 0,7-5 0 0 0,-6 2-2 0 0,0-1 0 0 0,-1 1 0 0 0,0-1 0 0 0,0-1-1 0 0,-1 1 1 0 0,0-1 0 0 0,-1-1 0 0 0,0 1-1 0 0,0-1 1 0 0,-1 0 0 0 0,7-17 0 0 0,-1-5 44 0 0,-2 0 1 0 0,10-55-1 0 0,-21 136 262 0 0,7 83-1 0 0,-3-123-282 0 0,-1 0 0 0 0,1 0 0 0 0,1-1 0 0 0,-1 1 0 0 0,1 0 0 0 0,1-1 0 0 0,0 0 0 0 0,6 11 0 0 0,-9-17-95 0 0,0 0-1 0 0,1 0 1 0 0,-1 0 0 0 0,1 0 0 0 0,-1 0 0 0 0,1 0-1 0 0,-1 0 1 0 0,1-1 0 0 0,0 1 0 0 0,0-1 0 0 0,0 1-1 0 0,0-1 1 0 0,0 0 0 0 0,0 1 0 0 0,1-1 0 0 0,-1 0-1 0 0,0-1 1 0 0,1 1 0 0 0,-1 0 0 0 0,0-1 0 0 0,1 1-1 0 0,-1-1 1 0 0,1 0 0 0 0,-1 1 0 0 0,1-1 0 0 0,-1-1-1 0 0,1 1 1 0 0,-1 0 0 0 0,0 0 0 0 0,1-1 0 0 0,-1 0 0 0 0,1 1-1 0 0,-1-1 1 0 0,0 0 0 0 0,3-1 0 0 0,-1 0-1642 0 0,-1 0 0 0 0,0 0 1 0 0,1 0-1 0 0,-1-1 0 0 0,0 1 0 0 0,0-1 1 0 0,5-5-1 0 0,-1-6-3061 0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5:11.9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97 5096 0 0,'0'0'2816'0'0,"13"-6"1237"0"0,107-17 1046 0 0,1 4-3942 0 0,-9 3-4222 0 0,-2-5-4562 0 0,-54 9 3870 0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5:12.5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380 41 3824 0 0,'-18'-8'3118'0'0,"1"4"-2270"0"0,0 1-1 0 0,0 0 1 0 0,0 1 0 0 0,-1 1 0 0 0,-24 2 0 0 0,6 1 908 0 0,-55 12 0 0 0,77-11-946 0 0,0 0-1 0 0,-24 10 0 0 0,36-13-682 0 0,0 1 1 0 0,-1 0-1 0 0,1 0 1 0 0,0 0-1 0 0,0 0 1 0 0,0 1-1 0 0,0-1 0 0 0,0 0 1 0 0,0 1-1 0 0,0-1 1 0 0,0 1-1 0 0,0 0 1 0 0,1 0-1 0 0,-1 0 0 0 0,1-1 1 0 0,-1 2-1 0 0,1-1 1 0 0,0 0-1 0 0,0 0 0 0 0,0 0 1 0 0,0 0-1 0 0,0 1 1 0 0,0-1-1 0 0,0 4 1 0 0,1-5-104 0 0,1 0-1 0 0,-1 0 1 0 0,1 0 0 0 0,-1 0 0 0 0,1 0 0 0 0,0 0 0 0 0,-1-1 0 0 0,1 1 0 0 0,0 0 0 0 0,-1 0 0 0 0,1 0-1 0 0,0-1 1 0 0,0 1 0 0 0,0-1 0 0 0,0 1 0 0 0,0 0 0 0 0,0-1 0 0 0,0 1 0 0 0,0-1 0 0 0,0 0 0 0 0,0 1-1 0 0,0-1 1 0 0,0 0 0 0 0,0 0 0 0 0,0 0 0 0 0,0 1 0 0 0,0-1 0 0 0,2-1 0 0 0,39 4 178 0 0,-34-3-142 0 0,24 0-79 0 0,0-1 0 0 0,0-1 0 0 0,0-2 0 0 0,-1-1 0 0 0,53-16 0 0 0,-59 13-2670 0 0,46-23 0 0 0,-64 27 1028 0 0,0 0 0 0 0,0-1 0 0 0,-1 0 0 0 0,9-7 0 0 0,2-5-2492 0 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5:12.8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100 178 3184 0 0,'-2'-18'1305'0'0,"0"0"-1"0"0,-1 1 1 0 0,-1 0-1 0 0,-9-25 1 0 0,7 22-180 0 0,-7-6 548 0 0,13 25-1444 0 0,-1-1 0 0 0,0 1-1 0 0,1 0 1 0 0,-1-1 0 0 0,0 1 0 0 0,0 0 0 0 0,0 0 0 0 0,0-1 0 0 0,0 1 0 0 0,0 0 0 0 0,0 0 0 0 0,-1 0 0 0 0,1 0 0 0 0,0 1 0 0 0,-3-2 0 0 0,2 4 41 0 0,1-1 0 0 0,-1 1 0 0 0,1 0-1 0 0,0 0 1 0 0,-1 0 0 0 0,1 1 0 0 0,0-1 0 0 0,0 0-1 0 0,0 0 1 0 0,1 1 0 0 0,-1-1 0 0 0,0 0 0 0 0,1 1-1 0 0,-1 4 1 0 0,0-2 116 0 0,-9 52 363 0 0,3 2 0 0 0,2-1 0 0 0,6 104 0 0 0,0-73-360 0 0,-1-52-271 0 0,5 166 495 0 0,1-180-983 0 0,-3-18 103 0 0,-3-4-120 0 0,0-32-14469 0 0,0 16 10443 0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5:12.9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13 153 4400 0 0,'-1'0'169'0'0,"0"-1"1"0"0,0 1-1 0 0,1-1 0 0 0,-1 1 0 0 0,0 0 0 0 0,1-1 0 0 0,-1 1 0 0 0,0-1 0 0 0,1 0 0 0 0,-1 1 0 0 0,1-1 0 0 0,-1 1 1 0 0,1-1-1 0 0,-1 0 0 0 0,1 1 0 0 0,-1-1 0 0 0,1 0 0 0 0,0 0 0 0 0,-1 1 0 0 0,1-1 0 0 0,0 0 0 0 0,0 0 0 0 0,-1 0 0 0 0,1 1 1 0 0,0-1-1 0 0,0 0 0 0 0,0 0 0 0 0,0 0 0 0 0,0 0 0 0 0,0 1 0 0 0,0-1 0 0 0,0 0 0 0 0,1 0 0 0 0,-1-1 0 0 0,6-29 2449 0 0,-2 26-2319 0 0,-1-1 0 0 0,0 2 1 0 0,1-1-1 0 0,0 0 0 0 0,0 1 0 0 0,1 0 1 0 0,-1 0-1 0 0,1 0 0 0 0,0 0 0 0 0,0 1 0 0 0,0 0 1 0 0,0 0-1 0 0,1 0 0 0 0,-1 0 0 0 0,8-1 1 0 0,7-3 425 0 0,0 1 0 0 0,0 2 1 0 0,23-4-1 0 0,-14 4-112 0 0,0 2-1 0 0,1 1 1 0 0,-1 1-1 0 0,1 1 1 0 0,30 6-1 0 0,-44-4-1125 0 0,1 1 0 0 0,-1 0-1 0 0,0 1 1 0 0,18 9 0 0 0,-24-9-1289 0 0,1 1 1 0 0,-1 0 0 0 0,-1 0 0 0 0,1 1-1 0 0,-1 1 1 0 0,14 14 0 0 0,-5 0-2756 0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5:13.8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29 255 4616 0 0,'-1'0'320'0'0,"1"0"-1"0"0,-1 1 0 0 0,0-1 0 0 0,0 0 0 0 0,0 0 0 0 0,1 1 0 0 0,-1-1 0 0 0,0 0 0 0 0,0 1 0 0 0,1-1 0 0 0,-1 0 1 0 0,0 1-1 0 0,1-1 0 0 0,-1 1 0 0 0,0 0 0 0 0,1-1 0 0 0,-1 1 0 0 0,1-1 0 0 0,-1 1 0 0 0,1 0 0 0 0,-1-1 0 0 0,1 1 1 0 0,-1 1-1 0 0,-7 26 2529 0 0,4 30-377 0 0,4-48-1912 0 0,0 7 344 0 0,0 0 0 0 0,1 0-1 0 0,0 0 1 0 0,9 32 0 0 0,-9-46-864 0 0,-1 0 0 0 0,1 0 0 0 0,1 1 0 0 0,-1-1 0 0 0,0-1 0 0 0,1 1 0 0 0,0 0 0 0 0,-1 0 0 0 0,1 0 0 0 0,0-1 0 0 0,0 1 0 0 0,1-1-1 0 0,-1 0 1 0 0,1 0 0 0 0,-1 0 0 0 0,1 0 0 0 0,-1 0 0 0 0,1 0 0 0 0,0 0 0 0 0,0-1 0 0 0,0 0 0 0 0,0 0 0 0 0,0 1 0 0 0,0-2 0 0 0,0 1 0 0 0,1 0 0 0 0,-1-1 0 0 0,0 1-1 0 0,0-1 1 0 0,1 0 0 0 0,-1 0 0 0 0,6-1 0 0 0,-3 0-49 0 0,1 0 0 0 0,-1-1 0 0 0,0 0 0 0 0,0 0 0 0 0,-1-1 0 0 0,1 1-1 0 0,0-1 1 0 0,-1 0 0 0 0,1-1 0 0 0,-1 0 0 0 0,0 1 0 0 0,0-1 0 0 0,-1-1 0 0 0,1 1 0 0 0,-1-1 0 0 0,5-7-1 0 0,7-9-61 0 0,-2-2 0 0 0,19-36 0 0 0,-20 35 33 0 0,1-6-19 0 0,-12 23 32 0 0,1 0 1 0 0,0 0 0 0 0,1 1-1 0 0,0-1 1 0 0,0 1 0 0 0,7-8-1 0 0,-7 42-41 0 0,-13 230 192 0 0,9-258-123 0 0,0-1 0 0 0,0 1 0 0 0,0 0 0 0 0,1 0 0 0 0,-1 0 0 0 0,0-1 0 0 0,0 1 0 0 0,0 0 0 0 0,1 0-1 0 0,-1 0 1 0 0,0 0 0 0 0,0 0 0 0 0,0 0 0 0 0,1-1 0 0 0,-1 1 0 0 0,0 0 0 0 0,0 0 0 0 0,1 0 0 0 0,-1 0-1 0 0,0 0 1 0 0,0 0 0 0 0,1 0 0 0 0,-1 0 0 0 0,0 0 0 0 0,0 0 0 0 0,1 0 0 0 0,-1 0 0 0 0,0 0 0 0 0,0 0-1 0 0,1 0 1 0 0,-1 1 0 0 0,0-1 0 0 0,0 0 0 0 0,1 0 0 0 0,-1 0 0 0 0,0 0 0 0 0,0 0 0 0 0,0 0 0 0 0,1 1-1 0 0,-1-1 1 0 0,0 0 0 0 0,0 0 0 0 0,0 0 0 0 0,0 1 0 0 0,1-1 0 0 0,-1 0 0 0 0,0 0 0 0 0,0 0 0 0 0,0 1-1 0 0,0-1 1 0 0,0 0 0 0 0,0 0 0 0 0,0 1 0 0 0,0-1 0 0 0,0 0 0 0 0,1 0 0 0 0,-1 1 0 0 0,16-26 59 0 0,-13 21-50 0 0,85-152 185 0 0,-34 59-128 0 0,-53 94-65 0 0,0 1 0 0 0,1 0-1 0 0,-1 0 1 0 0,1 0 0 0 0,-1 0-1 0 0,1 0 1 0 0,0 1 0 0 0,0-1-1 0 0,0 0 1 0 0,0 1 0 0 0,0-1-1 0 0,4-1 1 0 0,-5 3-2 0 0,-1 0 0 0 0,1-1 1 0 0,-1 1-1 0 0,1 0 0 0 0,-1 0 1 0 0,1 0-1 0 0,0 0 0 0 0,-1 0 0 0 0,1 0 1 0 0,-1 0-1 0 0,1 0 0 0 0,-1 0 1 0 0,1 0-1 0 0,-1 0 0 0 0,1 1 0 0 0,0-1 1 0 0,-1 0-1 0 0,1 0 0 0 0,-1 0 1 0 0,1 1-1 0 0,-1-1 0 0 0,1 1 0 0 0,0 0 1 0 0,0 0 0 0 0,0 0 0 0 0,0 0 0 0 0,-1 1 0 0 0,1-1 0 0 0,0 0 0 0 0,-1 0 0 0 0,1 1-1 0 0,-1-1 1 0 0,1 0 0 0 0,-1 1 0 0 0,0-1 0 0 0,1 2 0 0 0,6 99 138 0 0,-6-72-63 0 0,9 59 0 0 0,-8-84-65 0 0,0 1 1 0 0,0 0 0 0 0,1 0-1 0 0,0-1 1 0 0,0 0-1 0 0,0 0 1 0 0,1 0 0 0 0,-1 0-1 0 0,1 0 1 0 0,1 0-1 0 0,-1-1 1 0 0,0 0-1 0 0,1 0 1 0 0,0 0 0 0 0,0-1-1 0 0,0 1 1 0 0,0-1-1 0 0,1 0 1 0 0,10 3-1 0 0,-10-3-5 0 0,0-1 0 0 0,0 0 0 0 0,0 0 0 0 0,0 0 0 0 0,0-1 0 0 0,1 0 0 0 0,-1 0 0 0 0,0-1 0 0 0,1 0 0 0 0,-1 0 0 0 0,1 0 0 0 0,-1-1 0 0 0,0 0 0 0 0,1 0 0 0 0,-1-1-1 0 0,0 1 1 0 0,0-1 0 0 0,10-5 0 0 0,-6 0 3 0 0,0 0-1 0 0,-1-1 1 0 0,0 1-1 0 0,-1-2 1 0 0,0 1-1 0 0,0-1 0 0 0,-1-1 1 0 0,0 1-1 0 0,9-19 1 0 0,4-11 0 0 0,19-53 0 0 0,-15 34-5 0 0,-20 48-2 0 0,75-192 67 0 0,-76 190-6 0 0,-1 0 0 0 0,-1 0 0 0 0,0 0 0 0 0,0-14 0 0 0,-1 26-59 0 0,0-1-1 0 0,0 1 1 0 0,0 0-1 0 0,-1 0 1 0 0,1-1 0 0 0,0 1-1 0 0,0 0 1 0 0,0 0-1 0 0,-1 0 1 0 0,1-1 0 0 0,0 1-1 0 0,0 0 1 0 0,0 0-1 0 0,-1 0 1 0 0,1-1 0 0 0,0 1-1 0 0,0 0 1 0 0,-1 0-1 0 0,1 0 1 0 0,0 0 0 0 0,-1 0-1 0 0,1 0 1 0 0,0 0-1 0 0,0 0 1 0 0,-1 0 0 0 0,1 0-1 0 0,0 0 1 0 0,0 0-1 0 0,-1 0 1 0 0,1 0 0 0 0,0 0-1 0 0,-1 0 1 0 0,1 0-1 0 0,0 0 1 0 0,0 0 0 0 0,-1 0-1 0 0,1 0 1 0 0,0 0-1 0 0,-1 0 1 0 0,1 1 0 0 0,0-1-1 0 0,0 0 1 0 0,0 0-1 0 0,-1 0 1 0 0,1 1 0 0 0,-15 7 114 0 0,5 1-64 0 0,1 1 0 0 0,0 0 0 0 0,0 0 0 0 0,1 1 0 0 0,0 0 0 0 0,1 1 0 0 0,0 0 0 0 0,1 0 0 0 0,-7 20 0 0 0,2-1 54 0 0,2 0 0 0 0,-10 60-1 0 0,18-85-95 0 0,0-1-1 0 0,1 1 1 0 0,-1 0-1 0 0,1-1 1 0 0,0 1-1 0 0,1 0 1 0 0,-1-1-1 0 0,1 1 1 0 0,0 0-1 0 0,1-1 1 0 0,-1 1-1 0 0,3 5 1 0 0,-2-8-1 0 0,0 0-1 0 0,0 0 1 0 0,0-1 0 0 0,1 1-1 0 0,-1 0 1 0 0,1-1 0 0 0,-1 0-1 0 0,1 1 1 0 0,0-1 0 0 0,0 0 0 0 0,0 0-1 0 0,0-1 1 0 0,0 1 0 0 0,0-1-1 0 0,0 1 1 0 0,1-1 0 0 0,-1 0-1 0 0,1 0 1 0 0,-1 0 0 0 0,6 0-1 0 0,60 2 166 0 0,-50-4-121 0 0,0 1 1 0 0,-1 2 0 0 0,31 5-1 0 0,-45-7-39 0 0,0 1 0 0 0,0 1 0 0 0,0-1 0 0 0,0 0-1 0 0,0 1 1 0 0,0 0 0 0 0,-1 0 0 0 0,1 0 0 0 0,-1 0-1 0 0,0 1 1 0 0,1-1 0 0 0,-1 1 0 0 0,0 0 0 0 0,0 0 0 0 0,-1 0-1 0 0,1 0 1 0 0,-1 1 0 0 0,1-1 0 0 0,-1 1 0 0 0,0-1-1 0 0,2 6 1 0 0,-3-6-32 0 0,0 0-1 0 0,0-1 0 0 0,0 1 1 0 0,-1 0-1 0 0,1 0 1 0 0,-1 0-1 0 0,1 0 1 0 0,-1 0-1 0 0,0-1 0 0 0,0 1 1 0 0,0 0-1 0 0,0 0 1 0 0,-1 0-1 0 0,1 0 1 0 0,-1 0-1 0 0,-1 3 0 0 0,1-4 82 0 0,-1 1-1 0 0,1-1 0 0 0,0-1 0 0 0,-1 1 1 0 0,0 0-1 0 0,1 0 0 0 0,-1 0 0 0 0,0-1 1 0 0,0 1-1 0 0,0-1 0 0 0,0 1 0 0 0,0-1 0 0 0,0 0 1 0 0,0 0-1 0 0,-4 2 0 0 0,-1-1-463 0 0,1-1 1 0 0,-1 1-1 0 0,1-1 0 0 0,-1 0 1 0 0,-10 0-1 0 0,-32-4-10157 0 0,35 0 5455 0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5:14.1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150 3 5360 0 0,'19'-1'3573'0'0,"-12"0"-2564"0"0,0 1 0 0 0,-1 0 0 0 0,1 0-1 0 0,0 1 1 0 0,0-1 0 0 0,10 3-1 0 0,-16-2-870 0 0,0-1-1 0 0,0 1 1 0 0,0-1-1 0 0,0 1 0 0 0,0-1 1 0 0,-1 1-1 0 0,1-1 0 0 0,0 1 1 0 0,0 0-1 0 0,0-1 1 0 0,-1 1-1 0 0,1 0 0 0 0,0 0 1 0 0,-1-1-1 0 0,1 1 0 0 0,0 0 1 0 0,-1 0-1 0 0,1 0 0 0 0,0 2 1 0 0,-1-2 47 0 0,0 1 1 0 0,0 0 0 0 0,1 0-1 0 0,-1 1 1 0 0,-1-1-1 0 0,1 0 1 0 0,0 0-1 0 0,0-1 1 0 0,-1 1-1 0 0,1 0 1 0 0,-1 0 0 0 0,1 0-1 0 0,-1 0 1 0 0,-1 2-1 0 0,-3 7 703 0 0,-1 0 0 0 0,0 0 0 0 0,-11 13 0 0 0,-30 30-1902 0 0,-60 40-11070 0 0,95-84 10082 0 0,-25 20-2979 0 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5:14.7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277 95 3560 0 0,'0'-14'1692'0'0,"0"8"-953"0"0,0 0 0 0 0,0 0-1 0 0,0 0 1 0 0,-1 0 0 0 0,0 0 0 0 0,-2-9 0 0 0,2 13-594 0 0,0 1 0 0 0,0-1 1 0 0,0 0-1 0 0,0 0 0 0 0,0 1 1 0 0,-1-1-1 0 0,1 1 0 0 0,-1-1 1 0 0,1 1-1 0 0,-1 0 0 0 0,1-1 1 0 0,-1 1-1 0 0,0 0 0 0 0,1 0 1 0 0,-1 0-1 0 0,0 0 1 0 0,0 0-1 0 0,0 1 0 0 0,0-1 1 0 0,0 0-1 0 0,0 1 0 0 0,0 0 1 0 0,-2-1-1 0 0,-6 0 303 0 0,1 1 1 0 0,-1 0-1 0 0,1 0 0 0 0,0 1 1 0 0,-1 0-1 0 0,1 1 0 0 0,0 0 1 0 0,0 1-1 0 0,0-1 0 0 0,-15 8 1 0 0,14-5-37 0 0,0-1 1 0 0,0 2 0 0 0,1-1 0 0 0,-1 2 0 0 0,2-1-1 0 0,-1 1 1 0 0,1 0 0 0 0,-14 15 0 0 0,20-19-351 0 0,0-1 0 0 0,0 1 0 0 0,0 0 0 0 0,1 0 0 0 0,-1 0 0 0 0,1 0 0 0 0,-1 0 0 0 0,1 0 0 0 0,0 0 1 0 0,0 0-1 0 0,1 0 0 0 0,-1 1 0 0 0,1-1 0 0 0,-1 0 0 0 0,1 0 0 0 0,0 1 0 0 0,0-1 0 0 0,1 5 0 0 0,0-6-34 0 0,0 0-1 0 0,-1 0 0 0 0,1 0 0 0 0,0 0 1 0 0,0 0-1 0 0,1 0 0 0 0,-1 0 0 0 0,0 0 1 0 0,1-1-1 0 0,-1 1 0 0 0,1 0 0 0 0,0-1 1 0 0,-1 0-1 0 0,1 1 0 0 0,0-1 0 0 0,0 0 1 0 0,0 0-1 0 0,0 1 0 0 0,0-2 0 0 0,0 1 1 0 0,0 0-1 0 0,0 0 0 0 0,0-1 0 0 0,0 1 1 0 0,1-1-1 0 0,3 1 0 0 0,18 2-228 0 0,0 0 0 0 0,1-2-1 0 0,0-1 1 0 0,-1-1 0 0 0,1-1 0 0 0,-1-1-1 0 0,0-1 1 0 0,0-1 0 0 0,34-12-1 0 0,-54 15-814 0 0,-1 0 0 0 0,1 0 0 0 0,0 0 0 0 0,-1 0 0 0 0,0 0 0 0 0,1-1 0 0 0,-1 0 0 0 0,0 1 0 0 0,0-1 0 0 0,0-1 0 0 0,-1 1 0 0 0,4-5 0 0 0,3-8-3609 0 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5:14.9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114 22 4456 0 0,'-2'-2'469'0'0,"-1"-1"-1"0"0,0 1 0 0 0,0 0 1 0 0,0 0-1 0 0,-1 1 0 0 0,1-1 1 0 0,0 1-1 0 0,-1-1 0 0 0,1 1 1 0 0,-1 0-1 0 0,1 1 0 0 0,-1-1 1 0 0,1 0-1 0 0,-7 1 0 0 0,7 0-314 0 0,1 0 0 0 0,0 1 1 0 0,0-1-1 0 0,0 1 0 0 0,0-1 0 0 0,0 1 0 0 0,0 0 0 0 0,0 0 0 0 0,0 0 0 0 0,1 0 1 0 0,-1 0-1 0 0,0 0 0 0 0,0 1 0 0 0,1-1 0 0 0,-1 1 0 0 0,1-1 0 0 0,-1 1 0 0 0,1-1 1 0 0,0 1-1 0 0,-1 0 0 0 0,1 0 0 0 0,0-1 0 0 0,0 1 0 0 0,0 0 0 0 0,1 0 1 0 0,-1 0-1 0 0,0 3 0 0 0,-3 10 546 0 0,0 0 0 0 0,1 0 0 0 0,1 1 1 0 0,1-1-1 0 0,0 0 0 0 0,2 26 0 0 0,19 92 2504 0 0,-13-92-2523 0 0,13 45-229 0 0,3 24-575 0 0,-21-97-2452 0 0,-1 0 0 0 0,-1 1 1 0 0,-1 17-1 0 0,-1-22-2293 0 0,-3-3-1 0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5:15.0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19 108 4856 0 0,'-1'-1'289'0'0,"-1"0"0"0"0,1 0 0 0 0,0 0-1 0 0,-1 0 1 0 0,1-1 0 0 0,0 1 0 0 0,0 0-1 0 0,0-1 1 0 0,0 1 0 0 0,0-1-1 0 0,0 0 1 0 0,0 1 0 0 0,0-1 0 0 0,0 0-1 0 0,1 1 1 0 0,-1-3 0 0 0,1 3-153 0 0,0 0 1 0 0,0 0 0 0 0,0 0-1 0 0,0-1 1 0 0,0 1-1 0 0,1 0 1 0 0,-1 0 0 0 0,0 0-1 0 0,1 0 1 0 0,-1 0-1 0 0,1 0 1 0 0,-1 0 0 0 0,1 0-1 0 0,-1 0 1 0 0,1 1-1 0 0,0-1 1 0 0,-1 0 0 0 0,1 0-1 0 0,0 0 1 0 0,1 0-1 0 0,2-3 146 0 0,1 1 0 0 0,1 0 0 0 0,-1 0-1 0 0,0 1 1 0 0,1-1 0 0 0,-1 1 0 0 0,1 0 0 0 0,10-1-1 0 0,55-10 1571 0 0,125-6-1 0 0,77 15-9138 0 0,-211 4 3599 0 0,17 0-253 0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5:16.2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436 107 3248 0 0,'0'-4'423'0'0,"0"0"-1"0"0,0 0 0 0 0,-1 0 0 0 0,1 0 0 0 0,-1 0 1 0 0,0 0-1 0 0,0 1 0 0 0,0-1 0 0 0,-1 0 1 0 0,0 1-1 0 0,1-1 0 0 0,-1 1 0 0 0,0 0 1 0 0,0-1-1 0 0,-1 1 0 0 0,1 0 0 0 0,-1 0 0 0 0,-4-4 1 0 0,2 3-43 0 0,-1 0 1 0 0,0 1 0 0 0,1 0 0 0 0,-1 0-1 0 0,0 0 1 0 0,-1 0 0 0 0,1 1 0 0 0,0 0 0 0 0,-1 1-1 0 0,-8-2 1 0 0,1 1 130 0 0,0 1 0 0 0,0 1 0 0 0,-1 0 0 0 0,1 0 0 0 0,0 2 0 0 0,0 0 0 0 0,0 0 0 0 0,0 1 0 0 0,-25 10 0 0 0,25-7-284 0 0,0 1 0 0 0,1 1-1 0 0,1 0 1 0 0,-1 0 0 0 0,1 1-1 0 0,1 1 1 0 0,-17 17 0 0 0,23-22-160 0 0,0 0 1 0 0,1 1 0 0 0,0 0-1 0 0,0 0 1 0 0,0 0 0 0 0,1 0-1 0 0,0 0 1 0 0,0 1 0 0 0,0 0-1 0 0,1-1 1 0 0,0 1 0 0 0,1 0-1 0 0,-1 0 1 0 0,1 0 0 0 0,1 0-1 0 0,-1 0 1 0 0,1 0 0 0 0,1 8-1 0 0,-1-12-37 0 0,1 0 0 0 0,0 0 0 0 0,-1 0-1 0 0,1 0 1 0 0,0 0 0 0 0,1 0 0 0 0,-1-1 0 0 0,0 1 0 0 0,1 0-1 0 0,0-1 1 0 0,-1 1 0 0 0,1-1 0 0 0,0 0 0 0 0,0 1 0 0 0,0-1-1 0 0,1 0 1 0 0,2 2 0 0 0,1-1 8 0 0,-1 0 1 0 0,0 0-1 0 0,1 0 0 0 0,0-1 0 0 0,-1 0 1 0 0,1 0-1 0 0,0-1 0 0 0,8 2 1 0 0,6-1-8 0 0,1-1 1 0 0,-1 0-1 0 0,1-2 1 0 0,23-3 0 0 0,-28 2-93 0 0,-1 0 0 0 0,0-2 1 0 0,0 0-1 0 0,0 0 1 0 0,-1-1-1 0 0,1-1 0 0 0,-1-1 1 0 0,-1 0-1 0 0,1-1 0 0 0,-1 0 1 0 0,16-14-1 0 0,-22 16-2 0 0,0 0 0 0 0,-1 0 0 0 0,0-1 0 0 0,0 0 0 0 0,-1 0 0 0 0,0-1 0 0 0,0 1 0 0 0,0-1 0 0 0,-1 0 0 0 0,0 0 0 0 0,-1-1 0 0 0,0 1 0 0 0,0-1 0 0 0,-1 0 0 0 0,0 1 0 0 0,-1-1 0 0 0,0 0 0 0 0,0 0 0 0 0,-1 0 0 0 0,-1-16 0 0 0,1 24 63 0 0,0 0 0 0 0,0-1 0 0 0,0 1 0 0 0,0-1 0 0 0,0 1 0 0 0,0 0 1 0 0,0-1-1 0 0,-1 1 0 0 0,1 0 0 0 0,-1 0 0 0 0,1-1 0 0 0,-1 1 0 0 0,1 0 0 0 0,-1 0 1 0 0,0 0-1 0 0,0 0 0 0 0,0-1 0 0 0,1 1 0 0 0,-1 0 0 0 0,0 1 0 0 0,0-1 0 0 0,0 0 1 0 0,0 0-1 0 0,-1 0 0 0 0,1 0 0 0 0,-1 0 0 0 0,0 1 20 0 0,1 0 0 0 0,-1 0 0 0 0,1 0 0 0 0,-1 1 0 0 0,1-1 0 0 0,-1 0 0 0 0,1 1 0 0 0,-1-1 0 0 0,1 1 0 0 0,0 0 0 0 0,-1-1 0 0 0,1 1 0 0 0,0 0 0 0 0,-1 0 0 0 0,1 0 0 0 0,0 0 0 0 0,0 0 0 0 0,0 0 0 0 0,0 0 0 0 0,0 0 0 0 0,0 0 0 0 0,0 0 0 0 0,-1 2 0 0 0,-5 8 137 0 0,1 1-1 0 0,-1 0 0 0 0,2 0 1 0 0,0 0-1 0 0,0 1 1 0 0,1-1-1 0 0,1 1 1 0 0,0 0-1 0 0,1 0 1 0 0,0 1-1 0 0,1-1 1 0 0,1 0-1 0 0,0 0 1 0 0,3 25-1 0 0,-3-35-109 0 0,1 1 0 0 0,-1-1 1 0 0,1 0-1 0 0,0 1 0 0 0,0-1 0 0 0,1 0 1 0 0,-1 0-1 0 0,1 0 0 0 0,-1 1 0 0 0,1-2 0 0 0,0 1 1 0 0,0 0-1 0 0,0 0 0 0 0,1-1 0 0 0,-1 1 0 0 0,1-1 1 0 0,-1 1-1 0 0,1-1 0 0 0,3 2 0 0 0,-2-2-38 0 0,1 0-1 0 0,0 0 0 0 0,-1 0 0 0 0,1-1 0 0 0,0 1 0 0 0,0-1 1 0 0,0 0-1 0 0,0-1 0 0 0,0 1 0 0 0,0-1 0 0 0,0 0 1 0 0,5-1-1 0 0,-1 0-94 0 0,1 0 0 0 0,-1-1 0 0 0,0 0-1 0 0,-1 0 1 0 0,1-1 0 0 0,0 0 0 0 0,-1-1 0 0 0,1 0 0 0 0,-1 0 0 0 0,0-1 0 0 0,-1 0 0 0 0,1 0 0 0 0,-1-1-1 0 0,7-7 1 0 0,-6 3-146 0 0,-1 0-1 0 0,12-22 1 0 0,10-16-902 0 0,-38 98 419 0 0,6-41 701 0 0,1-1 44 0 0,-1 1-1 0 0,0-1 1 0 0,0 1 0 0 0,0-1 0 0 0,-1 0-1 0 0,-1 0 1 0 0,1-1 0 0 0,-10 12-1 0 0,19-38 227 0 0,11-11-68 0 0,1-1 0 0 0,37-47-1 0 0,-45 68-148 0 0,-1 0-1 0 0,2 0 1 0 0,-1 1 0 0 0,1 0-1 0 0,0 1 1 0 0,1 0-1 0 0,0 0 1 0 0,0 1 0 0 0,1 1-1 0 0,17-8 1 0 0,-28 13-31 0 0,1 1 1 0 0,0-1-1 0 0,0 0 0 0 0,0 1 1 0 0,0-1-1 0 0,0 1 1 0 0,-1 0-1 0 0,1 0 0 0 0,0-1 1 0 0,0 1-1 0 0,0 0 1 0 0,0 1-1 0 0,0-1 0 0 0,0 0 1 0 0,0 1-1 0 0,0-1 0 0 0,0 1 1 0 0,-1-1-1 0 0,1 1 1 0 0,0 0-1 0 0,0 0 0 0 0,-1 0 1 0 0,1 0-1 0 0,0 0 1 0 0,-1 0-1 0 0,1 0 0 0 0,-1 0 1 0 0,0 1-1 0 0,1-1 0 0 0,-1 1 1 0 0,0-1-1 0 0,0 1 1 0 0,0-1-1 0 0,0 1 0 0 0,0 0 1 0 0,0-1-1 0 0,0 1 1 0 0,0 0-1 0 0,-1 0 0 0 0,1 0 1 0 0,-1 0-1 0 0,1 2 0 0 0,2 11 44 0 0,-1 1 0 0 0,0-1-1 0 0,-1 0 1 0 0,-2 22 0 0 0,1-20-5 0 0,0 0-18 0 0,-1-1 13 0 0,1 0-1 0 0,1 0 1 0 0,1 0 0 0 0,4 22 0 0 0,-5-35-32 0 0,0 1 1 0 0,0-1 0 0 0,0 0-1 0 0,0 0 1 0 0,0 0 0 0 0,1 0-1 0 0,0 0 1 0 0,-1 0-1 0 0,1 0 1 0 0,0 0 0 0 0,1-1-1 0 0,-1 1 1 0 0,0-1 0 0 0,1 1-1 0 0,-1-1 1 0 0,1 0-1 0 0,0 0 1 0 0,0 0 0 0 0,0-1-1 0 0,0 1 1 0 0,0-1 0 0 0,0 1-1 0 0,0-1 1 0 0,0 0-1 0 0,1 0 1 0 0,5 1 0 0 0,3-2-29 0 0,0 1 1 0 0,0-2 0 0 0,-1 1 0 0 0,1-2-1 0 0,0 1 1 0 0,0-2 0 0 0,-1 0-1 0 0,1 0 1 0 0,-1-1 0 0 0,0 0 0 0 0,0-1-1 0 0,16-10 1 0 0,-16 9-14 0 0,-1 0 0 0 0,0-1 0 0 0,0-1-1 0 0,0 0 1 0 0,-1 0 0 0 0,-1-1 0 0 0,1 0 0 0 0,-1 0 0 0 0,-1-1 0 0 0,0 0 0 0 0,0 0-1 0 0,6-14 1 0 0,-6 6-38 0 0,0 0-1 0 0,5-22 0 0 0,-10 33 52 0 0,-1 1 0 0 0,0-1 0 0 0,0 0 1 0 0,-1 0-1 0 0,0 1 0 0 0,0-1 0 0 0,0 0 0 0 0,-1 0 0 0 0,-3-11 0 0 0,4 18 18 0 0,0-1-1 0 0,0 0 1 0 0,0 0-1 0 0,0 1 1 0 0,-1-1 0 0 0,1 0-1 0 0,0 1 1 0 0,0-1-1 0 0,-1 0 1 0 0,1 1-1 0 0,-1-1 1 0 0,1 0 0 0 0,-1 1-1 0 0,1-1 1 0 0,-1 1-1 0 0,1-1 1 0 0,-1 1-1 0 0,1-1 1 0 0,-1 1 0 0 0,1-1-1 0 0,-1 1 1 0 0,0-1-1 0 0,1 1 1 0 0,-1 0-1 0 0,0-1 1 0 0,0 1-1 0 0,1 0 1 0 0,-2 0 0 0 0,1 0-1 0 0,0 0 1 0 0,-1 0 0 0 0,1 1 0 0 0,0-1-1 0 0,0 1 1 0 0,0-1 0 0 0,-1 1 0 0 0,1-1-1 0 0,0 1 1 0 0,0 0 0 0 0,0-1 0 0 0,0 1-1 0 0,0 0 1 0 0,0 0 0 0 0,-1 1 0 0 0,-1 2 0 0 0,-1 0 1 0 0,1 0-1 0 0,0 0 1 0 0,0 1-1 0 0,0 0 1 0 0,0-1-1 0 0,-1 7 1 0 0,-2 16 5 0 0,2 0 1 0 0,2 0 0 0 0,0 1 0 0 0,1-1 0 0 0,6 47 0 0 0,-2-20 36 0 0,1 14 41 0 0,-1-29 40 0 0,-1 0 0 0 0,-2 0 0 0 0,-6 41 0 0 0,5-75-96 0 0,0 0 0 0 0,0-1-1 0 0,0 1 1 0 0,0-1-1 0 0,-1 1 1 0 0,1-1 0 0 0,-1 0-1 0 0,-1 0 1 0 0,1 0-1 0 0,0 0 1 0 0,-1 0 0 0 0,0 0-1 0 0,0-1 1 0 0,0 1-1 0 0,0-1 1 0 0,-1 0 0 0 0,-4 4-1 0 0,3-4 10 0 0,0 0-1 0 0,0-1 0 0 0,0 0 0 0 0,0 0 0 0 0,-1 0 1 0 0,1-1-1 0 0,-1 0 0 0 0,1 0 0 0 0,-1 0 0 0 0,1-1 1 0 0,-1 1-1 0 0,1-1 0 0 0,-1-1 0 0 0,-5 0 0 0 0,-5-1-182 0 0,1-1 1 0 0,1 0-1 0 0,-1-1 0 0 0,0-1 0 0 0,-18-8 0 0 0,24 7-2603 0 0,6 0-2150 0 0,2 5 4286 0 0,1 0 1 0 0,0 1-1 0 0,-1-1 1 0 0,1 0-1 0 0,0 0 1 0 0,0 0 0 0 0,0 0-1 0 0,0 1 1 0 0,0-1-1 0 0,0 0 1 0 0,0 0-1 0 0,0-1 1 0 0,1-5-4173 0 0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5:17.7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247 445 4112 0 0,'0'-4'338'0'0,"-1"0"0"0"0,1-1 0 0 0,0 1 0 0 0,-1 0 0 0 0,0 0 0 0 0,0 0-1 0 0,0 0 1 0 0,-1 0 0 0 0,1 0 0 0 0,-1 0 0 0 0,0 0 0 0 0,0 1 0 0 0,0-1-1 0 0,-1 1 1 0 0,1-1 0 0 0,-1 1 0 0 0,0 0 0 0 0,0 0 0 0 0,0 0 0 0 0,0 0 0 0 0,0 1-1 0 0,-1-1 1 0 0,1 1 0 0 0,-1 0 0 0 0,0 0 0 0 0,1 0 0 0 0,-1 0 0 0 0,0 1-1 0 0,0-1 1 0 0,0 1 0 0 0,-5-1 0 0 0,4 2-104 0 0,0-1 0 0 0,-1 0 0 0 0,1 1 0 0 0,0 0 0 0 0,0 0-1 0 0,0 1 1 0 0,-1-1 0 0 0,1 1 0 0 0,0 0 0 0 0,0 1 0 0 0,0-1 0 0 0,0 1 0 0 0,0 0 0 0 0,1 0-1 0 0,-1 0 1 0 0,0 1 0 0 0,1 0 0 0 0,0 0 0 0 0,0 0 0 0 0,0 0 0 0 0,0 1 0 0 0,0-1 0 0 0,0 1-1 0 0,1 0 1 0 0,-4 5 0 0 0,1 1-20 0 0,1 0-1 0 0,0 0 1 0 0,0 1-1 0 0,1-1 1 0 0,1 1-1 0 0,-1 0 1 0 0,2 0-1 0 0,-1 0 1 0 0,2 1-1 0 0,0-1 1 0 0,0 23-1 0 0,1-29-185 0 0,0 0-1 0 0,1 0 1 0 0,0 0-1 0 0,0-1 1 0 0,0 1-1 0 0,0 0 1 0 0,1-1 0 0 0,0 1-1 0 0,0-1 1 0 0,0 1-1 0 0,0-1 1 0 0,1 0-1 0 0,0 0 1 0 0,-1 0-1 0 0,2 0 1 0 0,-1 0-1 0 0,0-1 1 0 0,1 0-1 0 0,-1 1 1 0 0,1-1-1 0 0,0-1 1 0 0,0 1-1 0 0,1 0 1 0 0,-1-1-1 0 0,0 0 1 0 0,1 0-1 0 0,-1 0 1 0 0,1-1-1 0 0,0 1 1 0 0,7 0-1 0 0,9 1-2 0 0,-1-1 0 0 0,0-1 0 0 0,0-1 0 0 0,0 0 0 0 0,1-2 0 0 0,-1 0 0 0 0,0-2 0 0 0,-1 0 0 0 0,1-1 0 0 0,-1-1 0 0 0,0-1 0 0 0,0 0 0 0 0,0-1 0 0 0,17-12 0 0 0,-20 11-42 0 0,-1-1 0 0 0,-1 0 1 0 0,1-1-1 0 0,-2 0 0 0 0,0-2 0 0 0,0 1 0 0 0,-1-1 0 0 0,0-1 0 0 0,-2 0 0 0 0,1-1 0 0 0,-2 0 0 0 0,0 0 0 0 0,-1-1 0 0 0,0 0 0 0 0,-1-1 0 0 0,5-22 0 0 0,-5 12-15 0 0,-1 0 1 0 0,-1 0-1 0 0,-2-1 1 0 0,0 1-1 0 0,-2-1 1 0 0,-1 0 0 0 0,-2 0-1 0 0,-6-40 1 0 0,7 64 31 0 0,0 1 1 0 0,0 0 0 0 0,0 0-1 0 0,0-1 1 0 0,-1 1 0 0 0,1 0-1 0 0,-1 0 1 0 0,0 0 0 0 0,0 0-1 0 0,0 0 1 0 0,0 1 0 0 0,0-1-1 0 0,-1 1 1 0 0,1-1 0 0 0,-1 1-1 0 0,0 0 1 0 0,1 0 0 0 0,-1 0-1 0 0,0 0 1 0 0,0 1 0 0 0,-5-3-1 0 0,5 4 2 0 0,1-1 0 0 0,-1 1-1 0 0,1 0 1 0 0,0 0-1 0 0,-1 0 1 0 0,1 0 0 0 0,-1 0-1 0 0,1 0 1 0 0,0 1-1 0 0,-1-1 1 0 0,1 1 0 0 0,0 0-1 0 0,0 0 1 0 0,-1 0-1 0 0,1 0 1 0 0,0 0 0 0 0,0 0-1 0 0,0 0 1 0 0,0 1-1 0 0,0-1 1 0 0,0 1 0 0 0,1 0-1 0 0,-1-1 1 0 0,0 1-1 0 0,1 0 1 0 0,-1 0 0 0 0,1 0-1 0 0,0 0 1 0 0,0 0-1 0 0,0 0 1 0 0,-2 4 0 0 0,-2 6 7 0 0,-1 1 0 0 0,2 0 0 0 0,0 0 1 0 0,0 0-1 0 0,2 1 0 0 0,-3 21 0 0 0,1 89 70 0 0,4-67-32 0 0,-1 27 96 0 0,11 93 0 0 0,-9-170-127 0 0,0 0 1 0 0,0 0-1 0 0,1 0 1 0 0,0 0-1 0 0,0 0 1 0 0,1 0-1 0 0,3 6 1 0 0,-6-12-15 0 0,1 0 1 0 0,-1 0-1 0 0,1 0 1 0 0,0 0 0 0 0,0 0-1 0 0,0 0 1 0 0,0 0-1 0 0,-1 0 1 0 0,1 0-1 0 0,0 0 1 0 0,1 0 0 0 0,-1 0-1 0 0,0-1 1 0 0,0 1-1 0 0,0 0 1 0 0,0-1-1 0 0,1 1 1 0 0,-1-1 0 0 0,0 0-1 0 0,0 1 1 0 0,1-1-1 0 0,-1 0 1 0 0,0 0 0 0 0,1 0-1 0 0,-1 0 1 0 0,0 0-1 0 0,1 0 1 0 0,-1 0-1 0 0,0 0 1 0 0,0 0 0 0 0,1-1-1 0 0,-1 1 1 0 0,0 0-1 0 0,1-1 1 0 0,-1 1-1 0 0,0-1 1 0 0,0 0 0 0 0,0 1-1 0 0,0-1 1 0 0,0 0-1 0 0,0 0 1 0 0,0 1-1 0 0,0-1 1 0 0,1-1 0 0 0,8-7-1 0 0,0 1 1 0 0,-1-2-1 0 0,-1 1 1 0 0,1-1 0 0 0,-1 0-1 0 0,12-23 1 0 0,32-73-50 0 0,-32 60 36 0 0,-14 31 2 0 0,-5 11 8 0 0,1 0 0 0 0,0 0 0 0 0,0 0 1 0 0,0 1-1 0 0,0-1 0 0 0,0 0 0 0 0,4-3 0 0 0,-2 26 29 0 0,-4-4-18 0 0,4 101 128 0 0,-2-101-102 0 0,0 0 0 0 0,1 0 0 0 0,0 0 0 0 0,2 0 0 0 0,8 21 0 0 0,-12-33-23 0 0,1 0-1 0 0,0 1 0 0 0,0-1 0 0 0,0 0 0 0 0,0 0 0 0 0,0 0 1 0 0,0 0-1 0 0,1 0 0 0 0,0-1 0 0 0,-1 1 0 0 0,1-1 1 0 0,0 0-1 0 0,0 1 0 0 0,1-1 0 0 0,-1-1 0 0 0,0 1 1 0 0,0 0-1 0 0,8 1 0 0 0,-5-1-2 0 0,-1-2 1 0 0,1 1-1 0 0,0-1 1 0 0,0 0-1 0 0,-1 0 1 0 0,1 0-1 0 0,0-1 1 0 0,0 0-1 0 0,-1 0 1 0 0,1 0-1 0 0,6-3 1 0 0,0-1-21 0 0,0 1 0 0 0,-1-2 0 0 0,0 0 0 0 0,0 0 0 0 0,0-1 0 0 0,-1 0 0 0 0,0-1 0 0 0,-1 0 0 0 0,0-1 0 0 0,14-15 0 0 0,-17 14-31 0 0,1-1 1 0 0,-2 0-1 0 0,8-19 0 0 0,7-12-128 0 0,-17 110-289 0 0,-3-68 457 0 0,0 13-41 0 0,0 0-1 0 0,1 0 0 0 0,0 0 0 0 0,1-1 0 0 0,6 24 1 0 0,-7-33 39 0 0,0 0 0 0 0,0 0 1 0 0,0-1-1 0 0,1 1 0 0 0,-1-1 1 0 0,1 1-1 0 0,0-1 0 0 0,0 0 1 0 0,0 1-1 0 0,0-1 0 0 0,0 0 0 0 0,0 0 1 0 0,1-1-1 0 0,-1 1 0 0 0,1 0 1 0 0,-1-1-1 0 0,1 1 0 0 0,0-1 1 0 0,-1 0-1 0 0,1 0 0 0 0,0 0 1 0 0,0 0-1 0 0,0 0 0 0 0,0-1 1 0 0,0 0-1 0 0,0 1 0 0 0,-1-1 1 0 0,1 0-1 0 0,0 0 0 0 0,0 0 1 0 0,4-2-1 0 0,6 1 23 0 0,-1-1 0 0 0,0-1 1 0 0,1 0-1 0 0,-1 0 0 0 0,-1-2 1 0 0,1 1-1 0 0,14-9 0 0 0,-22 11 2 0 0,0 0 1 0 0,1-1-1 0 0,-1 0 0 0 0,0 0 0 0 0,0 0 1 0 0,0 0-1 0 0,-1 0 0 0 0,1-1 0 0 0,-1 0 1 0 0,0 0-1 0 0,0 0 0 0 0,0 0 0 0 0,0 0 1 0 0,-1 0-1 0 0,0-1 0 0 0,0 0 0 0 0,0 1 1 0 0,0-1-1 0 0,-1 0 0 0 0,2-9 0 0 0,-3 8-3 0 0,1 0 0 0 0,-2 0 0 0 0,1 0 0 0 0,-1 0 0 0 0,1 0 0 0 0,-2 1 0 0 0,1-1 0 0 0,-1 0 0 0 0,0 0 0 0 0,0 1-1 0 0,0-1 1 0 0,-1 1 0 0 0,0 0 0 0 0,0 0 0 0 0,0 0 0 0 0,-1 0 0 0 0,1 0 0 0 0,-1 1 0 0 0,0-1 0 0 0,-1 1 0 0 0,1 0 0 0 0,-1 0 0 0 0,0 1-1 0 0,0-1 1 0 0,0 1 0 0 0,0 0 0 0 0,0 1 0 0 0,-1-1 0 0 0,1 1 0 0 0,-1 0 0 0 0,0 1 0 0 0,0-1 0 0 0,-9 0 0 0 0,-3 0-57 0 0,0 1-1 0 0,-25 1 1 0 0,37 1 2 0 0,0-1 0 0 0,0 1 0 0 0,0 1 0 0 0,0-1 0 0 0,0 1-1 0 0,0 0 1 0 0,0 1 0 0 0,1-1 0 0 0,-1 1 0 0 0,-8 7 0 0 0,13-10 20 0 0,0 1 1 0 0,0-1 0 0 0,0 1 0 0 0,0-1 0 0 0,1 1-1 0 0,-1 0 1 0 0,0 0 0 0 0,0-1 0 0 0,1 1-1 0 0,-1 0 1 0 0,0 0 0 0 0,1 0 0 0 0,-1 0 0 0 0,1 0-1 0 0,-1 0 1 0 0,1 0 0 0 0,0 0 0 0 0,-1 2-1 0 0,1-3 6 0 0,0 1-1 0 0,0-1 0 0 0,1 0 0 0 0,-1 1 1 0 0,0-1-1 0 0,0 1 0 0 0,1-1 0 0 0,-1 1 0 0 0,0-1 1 0 0,0 1-1 0 0,1-1 0 0 0,-1 0 0 0 0,1 1 0 0 0,-1-1 1 0 0,0 0-1 0 0,1 1 0 0 0,-1-1 0 0 0,1 0 0 0 0,-1 0 1 0 0,1 1-1 0 0,-1-1 0 0 0,1 0 0 0 0,-1 0 1 0 0,1 0-1 0 0,0 1 0 0 0,3 0-19 0 0,0-1 0 0 0,1 1 1 0 0,-1-1-1 0 0,0 0 0 0 0,0 0 0 0 0,0 0 1 0 0,0 0-1 0 0,6-2 0 0 0,74-20-108 0 0,-34 8 104 0 0,1 3 0 0 0,53-6 0 0 0,-101 16 36 0 0,0 1 1 0 0,1-1 0 0 0,-1 1 0 0 0,0 0 0 0 0,1 0 0 0 0,-1 1 0 0 0,1-1 0 0 0,-1 1 0 0 0,0 0 0 0 0,1-1 0 0 0,-1 1 0 0 0,0 1-1 0 0,0-1 1 0 0,0 0 0 0 0,0 1 0 0 0,0 0 0 0 0,0 0 0 0 0,0-1 0 0 0,-1 2 0 0 0,1-1 0 0 0,-1 0 0 0 0,1 0 0 0 0,-1 1 0 0 0,0 0-1 0 0,0-1 1 0 0,0 1 0 0 0,0 0 0 0 0,0 0 0 0 0,-1 0 0 0 0,1 0 0 0 0,-1 0 0 0 0,0 0 0 0 0,0 1 0 0 0,1 3 0 0 0,1 12 42 0 0,0 0 0 0 0,-2 0 0 0 0,0 0 0 0 0,-1-1 0 0 0,-3 22 0 0 0,1 4 173 0 0,3-47-201 0 0,1-1 1 0 0,-1 1-1 0 0,1-1 0 0 0,0 1 0 0 0,0 0 0 0 0,0 0 1 0 0,0 0-1 0 0,0 0 0 0 0,4-4 0 0 0,2-2 9 0 0,-7 7-25 0 0,100-129 95 0 0,-83 110-65 0 0,2 0 1 0 0,0 2-1 0 0,43-33 0 0 0,-58 49-13 0 0,1-1-1 0 0,-1 1 1 0 0,1 0 0 0 0,0 0-1 0 0,-1 1 1 0 0,1 0-1 0 0,1 0 1 0 0,-1 0 0 0 0,0 1-1 0 0,0 0 1 0 0,1 0-1 0 0,8 0 1 0 0,-11 1 7 0 0,-1 1 0 0 0,0-1 0 0 0,1 1 0 0 0,-1-1 0 0 0,0 1 0 0 0,1 0 1 0 0,-1 1-1 0 0,0-1 0 0 0,0 0 0 0 0,0 1 0 0 0,0 0 0 0 0,0 0 0 0 0,0 0 0 0 0,-1 0 0 0 0,1 0 0 0 0,0 0 1 0 0,-1 1-1 0 0,0-1 0 0 0,0 1 0 0 0,0 0 0 0 0,0 0 0 0 0,0-1 0 0 0,0 1 0 0 0,1 5 0 0 0,4 7 156 0 0,0 0-1 0 0,-1 1 1 0 0,-1-1 0 0 0,5 28-1 0 0,-9-38-291 0 0,0 0 0 0 0,-1 0 1 0 0,1 0-1 0 0,-1 0 0 0 0,0 0 0 0 0,-1 0 0 0 0,1 0 0 0 0,-1 0 1 0 0,0 0-1 0 0,0 0 0 0 0,-1-1 0 0 0,0 1 0 0 0,1 0 0 0 0,-1-1 0 0 0,-1 1 1 0 0,1-1-1 0 0,-1 1 0 0 0,0-1 0 0 0,-5 6 0 0 0,-40 36-14416 0 0,26-27 9442 0 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5:17.9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6549 0 0,'9'1'8421'0'0,"17"-1"-6438"0"0,-21 0-557 0 0,5 0-1201 0 0,32 1 3710 0 0,-28 0-7711 0 0,0 1-5754 0 0,-6 1 4917 0 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5:18.1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27 5953 0 0,'0'0'1012'0'0,"6"0"28"0"0,0-1 60 0 0,8-1 52 0 0,-5 0 60 0 0,8-2 36 0 0,-5 2 20 0 0,2-2 16 0 0,3 1 5 0 0,-2 0-1 0 0,-4 2 4 0 0,-3-3-76 0 0,-1 4-84 0 0,-5 0 708 0 0,1 8-6492 0 0,-6-1-17 0 0,-3-1 1 0 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5:19.2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 22 4092 0 0,'-10'-12'3595'0'0,"1"3"827"0"0,9 9-4337 0 0,0 0 0 0 0,-1 0 0 0 0,1 0-1 0 0,0 1 1 0 0,-1-1 0 0 0,1 0 0 0 0,0 1 0 0 0,-1-1 0 0 0,1 0-1 0 0,0 1 1 0 0,0-1 0 0 0,0 0 0 0 0,-1 1 0 0 0,1-1 0 0 0,0 0-1 0 0,0 1 1 0 0,0-1 0 0 0,0 1 0 0 0,0-1 0 0 0,-1 0 0 0 0,1 1-1 0 0,0-1 1 0 0,0 1 0 0 0,0-1 0 0 0,0 1 0 0 0,0-1 0 0 0,0 0-1 0 0,1 1 1 0 0,-1-1 0 0 0,0 1 0 0 0,0-1 0 0 0,0 0 0 0 0,0 1-1 0 0,10 165 5360 0 0,0-93-5210 0 0,4-1 0 0 0,2-1 1 0 0,34 94-1 0 0,-47-157-204 0 0,2 4 17 0 0,-1 0 1 0 0,2 0-1 0 0,6 12 0 0 0,-11-22-22 0 0,0 0 1 0 0,0 0-1 0 0,1 0 1 0 0,-1-1-1 0 0,1 1 1 0 0,-1 0-1 0 0,1 0 1 0 0,-1-1-1 0 0,1 1 0 0 0,0-1 1 0 0,0 0-1 0 0,0 1 1 0 0,0-1-1 0 0,0 0 1 0 0,0 0-1 0 0,0 0 1 0 0,0 0-1 0 0,0-1 1 0 0,0 1-1 0 0,1-1 1 0 0,-1 1-1 0 0,0-1 0 0 0,0 0 1 0 0,3 1-1 0 0,-2-2 20 0 0,0 0-1 0 0,0 0 1 0 0,-1-1-1 0 0,1 1 1 0 0,0 0-1 0 0,-1-1 0 0 0,1 0 1 0 0,-1 1-1 0 0,0-1 1 0 0,0 0-1 0 0,1 0 1 0 0,-1-1-1 0 0,0 1 0 0 0,-1 0 1 0 0,1-1-1 0 0,0 1 1 0 0,-1-1-1 0 0,1 1 1 0 0,-1-1-1 0 0,1-3 0 0 0,5-9 196 0 0,-2 1 0 0 0,6-21 0 0 0,3-23 481 0 0,5-63 1 0 0,-11 61-38 0 0,17-58 0 0 0,-25 116-703 0 0,1 0-1 0 0,-1 0 1 0 0,1-1-1 0 0,0 1 1 0 0,-1 0-1 0 0,1 0 1 0 0,0 0-1 0 0,1 0 1 0 0,-1 0-1 0 0,0 1 1 0 0,0-1-1 0 0,1 0 1 0 0,-1 1-1 0 0,1-1 1 0 0,0 1-1 0 0,-1-1 1 0 0,1 1-1 0 0,0-1 1 0 0,0 1-1 0 0,0 0 1 0 0,2-1-1 0 0,19 0-4704 0 0,4 11-6635 0 0,-13-2 6274 0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5:19.4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5368 0 0,'0'0'6037'0'0,"3"2"-4981"0"0,1-2 16 0 0,1 0 4 0 0,-5 2-36 0 0,8-1-71 0 0,-4 3-89 0 0,-2 1-176 0 0,4 3-956 0 0,-3 2-3337 0 0,-1 3 1 0 0,-2 2 0 0 0,0 5-1 0 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5:19.5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5336 0 0,'0'0'4945'0'0,"0"2"-3913"0"0,0 0 16 0 0,2 2-16 0 0,1 2-56 0 0,1-1-120 0 0,1 5-696 0 0,-2-3-3236 0 0,2 3 0 0 0,1 1 0 0 0,-3-1-1 0 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5:20.1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198 77 4224 0 0,'0'-5'684'0'0,"0"0"-1"0"0,0 0 1 0 0,-1 0-1 0 0,0 0 0 0 0,0 0 1 0 0,0 0-1 0 0,0 0 0 0 0,-1 0 1 0 0,-2-6-1 0 0,3 9-528 0 0,0 1-1 0 0,0-1 1 0 0,-1 1-1 0 0,1-1 1 0 0,0 1-1 0 0,0 0 1 0 0,-1 0-1 0 0,1 0 1 0 0,0 0 0 0 0,-1 0-1 0 0,1 0 1 0 0,-1 0-1 0 0,0 0 1 0 0,1 1-1 0 0,-1-1 1 0 0,0 0-1 0 0,1 1 1 0 0,-1 0-1 0 0,0-1 1 0 0,1 1 0 0 0,-1 0-1 0 0,0 0 1 0 0,0 0-1 0 0,0 0 1 0 0,1 0-1 0 0,-1 0 1 0 0,0 0-1 0 0,1 1 1 0 0,-1-1-1 0 0,0 1 1 0 0,-2 0-1 0 0,-3 2 188 0 0,0 0 0 0 0,0 0 0 0 0,0 1 0 0 0,0 0 0 0 0,1 0 0 0 0,-1 0 0 0 0,1 1 0 0 0,0 0 0 0 0,1 0 0 0 0,-1 1 0 0 0,1 0 0 0 0,0 0 0 0 0,1 0 0 0 0,-1 0 0 0 0,1 1 0 0 0,0-1 0 0 0,1 1 0 0 0,0 0 0 0 0,-3 8 0 0 0,0 0-129 0 0,2-1-1 0 0,0 1 1 0 0,0 0-1 0 0,2 0 1 0 0,-1 0-1 0 0,2 0 1 0 0,0 0-1 0 0,3 27 1 0 0,-1-30-116 0 0,1 0 1 0 0,0 0-1 0 0,1 0 1 0 0,0-1-1 0 0,1 1 0 0 0,1-1 1 0 0,6 14-1 0 0,-8-21-116 0 0,-1 1 0 0 0,1-1 0 0 0,0 0 0 0 0,1 0-1 0 0,-1 0 1 0 0,1 0 0 0 0,-1 0 0 0 0,1-1-1 0 0,0 1 1 0 0,1-1 0 0 0,-1 0 0 0 0,0-1 0 0 0,1 1-1 0 0,0-1 1 0 0,-1 0 0 0 0,1 0 0 0 0,0 0 0 0 0,10 2-1 0 0,32 2-2076 0 0,-38-5-144 0 0,0-1 1 0 0,0 0-1 0 0,0 0 1 0 0,0-1-1 0 0,16-3 1 0 0,-1-4-2578 0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5:20.5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155 68 4232 0 0,'-1'-5'504'0'0,"-1"1"0"0"0,1 0 0 0 0,-1 0 0 0 0,0 0 0 0 0,0 0 0 0 0,0 0 0 0 0,-1 1 0 0 0,1-1 0 0 0,-1 1 0 0 0,0-1 0 0 0,0 1 0 0 0,0 0 0 0 0,-1 0 0 0 0,1 1 0 0 0,-1-1 0 0 0,0 0 0 0 0,1 1 0 0 0,-7-3 0 0 0,9 5-370 0 0,-1 0-1 0 0,1 0 1 0 0,-1 0 0 0 0,1 0 0 0 0,-1 0-1 0 0,1 0 1 0 0,-1 1 0 0 0,1-1 0 0 0,-1 0 0 0 0,1 1-1 0 0,0-1 1 0 0,-1 1 0 0 0,1-1 0 0 0,0 1-1 0 0,-1 0 1 0 0,1 0 0 0 0,0 0 0 0 0,0-1-1 0 0,0 1 1 0 0,-1 0 0 0 0,1 0 0 0 0,0 1-1 0 0,0-1 1 0 0,1 0 0 0 0,-1 0 0 0 0,0 0-1 0 0,0 1 1 0 0,0-1 0 0 0,0 3 0 0 0,-18 45 2148 0 0,17-44-1945 0 0,-9 37 598 0 0,2 1 1 0 0,1 0 0 0 0,-3 63-1 0 0,11-105-924 0 0,0 0-1 0 0,-1 1 1 0 0,1-1-1 0 0,0 1 1 0 0,0-1-1 0 0,0 1 1 0 0,1-1-1 0 0,-1 0 1 0 0,0 1 0 0 0,0-1-1 0 0,1 0 1 0 0,-1 1-1 0 0,1-1 1 0 0,-1 0-1 0 0,1 1 1 0 0,0-1-1 0 0,-1 0 1 0 0,1 0-1 0 0,0 1 1 0 0,0-1-1 0 0,0 0 1 0 0,0 0-1 0 0,2 1 1 0 0,-2-1-12 0 0,1 0-1 0 0,-1-1 1 0 0,1 0 0 0 0,0 1 0 0 0,-1-1-1 0 0,1 0 1 0 0,-1 0 0 0 0,1 0 0 0 0,0 0-1 0 0,-1 0 1 0 0,1 0 0 0 0,0-1-1 0 0,-1 1 1 0 0,1 0 0 0 0,-1-1 0 0 0,4-1-1 0 0,3-1-44 0 0,0-1 0 0 0,0 0 0 0 0,-1-1-1 0 0,0 1 1 0 0,1-2 0 0 0,6-6 0 0 0,-4 1-22 0 0,-1 0 0 0 0,0-1 0 0 0,-1 0 0 0 0,0-1 0 0 0,-1 0 0 0 0,0 0-1 0 0,-1 0 1 0 0,0-1 0 0 0,-1 0 0 0 0,-1 0 0 0 0,3-20 0 0 0,-5 26 36 0 0,3-10-83 0 0,-3 33 146 0 0,-4 58 261 0 0,1-28 56 0 0,5 68 1 0 0,-4-109-299 0 0,1 1-1 0 0,0-1 0 0 0,0 0 1 0 0,0 0-1 0 0,0 1 1 0 0,1-1-1 0 0,-1 0 1 0 0,1 0-1 0 0,0 0 0 0 0,0-1 1 0 0,1 1-1 0 0,-1 0 1 0 0,1-1-1 0 0,4 5 1 0 0,-5-7-261 0 0,0 1 1 0 0,0 0 0 0 0,1-1 0 0 0,-1 1 0 0 0,1-1-1 0 0,-1 0 1 0 0,1 1 0 0 0,-1-1 0 0 0,6 1 0 0 0,-4-2-972 0 0,1 1 0 0 0,-1-1 0 0 0,0 1 0 0 0,1-1 0 0 0,-1-1 0 0 0,0 1 0 0 0,7-2 0 0 0,23-6-7436 0 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5:20.7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137 13 4224 0 0,'-5'-12'5420'0'0,"3"12"-5227"0"0,1-1 1 0 0,-1 1 0 0 0,0 0 0 0 0,0 0 0 0 0,1 0 0 0 0,-1 0 0 0 0,0 1 0 0 0,1-1 0 0 0,-1 0-1 0 0,0 1 1 0 0,0-1 0 0 0,1 1 0 0 0,-1-1 0 0 0,1 1 0 0 0,-1 0 0 0 0,1 0 0 0 0,-1 0 0 0 0,1 0-1 0 0,-1 0 1 0 0,1 0 0 0 0,-3 3 0 0 0,-27 27 1981 0 0,24-23-1691 0 0,0 1 0 0 0,1 0 0 0 0,0 1 0 0 0,0 0 0 0 0,1 0 0 0 0,0 0 0 0 0,1 0-1 0 0,0 1 1 0 0,1 0 0 0 0,0-1 0 0 0,1 1 0 0 0,0 1 0 0 0,1-1 0 0 0,0 14 0 0 0,1-23-440 0 0,0 1 0 0 0,0-1 1 0 0,1 1-1 0 0,-1 0 0 0 0,1-1 1 0 0,0 1-1 0 0,0-1 0 0 0,0 1 1 0 0,0-1-1 0 0,0 0 0 0 0,0 1 1 0 0,1-1-1 0 0,-1 0 0 0 0,1 0 1 0 0,-1 0-1 0 0,1 0 0 0 0,0 0 1 0 0,0 0-1 0 0,0-1 0 0 0,3 3 1 0 0,-1-2 10 0 0,0 0 1 0 0,0 0-1 0 0,0-1 1 0 0,0 1-1 0 0,0-1 1 0 0,1 0-1 0 0,-1 0 1 0 0,1-1-1 0 0,-1 1 1 0 0,9-1-1 0 0,6-2-374 0 0,0 0-1 0 0,0-1 0 0 0,0-1 0 0 0,24-9 0 0 0,-34 10-2415 0 0,0 0 0 0 0,-1-1 0 0 0,1 0-1 0 0,13-8 1 0 0,-7 0-2066 0 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5:20.9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592 15 4768 0 0,'-24'-6'5461'0'0,"20"4"-5055"0"0,0 1-1 0 0,-1-1 1 0 0,1 1 0 0 0,0 0-1 0 0,0 0 1 0 0,-6 0 0 0 0,-9 2 413 0 0,0 0 0 0 0,0 1 1 0 0,0 1-1 0 0,1 1 0 0 0,-1 1 1 0 0,1 0-1 0 0,0 2 0 0 0,-32 15 1 0 0,-46 31-11 0 0,9 3-4415 0 0,-15 16-5211 0 0,53-35 4408 0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5:21.4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315 65 4424 0 0,'0'-3'292'0'0,"0"1"-1"0"0,0-1 0 0 0,0 1 1 0 0,0-1-1 0 0,-1 0 0 0 0,1 1 1 0 0,-1-1-1 0 0,0 1 0 0 0,1-1 1 0 0,-1 1-1 0 0,0 0 0 0 0,-1-1 1 0 0,1 1-1 0 0,0 0 0 0 0,-1 0 1 0 0,1 0-1 0 0,-1 0 0 0 0,0 0 1 0 0,1 0-1 0 0,-4-2 0 0 0,1 2-47 0 0,1 0 0 0 0,0 0-1 0 0,-1 1 1 0 0,1-1-1 0 0,-1 1 1 0 0,0 0-1 0 0,1 0 1 0 0,-1 0-1 0 0,0 1 1 0 0,1-1-1 0 0,-1 1 1 0 0,-6 0-1 0 0,-2 1 148 0 0,1 1 1 0 0,0 0-1 0 0,0 0 0 0 0,0 1 0 0 0,0 0 0 0 0,1 1 1 0 0,-1 0-1 0 0,-15 9 0 0 0,13-4 172 0 0,1-1-1 0 0,0 2 1 0 0,0 0 0 0 0,1 0 0 0 0,-14 16 0 0 0,21-21-369 0 0,0 0 0 0 0,0 0 1 0 0,0 1-1 0 0,1-1 1 0 0,0 1-1 0 0,0 0 0 0 0,0 0 1 0 0,1 0-1 0 0,-1 0 0 0 0,1 0 1 0 0,1 0-1 0 0,0 1 1 0 0,-1-1-1 0 0,1 14 0 0 0,1-19-166 0 0,1 1 0 0 0,-1 0-1 0 0,1 0 1 0 0,0-1 0 0 0,-1 1-1 0 0,1-1 1 0 0,0 1 0 0 0,0 0-1 0 0,0-1 1 0 0,0 1 0 0 0,1-1-1 0 0,-1 0 1 0 0,0 1-1 0 0,0-1 1 0 0,1 0 0 0 0,-1 0-1 0 0,1 0 1 0 0,-1 0 0 0 0,1 0-1 0 0,-1 0 1 0 0,1 0 0 0 0,0-1-1 0 0,-1 1 1 0 0,1 0 0 0 0,0-1-1 0 0,0 0 1 0 0,0 1-1 0 0,-1-1 1 0 0,1 0 0 0 0,0 0-1 0 0,3 0 1 0 0,6 1 39 0 0,0-1-1 0 0,-1 0 1 0 0,21-4 0 0 0,-12 1-387 0 0,0-1 0 0 0,0-1 0 0 0,0 0 0 0 0,-1-2 0 0 0,0 0 1 0 0,0-1-1 0 0,18-11 0 0 0,11-16-4444 0 0,-6-9-3597 0 0,-20 14 3872 0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5:22.6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129 99 4056 0 0,'-6'-10'1159'0'0,"-1"-1"0"0"0,0 2 0 0 0,0-1 0 0 0,-11-10 0 0 0,14 16-740 0 0,0 0 0 0 0,0 0 0 0 0,0 1 0 0 0,-1-1 0 0 0,1 1 0 0 0,-1 0 0 0 0,0 0 0 0 0,0 1 0 0 0,0-1 0 0 0,0 1 0 0 0,-5-1 0 0 0,9 3-301 0 0,0 0 1 0 0,1-1-1 0 0,-1 1 0 0 0,1 0 0 0 0,-1 0 0 0 0,0 1 0 0 0,1-1 0 0 0,-1 0 0 0 0,1 0 0 0 0,-1 0 0 0 0,0 0 0 0 0,1 0 0 0 0,-1 1 0 0 0,1-1 1 0 0,-1 0-1 0 0,1 0 0 0 0,-1 1 0 0 0,1-1 0 0 0,-1 1 0 0 0,1-1 0 0 0,-1 0 0 0 0,1 1 0 0 0,-1-1 0 0 0,1 1 0 0 0,0-1 0 0 0,-1 1 0 0 0,1-1 1 0 0,-1 1-1 0 0,-5 23 2071 0 0,5 28 357 0 0,1-48-2256 0 0,8 137 1621 0 0,46 237-1 0 0,-50-360-1847 0 0,18 71 165 0 0,-20-80-248 0 0,1 0 0 0 0,1-1 0 0 0,0 1 0 0 0,0-1-1 0 0,0 0 1 0 0,1 0 0 0 0,9 11 0 0 0,-13-17-25 0 0,1-1 1 0 0,0 1-1 0 0,-1 0 1 0 0,1-1 0 0 0,0 1-1 0 0,0-1 1 0 0,0 1-1 0 0,0-1 1 0 0,0 0-1 0 0,0 0 1 0 0,0 0-1 0 0,0 0 1 0 0,0 0 0 0 0,1 0-1 0 0,-1-1 1 0 0,0 1-1 0 0,1-1 1 0 0,-1 1-1 0 0,1-1 1 0 0,-1 0-1 0 0,4 0 1 0 0,-3-1-42 0 0,1 0 0 0 0,-1 0 1 0 0,1-1-1 0 0,-1 1 0 0 0,0-1 0 0 0,0 1 1 0 0,0-1-1 0 0,0 0 0 0 0,0 0 0 0 0,0 0 1 0 0,0-1-1 0 0,4-4 0 0 0,3-5-166 0 0,-1 0 0 0 0,0-1-1 0 0,-1 0 1 0 0,0 0 0 0 0,8-22 0 0 0,29-83-753 0 0,11-24 256 0 0,-56 141 752 0 0,1-1-1 0 0,-1 0 1 0 0,1 1-1 0 0,0-1 1 0 0,0 1-1 0 0,0 0 1 0 0,0-1 0 0 0,0 1-1 0 0,0 0 1 0 0,0-1-1 0 0,0 1 1 0 0,0 0-1 0 0,3-2 1 0 0,-3 3 8 0 0,0 1 0 0 0,-1-1 0 0 0,1 1 0 0 0,-1-1 1 0 0,1 0-1 0 0,-1 1 0 0 0,1-1 0 0 0,-1 1 0 0 0,1 0 0 0 0,-1-1 0 0 0,1 1 0 0 0,-1-1 1 0 0,0 1-1 0 0,1 0 0 0 0,-1-1 0 0 0,0 1 0 0 0,1 0 0 0 0,-1-1 0 0 0,0 1 0 0 0,0 0 1 0 0,0-1-1 0 0,0 1 0 0 0,0 0 0 0 0,0-1 0 0 0,0 1 0 0 0,0 0 0 0 0,0 0 0 0 0,0-1 0 0 0,0 1 1 0 0,0 1-1 0 0,1 166 1582 0 0,0 2 69 0 0,-1-167-1627 0 0,1 0 0 0 0,-1 0 0 0 0,1 0 0 0 0,0 0 0 0 0,-1 0 0 0 0,2 0 0 0 0,-1 0-1 0 0,0 0 1 0 0,0 0 0 0 0,1-1 0 0 0,-1 1 0 0 0,1-1 0 0 0,0 1 0 0 0,0-1 0 0 0,0 1 0 0 0,0-1 0 0 0,0 0-1 0 0,1 0 1 0 0,-1 0 0 0 0,1-1 0 0 0,-1 1 0 0 0,1 0 0 0 0,0-1 0 0 0,-1 0 0 0 0,1 1 0 0 0,0-1-1 0 0,0 0 1 0 0,0-1 0 0 0,0 1 0 0 0,0 0 0 0 0,0-1 0 0 0,4 1 0 0 0,0-1-70 0 0,-1 0 0 0 0,0 0 1 0 0,1 0-1 0 0,-1-1 0 0 0,0 0 1 0 0,0 0-1 0 0,1-1 0 0 0,-1 0 0 0 0,0 0 1 0 0,-1 0-1 0 0,1 0 0 0 0,0-1 1 0 0,-1 0-1 0 0,1 0 0 0 0,6-6 0 0 0,-1-2-136 0 0,0 0-1 0 0,0-1 1 0 0,-1-1-1 0 0,0 0 1 0 0,-1 0-1 0 0,-1-1 0 0 0,13-26 1 0 0,35-114-975 0 0,-38 100 624 0 0,-14 42 389 0 0,2-3-225 0 0,-2 32 218 0 0,-4 14 213 0 0,-1 0 0 0 0,-10 55 1 0 0,0 6 254 0 0,11-86-341 0 0,0 15 398 0 0,4-21-137 0 0,4-12-134 0 0,117-198 513 0 0,-122 206-615 0 0,0 0 0 0 0,0 0-1 0 0,0 1 1 0 0,0-1-1 0 0,0 1 1 0 0,1-1 0 0 0,-1 1-1 0 0,9-5 1 0 0,-12 8-10 0 0,1 0 1 0 0,-1-1-1 0 0,1 1 1 0 0,-1 0-1 0 0,1 0 0 0 0,0 0 1 0 0,-1 0-1 0 0,1-1 1 0 0,-1 1-1 0 0,1 0 0 0 0,-1 0 1 0 0,1 0-1 0 0,-1 0 1 0 0,1 0-1 0 0,0 0 1 0 0,-1 1-1 0 0,1-1 0 0 0,-1 0 1 0 0,1 0-1 0 0,-1 0 1 0 0,1 0-1 0 0,-1 1 0 0 0,1-1 1 0 0,-1 0-1 0 0,1 0 1 0 0,-1 1-1 0 0,1-1 0 0 0,0 1 1 0 0,0 0 1 0 0,0 1 1 0 0,-1 0 0 0 0,1-1 0 0 0,0 1-1 0 0,0 0 1 0 0,-1 0 0 0 0,1 0-1 0 0,-1-1 1 0 0,1 1 0 0 0,-1 0-1 0 0,0 0 1 0 0,0 0 0 0 0,0 2-1 0 0,-1 80 114 0 0,0-67-91 0 0,0 1-1 0 0,0-1 1 0 0,2 1 0 0 0,0-1-1 0 0,2 1 1 0 0,-1-1-1 0 0,11 32 1 0 0,-11-45-16 0 0,-1 0 1 0 0,1 0-1 0 0,0 0 0 0 0,1-1 1 0 0,-1 1-1 0 0,1-1 0 0 0,0 1 1 0 0,0-1-1 0 0,0 0 0 0 0,0 0 1 0 0,0 0-1 0 0,1 0 0 0 0,-1-1 1 0 0,1 0-1 0 0,-1 1 0 0 0,1-1 1 0 0,0-1-1 0 0,0 1 0 0 0,0 0 1 0 0,0-1-1 0 0,1 0 0 0 0,-1 0 1 0 0,0 0-1 0 0,0-1 0 0 0,1 1 1 0 0,-1-1-1 0 0,0 0 0 0 0,8-1 1 0 0,-5 0-2 0 0,0 0 1 0 0,0 0 0 0 0,0-1 0 0 0,0 0 0 0 0,0 0-1 0 0,0-1 1 0 0,-1 1 0 0 0,1-2 0 0 0,-1 1-1 0 0,0-1 1 0 0,0 0 0 0 0,0 0 0 0 0,0-1 0 0 0,-1 1-1 0 0,0-1 1 0 0,7-8 0 0 0,0-4-2 0 0,-1-1 0 0 0,-1 0 1 0 0,0 0-1 0 0,12-34 0 0 0,20-83 33 0 0,-35 110-33 0 0,12-37 8 0 0,-7 25 37 0 0,14-75-1 0 0,-26 112-49 0 0,0 0 0 0 0,1-1 0 0 0,-1 1-1 0 0,0-1 1 0 0,0 1 0 0 0,0 0 0 0 0,0-1 0 0 0,0 1-1 0 0,0-1 1 0 0,0 1 0 0 0,0 0 0 0 0,0-1-1 0 0,0 1 1 0 0,0-1 0 0 0,0 1 0 0 0,0-1-1 0 0,0 1 1 0 0,-1 0 0 0 0,1-1 0 0 0,0 1 0 0 0,0 0-1 0 0,0-1 1 0 0,-1 1 0 0 0,1-1 0 0 0,0 1-1 0 0,0 0 1 0 0,-1-1 0 0 0,1 1 0 0 0,0 0 0 0 0,-1 0-1 0 0,1-1 1 0 0,-1 1 0 0 0,-12 5 93 0 0,-12 19 17 0 0,11 2-55 0 0,1 1 0 0 0,1-1 1 0 0,2 2-1 0 0,-10 39 0 0 0,11-35 5 0 0,0-1 0 0 0,3 2 0 0 0,1-1 0 0 0,-2 46 0 0 0,7-75-55 0 0,0 0 0 0 0,0 0 0 0 0,0-1 0 0 0,0 1 0 0 0,1 0 0 0 0,-1 0-1 0 0,1-1 1 0 0,0 1 0 0 0,0-1 0 0 0,0 1 0 0 0,0 0 0 0 0,0-1-1 0 0,1 0 1 0 0,-1 1 0 0 0,1-1 0 0 0,-1 0 0 0 0,1 0 0 0 0,0 0 0 0 0,0 0-1 0 0,0 0 1 0 0,0 0 0 0 0,0 0 0 0 0,1-1 0 0 0,3 3 0 0 0,3 0 21 0 0,1 0 0 0 0,0-1 0 0 0,1 0 0 0 0,-1 0-1 0 0,14 1 1 0 0,-15-3-3 0 0,0 0-1 0 0,0 1 0 0 0,0 0 0 0 0,0 1 0 0 0,-1 0 0 0 0,1 0 0 0 0,-1 1 0 0 0,11 6 0 0 0,-17-8-9 0 0,1 0 0 0 0,-1 0 1 0 0,0 0-1 0 0,1 1 0 0 0,-1-1 0 0 0,0 1 0 0 0,-1 0 1 0 0,1 0-1 0 0,0-1 0 0 0,-1 1 0 0 0,1 0 1 0 0,-1 0-1 0 0,0 0 0 0 0,0 1 0 0 0,0-1 0 0 0,0 6 1 0 0,-1-7-37 0 0,0-1 0 0 0,0 1 0 0 0,0-1 0 0 0,0 1 1 0 0,-1-1-1 0 0,1 1 0 0 0,0-1 0 0 0,-1 0 0 0 0,0 1 0 0 0,1-1 1 0 0,-1 0-1 0 0,0 1 0 0 0,1-1 0 0 0,-1 0 0 0 0,0 0 1 0 0,0 1-1 0 0,0-1 0 0 0,0 0 0 0 0,0 0 0 0 0,0 0 0 0 0,-1 0 1 0 0,1-1-1 0 0,0 1 0 0 0,0 0 0 0 0,-1 0 0 0 0,1-1 0 0 0,0 1 1 0 0,-1-1-1 0 0,1 1 0 0 0,-1-1 0 0 0,1 0 0 0 0,0 1 1 0 0,-1-1-1 0 0,1 0 0 0 0,-1 0 0 0 0,1 0 0 0 0,-1 0 0 0 0,1 0 1 0 0,-3-1-1 0 0,-21-1-2996 0 0,22 2 1495 0 0,-1-1 0 0 0,1 0 1 0 0,0 0-1 0 0,-1-1 0 0 0,1 1 0 0 0,0-1 0 0 0,-1 1 1 0 0,-2-3-1 0 0,-5-5-3537 0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5:22.8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 5056 0 0,'5'-1'4852'0'0,"20"0"-1891"0"0,-20 2-2653 0 0,0 1 0 0 0,0 1 0 0 0,0-1-1 0 0,0 1 1 0 0,-1-1 0 0 0,1 1 0 0 0,-1 1 0 0 0,1-1-1 0 0,-1 0 1 0 0,0 1 0 0 0,-1 0 0 0 0,1 0-1 0 0,-1 0 1 0 0,1 1 0 0 0,-1-1 0 0 0,-1 1 0 0 0,1 0-1 0 0,2 6 1 0 0,-3-7-488 0 0,-1 0 0 0 0,0 0 0 0 0,0 1 0 0 0,0-1 0 0 0,0 0 0 0 0,-1 1 0 0 0,0-1 0 0 0,1 0 0 0 0,-2 9 0 0 0,0-9-560 0 0,0 1-1 0 0,0-1 0 0 0,-1 0 1 0 0,1 0-1 0 0,-1 0 0 0 0,0 0 0 0 0,1 0 1 0 0,-2-1-1 0 0,1 1 0 0 0,0-1 0 0 0,-4 4 1 0 0,-13 16-3273 0 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5:23.0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0 144 5112 0 0,'0'0'905'0'0,"0"-2"55"0"0,0 0 16 0 0,0-1 40 0 0,0-4 12 0 0,8-1 24 0 0,7 0 16 0 0,37-17 1068 0 0,-18 14-1068 0 0,8-5-16 0 0,10 3-67 0 0,9 0-141 0 0,4 3-796 0 0,1 2-3697 0 0,-3 0 1 0 0,0 1 0 0 0,-3 5-1 0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5:24.1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93 129 4112 0 0,'0'-18'1679'0'0,"0"6"-719"0"0,0 0 1 0 0,0 0 0 0 0,-1 0 0 0 0,0 0 0 0 0,-1 0 0 0 0,-5-16 0 0 0,7 27-893 0 0,0 1-1 0 0,0-1 0 0 0,-1 1 1 0 0,1-1-1 0 0,0 1 0 0 0,0 0 1 0 0,0-1-1 0 0,0 1 1 0 0,-1-1-1 0 0,1 1 0 0 0,0-1 1 0 0,0 1-1 0 0,0 0 0 0 0,-1-1 1 0 0,1 1-1 0 0,0 0 1 0 0,-1-1-1 0 0,1 1 0 0 0,0 0 1 0 0,-1-1-1 0 0,1 1 0 0 0,-1 0 1 0 0,1 0-1 0 0,0 0 1 0 0,-1-1-1 0 0,1 1 0 0 0,-1 0 1 0 0,1 0-1 0 0,-1 0 1 0 0,1 0-1 0 0,0 0 0 0 0,-1 0 1 0 0,1 0-1 0 0,-1 0 0 0 0,1 0 1 0 0,-1 0-1 0 0,1 0 1 0 0,-1 0-1 0 0,0 0 0 0 0,-15 16 1611 0 0,-6 30 382 0 0,13-8-798 0 0,1 1 1 0 0,-3 50 0 0 0,10-67-1118 0 0,0 1 0 0 0,2-1 0 0 0,0 1 0 0 0,2-1 1 0 0,7 32-1 0 0,-9-49-130 0 0,1-1 1 0 0,-1 0 0 0 0,0 0-1 0 0,1 0 1 0 0,0 0-1 0 0,0 0 1 0 0,0-1 0 0 0,1 1-1 0 0,-1 0 1 0 0,1-1-1 0 0,0 0 1 0 0,0 0-1 0 0,0 0 1 0 0,0 0 0 0 0,0 0-1 0 0,1 0 1 0 0,0-1-1 0 0,-1 0 1 0 0,1 1 0 0 0,0-2-1 0 0,0 1 1 0 0,0 0-1 0 0,0-1 1 0 0,0 1 0 0 0,0-1-1 0 0,1 0 1 0 0,-1-1-1 0 0,0 1 1 0 0,1-1-1 0 0,-1 0 1 0 0,0 0 0 0 0,1 0-1 0 0,-1-1 1 0 0,6 0-1 0 0,1-1-2 0 0,-1 0-1 0 0,0-1 0 0 0,0 0 0 0 0,0-1 1 0 0,0 0-1 0 0,0 0 0 0 0,-1-1 1 0 0,0-1-1 0 0,0 1 0 0 0,0-1 0 0 0,-1-1 1 0 0,1 0-1 0 0,8-9 0 0 0,-10 6-42 0 0,0 0-1 0 0,0-1 1 0 0,-1 0-1 0 0,-1 0 1 0 0,0 0-1 0 0,0 0 1 0 0,-1-1 0 0 0,0 0-1 0 0,-1 0 1 0 0,-1 0-1 0 0,0 0 1 0 0,1-17-1 0 0,-3 39 15 0 0,-1 13-8 0 0,2-1 1 0 0,0 0-1 0 0,1 0 0 0 0,10 40 0 0 0,-11-56 30 0 0,1-1 0 0 0,0 0-1 0 0,0 0 1 0 0,0 0-1 0 0,1 0 1 0 0,0 0-1 0 0,0-1 1 0 0,0 1-1 0 0,1-1 1 0 0,-1 0-1 0 0,1 0 1 0 0,0 0-1 0 0,0 0 1 0 0,0-1-1 0 0,1 1 1 0 0,-1-1-1 0 0,1 0 1 0 0,0-1-1 0 0,0 1 1 0 0,0-1-1 0 0,0 0 1 0 0,0 0-1 0 0,0-1 1 0 0,12 3 0 0 0,-10-4 33 0 0,1 1 0 0 0,-1-1 1 0 0,1 0-1 0 0,0-1 1 0 0,-1 0-1 0 0,1 0 1 0 0,-1-1-1 0 0,0 0 1 0 0,1 0-1 0 0,-1 0 1 0 0,0-1-1 0 0,0 0 0 0 0,0-1 1 0 0,-1 1-1 0 0,1-1 1 0 0,-1-1-1 0 0,7-5 1 0 0,-5 4 28 0 0,-1-1 1 0 0,0 0-1 0 0,0 0 0 0 0,-1 0 1 0 0,0-1-1 0 0,0 0 1 0 0,-1 0-1 0 0,0 0 1 0 0,0-1-1 0 0,-1 1 0 0 0,0-1 1 0 0,0 0-1 0 0,2-10 1 0 0,-4 9 37 0 0,0-1 1 0 0,-1 1 0 0 0,0 0-1 0 0,-1-1 1 0 0,0 1-1 0 0,-1-1 1 0 0,-2-15 0 0 0,2 22-81 0 0,1 1 0 0 0,-1 0 1 0 0,0-1-1 0 0,0 1 0 0 0,-1 0 0 0 0,1 0 1 0 0,-1 0-1 0 0,1 0 0 0 0,-1 0 1 0 0,0 0-1 0 0,0 0 0 0 0,0 0 0 0 0,-1 1 1 0 0,1-1-1 0 0,0 1 0 0 0,-1 0 1 0 0,0-1-1 0 0,0 1 0 0 0,0 0 0 0 0,0 1 1 0 0,0-1-1 0 0,0 0 0 0 0,0 1 1 0 0,0 0-1 0 0,0 0 0 0 0,-4-1 0 0 0,-1 0-19 0 0,1 1-1 0 0,-1 0 1 0 0,1 0-1 0 0,-1 1 1 0 0,1 0-1 0 0,-1 0 1 0 0,1 1-1 0 0,-1 0 0 0 0,1 0 1 0 0,0 1-1 0 0,-1 0 1 0 0,1 0-1 0 0,0 1 1 0 0,0 0-1 0 0,0 0 1 0 0,1 1-1 0 0,-1-1 0 0 0,1 1 1 0 0,-1 1-1 0 0,-9 9 1 0 0,14-13-29 0 0,1 1-1 0 0,0-1 1 0 0,-1 1 0 0 0,1-1 0 0 0,0 1 0 0 0,0 0 0 0 0,0 0-1 0 0,0 0 1 0 0,0 0 0 0 0,1-1 0 0 0,-1 1 0 0 0,0 0 0 0 0,1 0-1 0 0,0 0 1 0 0,-1 0 0 0 0,1 1 0 0 0,0 3 0 0 0,0-6 5 0 0,0 1 0 0 0,1 0 1 0 0,-1 0-1 0 0,0 0 0 0 0,1-1 0 0 0,-1 1 1 0 0,0 0-1 0 0,1 0 0 0 0,-1-1 1 0 0,1 1-1 0 0,-1 0 0 0 0,1-1 0 0 0,-1 1 1 0 0,1 0-1 0 0,0-1 0 0 0,-1 1 1 0 0,1-1-1 0 0,0 1 0 0 0,-1-1 0 0 0,1 1 1 0 0,0-1-1 0 0,0 0 0 0 0,0 1 0 0 0,-1-1 1 0 0,1 0-1 0 0,0 1 0 0 0,0-1 1 0 0,0 0-1 0 0,0 0 0 0 0,-1 0 0 0 0,1 0 1 0 0,0 0-1 0 0,0 0 0 0 0,0 0 0 0 0,0 0 1 0 0,0 0-1 0 0,-1-1 0 0 0,1 1 1 0 0,0 0-1 0 0,0 0 0 0 0,1-1 0 0 0,20-6-161 0 0,0 0-1 0 0,-1-2 0 0 0,0 0 0 0 0,27-17 0 0 0,26-12-124 0 0,-69 36 285 0 0,0 0 0 0 0,0 0 0 0 0,0 0 1 0 0,1 1-1 0 0,-1 0 0 0 0,0-1 0 0 0,0 2 0 0 0,1-1 1 0 0,-1 1-1 0 0,1 0 0 0 0,-1 0 0 0 0,10 1 0 0 0,-12 0 17 0 0,0 0 0 0 0,-1 0-1 0 0,1 1 1 0 0,0-1-1 0 0,-1 0 1 0 0,1 1 0 0 0,-1 0-1 0 0,0-1 1 0 0,1 1 0 0 0,-1 0-1 0 0,0 0 1 0 0,0 0-1 0 0,0 1 1 0 0,0-1 0 0 0,-1 0-1 0 0,1 1 1 0 0,-1-1 0 0 0,1 1-1 0 0,-1 0 1 0 0,0-1-1 0 0,0 1 1 0 0,0 0 0 0 0,0 0-1 0 0,0 4 1 0 0,5 26 42 0 0,-2 0 0 0 0,-2 1-1 0 0,-2 56 1 0 0,-1-38 92 0 0,26-83 26 0 0,-12 12-142 0 0,0 1 1 0 0,2 0-1 0 0,0 1 0 0 0,1 1 0 0 0,1 0 0 0 0,1 1 0 0 0,0 1 0 0 0,0 1 1 0 0,23-12-1 0 0,-38 23-9 0 0,0 0-1 0 0,0 1 1 0 0,0 0 0 0 0,0 0 0 0 0,0 0 0 0 0,1 0 0 0 0,-1 0 0 0 0,0 0 0 0 0,1 1 0 0 0,-1 0 0 0 0,1-1 0 0 0,-1 1-1 0 0,0 1 1 0 0,1-1 0 0 0,-1 0 0 0 0,0 1 0 0 0,1 0 0 0 0,-1 0 0 0 0,0 0 0 0 0,0 0 0 0 0,1 0 0 0 0,-1 1-1 0 0,0-1 1 0 0,0 1 0 0 0,0 0 0 0 0,-1 0 0 0 0,5 3 0 0 0,-2 1 11 0 0,-1-1 0 0 0,0 0-1 0 0,-1 1 1 0 0,1 0 0 0 0,-1 0 0 0 0,0 0 0 0 0,0 0 0 0 0,-1 0-1 0 0,0 0 1 0 0,0 1 0 0 0,-1-1 0 0 0,1 1 0 0 0,-1 7-1 0 0,4 27 15 0 0,-3 1-1 0 0,-3 59 0 0 0,-5-70-174 0 0,-1-18-2313 0 0,-6-6-6078 0 0,4-6 3601 0 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5:24.3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70 5112 0 0,'0'-2'905'0'0,"0"-1"23"0"0,0-1 36 0 0,2-2 36 0 0,4-1 20 0 0,3-1 32 0 0,8 1 4 0 0,5-3 16 0 0,10 3 0 0 0,9 1 0 0 0,10 3-16 0 0,12-2-91 0 0,-1 3-209 0 0,11 4-4361 0 0,-2 0 1 0 0,-3 1 0 0 0,1-2-1 0 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5:24.8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51 145 3792 0 0,'1'-14'1230'0'0,"1"-1"1"0"0,0 1-1 0 0,5-15 0 0 0,-4 15-124 0 0,0 0-1 0 0,-1 0 1 0 0,-2-16 3600 0 0,0 29-4630 0 0,-7 16 1566 0 0,-6 22 50 0 0,-2 26 311 0 0,-9 90-1 0 0,15-50-1324 0 0,7 124 0 0 0,2-220-677 0 0,0 1 0 0 0,1-1 0 0 0,0 1 0 0 0,1-1 0 0 0,-1 1 0 0 0,1-1 0 0 0,1 0 0 0 0,-1 0 0 0 0,1 0 0 0 0,0 0 0 0 0,6 7 0 0 0,-6-9-62 0 0,0-1 0 0 0,1 0 0 0 0,-1-1 1 0 0,1 1-1 0 0,0-1 0 0 0,0 1 0 0 0,1-1 1 0 0,-1 0-1 0 0,1-1 0 0 0,-1 1 0 0 0,1-1 0 0 0,0 0 1 0 0,0 0-1 0 0,0 0 0 0 0,0-1 0 0 0,8 2 1 0 0,32 2-2396 0 0,-23-4-1703 0 0,0-1 0 0 0,39-4 0 0 0,-20-4-614 0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5:25.3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224 75 4136 0 0,'-1'-20'3303'0'0,"1"17"-3093"0"0,-1 1 0 0 0,1-1 0 0 0,-1 0 1 0 0,1 1-1 0 0,-1-1 0 0 0,0 1 0 0 0,0 0 1 0 0,-1-1-1 0 0,1 1 0 0 0,0 0 0 0 0,-1 0 0 0 0,1 0 1 0 0,-1 0-1 0 0,0 0 0 0 0,1 0 0 0 0,-1 0 1 0 0,0 0-1 0 0,0 1 0 0 0,0-1 0 0 0,-1 1 1 0 0,1-1-1 0 0,0 1 0 0 0,0 0 0 0 0,-1 0 1 0 0,1 0-1 0 0,-1 0 0 0 0,1 0 0 0 0,-4 0 0 0 0,2 1-4 0 0,0 0-1 0 0,0 0 0 0 0,1 0 1 0 0,-1 0-1 0 0,0 1 0 0 0,0-1 1 0 0,0 1-1 0 0,0 0 0 0 0,0 1 1 0 0,1-1-1 0 0,-1 0 0 0 0,0 1 0 0 0,1 0 1 0 0,0 0-1 0 0,-1 0 0 0 0,1 0 1 0 0,0 1-1 0 0,-4 2 0 0 0,-1 4 237 0 0,0 0 0 0 0,0 0-1 0 0,0 1 1 0 0,1 0-1 0 0,1 0 1 0 0,0 1 0 0 0,0-1-1 0 0,-7 21 1 0 0,6-9-109 0 0,0 0 0 0 0,2 0 1 0 0,-4 38-1 0 0,8-58-311 0 0,1 1 0 0 0,-1-1-1 0 0,1 0 1 0 0,0 1 0 0 0,0-1 0 0 0,0 1-1 0 0,1-1 1 0 0,-1 1 0 0 0,0-1 0 0 0,1 0-1 0 0,0 1 1 0 0,-1-1 0 0 0,1 0 0 0 0,0 1-1 0 0,0-1 1 0 0,0 0 0 0 0,1 0 0 0 0,2 4-1 0 0,-3-5-6 0 0,1 0 0 0 0,-1 0 0 0 0,1 0 0 0 0,0 1 0 0 0,0-2 0 0 0,0 1-1 0 0,0 0 1 0 0,0 0 0 0 0,0-1 0 0 0,0 1 0 0 0,0-1 0 0 0,0 1 0 0 0,0-1 0 0 0,0 0-1 0 0,0 0 1 0 0,0 0 0 0 0,3 0 0 0 0,3-1 4 0 0,0-1-1 0 0,0 1 1 0 0,0-2 0 0 0,0 1 0 0 0,-1-1-1 0 0,1 0 1 0 0,-1-1 0 0 0,0 1-1 0 0,11-9 1 0 0,-7 3-17 0 0,-1 0-1 0 0,0-1 1 0 0,-1 0-1 0 0,0-1 1 0 0,0 0-1 0 0,-1 0 1 0 0,-1-1-1 0 0,12-23 1 0 0,-11 17-8 0 0,-1 0 0 0 0,0-1 0 0 0,-1 0 0 0 0,-1 0 0 0 0,5-35-1 0 0,-8 37 40 0 0,-1 18 83 0 0,-1 28 160 0 0,-1-14-220 0 0,0 38 231 0 0,0-20 82 0 0,7 61-1 0 0,-6-90-332 0 0,0 0 0 0 0,1-1 0 0 0,0 1 0 0 0,0 0 0 0 0,0-1 0 0 0,0 1 0 0 0,1-1 0 0 0,-1 0 0 0 0,1 1 0 0 0,0-1 0 0 0,0 0 0 0 0,0 0 0 0 0,0 0 0 0 0,0 0 0 0 0,1 0 0 0 0,-1-1 0 0 0,1 1 0 0 0,0-1 0 0 0,4 3 0 0 0,-4-3-32 0 0,0-1 0 0 0,0 0 0 0 0,0 0 1 0 0,0 0-1 0 0,1-1 0 0 0,-1 1 0 0 0,0-1 0 0 0,1 1 0 0 0,-1-1 0 0 0,0 0 0 0 0,1 0 0 0 0,-1-1 0 0 0,0 1 1 0 0,0-1-1 0 0,1 0 0 0 0,-1 1 0 0 0,0-2 0 0 0,0 1 0 0 0,0 0 0 0 0,0 0 0 0 0,5-4 0 0 0,-1 1-33 0 0,-1 0-1 0 0,0-1 0 0 0,-1 1 0 0 0,1-1 0 0 0,-1-1 1 0 0,0 1-1 0 0,0-1 0 0 0,0 1 0 0 0,-1-2 0 0 0,0 1 0 0 0,4-7 1 0 0,3-11-114 0 0,15-43 0 0 0,-23 59 120 0 0,3-9-25 0 0,1-3-1 0 0,1 0 1 0 0,12-25-1 0 0,-20 45 51 0 0,0 0 0 0 0,0 0 0 0 0,0-1 0 0 0,0 1 0 0 0,0 0 1 0 0,0 0-1 0 0,1 0 0 0 0,-1 0 0 0 0,0 0 0 0 0,0 0 0 0 0,0 0 1 0 0,0 0-1 0 0,0-1 0 0 0,0 1 0 0 0,0 0 0 0 0,0 0 0 0 0,0 0 0 0 0,0 0 1 0 0,0 0-1 0 0,0 0 0 0 0,0 0 0 0 0,0 0 0 0 0,1 0 0 0 0,-1 0 1 0 0,0 0-1 0 0,0-1 0 0 0,0 1 0 0 0,0 0 0 0 0,0 0 0 0 0,0 0 1 0 0,0 0-1 0 0,0 0 0 0 0,1 0 0 0 0,-1 0 0 0 0,0 0 0 0 0,0 0 0 0 0,0 0 1 0 0,0 0-1 0 0,0 0 0 0 0,0 0 0 0 0,0 0 0 0 0,1 0 0 0 0,-1 0 1 0 0,0 0-1 0 0,0 0 0 0 0,0 0 0 0 0,0 0 0 0 0,0 0 0 0 0,0 1 1 0 0,0-1-1 0 0,1 0 0 0 0,-1 0 0 0 0,0 0 0 0 0,0 0 0 0 0,0 0 0 0 0,0 0 1 0 0,0 0-1 0 0,0 0 0 0 0,0 0 0 0 0,0 0 0 0 0,0 0 0 0 0,0 1 1 0 0,0-1-1 0 0,0 0 0 0 0,3 13 129 0 0,-2 17 59 0 0,3 125 687 0 0,0-40-3394 0 0,-3-105-2827 0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5:25.4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63 30 5288 0 0,'0'-1'933'0'0,"0"-1"55"0"0,0-2 36 0 0,0 0 36 0 0,0-2 36 0 0,0 3-4 0 0,0-1 4 0 0,0 1 0 0 0,0 1 16 0 0,0 4-20 0 0,0 5-67 0 0,-3 6-105 0 0,-2 8-196 0 0,-4 7-4433 0 0,-3 6 1 0 0,-4 7 0 0 0,-1 7-1 0 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5:25.5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0 5360 0 0,'-3'3'893'0'0,"3"-1"3"0"0,0 1-4 0 0,0 2 8 0 0,-3 0-4 0 0,3 0-36 0 0,0 3-68 0 0,-2 0-180 0 0,2-3-3032 0 0,0 1 0 0 0,0-2-1 0 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5:27.0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203 597 4480 0 0,'-59'-14'5132'0'0,"54"14"-4837"0"0,0 0 0 0 0,-1 0 0 0 0,1 0 0 0 0,0 1 0 0 0,-1-1 0 0 0,1 1 0 0 0,0 1-1 0 0,-1-1 1 0 0,1 1 0 0 0,0 0 0 0 0,0 0 0 0 0,0 0 0 0 0,1 1 0 0 0,-9 5 0 0 0,8-4-47 0 0,1 0 0 0 0,0 1 0 0 0,0-1 0 0 0,1 1 0 0 0,-1 0 0 0 0,1 0 0 0 0,0 0 0 0 0,1 0 0 0 0,-1 0 1 0 0,1 1-1 0 0,0-1 0 0 0,0 1 0 0 0,1 0 0 0 0,-2 9 0 0 0,-3 17 1507 0 0,-1 60-1 0 0,6-83-1645 0 0,1 0 0 0 0,0 0-1 0 0,1 0 1 0 0,0 0 0 0 0,1 0-1 0 0,-1 0 1 0 0,2 0 0 0 0,-1 0 0 0 0,1-1-1 0 0,1 1 1 0 0,0-1 0 0 0,7 13-1 0 0,-7-18-95 0 0,-1 1 0 0 0,1-1 0 0 0,-1-1-1 0 0,1 1 1 0 0,0 0 0 0 0,0-1 0 0 0,0 0-1 0 0,0 0 1 0 0,1 0 0 0 0,-1 0 0 0 0,1-1-1 0 0,-1 0 1 0 0,1 0 0 0 0,-1 0 0 0 0,1 0-1 0 0,0-1 1 0 0,-1 0 0 0 0,1 0 0 0 0,5 0-1 0 0,4-1 21 0 0,0-1-1 0 0,0 0 0 0 0,0-1 0 0 0,-1 0 0 0 0,15-6 0 0 0,-10 1-59 0 0,0 0 0 0 0,-1-2 0 0 0,-1 0 0 0 0,1-1-1 0 0,-2 0 1 0 0,1-1 0 0 0,-2-1 0 0 0,0-1 0 0 0,0 0 0 0 0,-1-1-1 0 0,-1 0 1 0 0,-1 0 0 0 0,14-25 0 0 0,-2-1-58 0 0,-2-1 0 0 0,-1-1 0 0 0,-3-1 0 0 0,17-62 0 0 0,-19 49-5 0 0,-3-1 1 0 0,-2 0-1 0 0,-2-1 0 0 0,-1-105 0 0 0,-8 156 102 0 0,1 1-1 0 0,-1-1 0 0 0,-1 1 1 0 0,1 0-1 0 0,-2 0 0 0 0,1 0 0 0 0,-4-9 1 0 0,5 15-6 0 0,1 0 0 0 0,-1 0 1 0 0,1 0-1 0 0,-1-1 0 0 0,0 1 0 0 0,1 0 1 0 0,-1 0-1 0 0,0 0 0 0 0,0 0 1 0 0,0 0-1 0 0,0 0 0 0 0,0 0 0 0 0,0 0 1 0 0,0 1-1 0 0,0-1 0 0 0,0 0 1 0 0,0 1-1 0 0,0-1 0 0 0,-1 1 0 0 0,1-1 1 0 0,0 1-1 0 0,0-1 0 0 0,-1 1 1 0 0,1 0-1 0 0,0-1 0 0 0,-1 1 0 0 0,1 0 1 0 0,0 0-1 0 0,-1 0 0 0 0,1 0 1 0 0,0 0-1 0 0,-1 1 0 0 0,1-1 0 0 0,0 0 1 0 0,0 1-1 0 0,-1-1 0 0 0,1 1 1 0 0,0-1-1 0 0,0 1 0 0 0,0-1 0 0 0,-1 1 1 0 0,1 0-1 0 0,0 0 0 0 0,0-1 1 0 0,0 1-1 0 0,0 0 0 0 0,-1 2 0 0 0,-4 2 18 0 0,1 1-1 0 0,0 0 1 0 0,0 0-1 0 0,1 0 1 0 0,0 1-1 0 0,0-1 1 0 0,0 1-1 0 0,1 0 1 0 0,0 0-1 0 0,-4 14 1 0 0,-2 10 69 0 0,-4 39 1 0 0,11-60-74 0 0,-16 117 220 0 0,5 0-1 0 0,5 200 0 0 0,8-321-231 0 0,0 4 22 0 0,1 0 0 0 0,0 0 0 0 0,4 18 0 0 0,-5-27-28 0 0,0 0 1 0 0,1 0-1 0 0,-1 0 1 0 0,0 0-1 0 0,1 1 1 0 0,-1-1 0 0 0,0 0-1 0 0,1 0 1 0 0,-1 0-1 0 0,1 0 1 0 0,-1 0-1 0 0,1 0 1 0 0,0-1-1 0 0,0 1 1 0 0,-1 0 0 0 0,1 0-1 0 0,0 0 1 0 0,0-1-1 0 0,0 1 1 0 0,0 0-1 0 0,0-1 1 0 0,0 1 0 0 0,0 0-1 0 0,0-1 1 0 0,0 0-1 0 0,0 1 1 0 0,0-1-1 0 0,0 0 1 0 0,0 1 0 0 0,0-1-1 0 0,0 0 1 0 0,0 0-1 0 0,0 0 1 0 0,1 0-1 0 0,-1 0 1 0 0,0 0 0 0 0,0 0-1 0 0,0 0 1 0 0,0 0-1 0 0,0-1 1 0 0,0 1-1 0 0,0 0 1 0 0,2-2 0 0 0,5-2 0 0 0,-1-1 0 0 0,1 0 1 0 0,-1-1-1 0 0,-1 1 1 0 0,1-1-1 0 0,-1-1 1 0 0,0 1-1 0 0,0-1 0 0 0,-1 0 1 0 0,0 0-1 0 0,0-1 1 0 0,4-10-1 0 0,4-8-5 0 0,-1 0 0 0 0,12-41 0 0 0,14-70 100 0 0,-36 199 138 0 0,-1-37-172 0 0,0 1 0 0 0,7 32 0 0 0,-6-47-40 0 0,0-1-1 0 0,1 1 0 0 0,0-1 0 0 0,1 0 0 0 0,0 0 0 0 0,1 0 1 0 0,0 0-1 0 0,7 9 0 0 0,-9-16-15 0 0,-1 1-1 0 0,1-1 1 0 0,0 0 0 0 0,0 0-1 0 0,0 0 1 0 0,1-1-1 0 0,-1 1 1 0 0,1-1 0 0 0,-1 1-1 0 0,1-1 1 0 0,0-1 0 0 0,0 1-1 0 0,0 0 1 0 0,0-1 0 0 0,0 0-1 0 0,8 2 1 0 0,-5-3-5 0 0,-1 0-1 0 0,1 0 1 0 0,-1 0-1 0 0,1-1 1 0 0,-1 0-1 0 0,1 0 1 0 0,-1 0-1 0 0,0-1 1 0 0,1 0-1 0 0,7-4 1 0 0,-4 2-4 0 0,-1-1 0 0 0,1-1 1 0 0,-1 0-1 0 0,0 0 0 0 0,0 0 0 0 0,-1-1 1 0 0,0-1-1 0 0,0 1 0 0 0,-1-1 1 0 0,0-1-1 0 0,0 1 0 0 0,-1-1 1 0 0,6-11-1 0 0,-5 4 8 0 0,-2 0 1 0 0,0-1-1 0 0,-1 1 0 0 0,0-1 1 0 0,-1 0-1 0 0,-1 0 0 0 0,-1-34 1 0 0,-4 152 2 0 0,0-53-1 0 0,7 91 0 0 0,-4-135-6 0 0,1-1 0 0 0,-1 1 0 0 0,1 0 0 0 0,0-1 0 0 0,0 1 0 0 0,1-1 0 0 0,-1 1 0 0 0,1-1 0 0 0,0 0 0 0 0,-1 0 0 0 0,1 1 0 0 0,1-1 0 0 0,-1-1 0 0 0,0 1 0 0 0,1 0 0 0 0,-1 0 0 0 0,1-1 0 0 0,0 0 0 0 0,0 1-1 0 0,6 2 1 0 0,-7-4 0 0 0,1 0 0 0 0,0 0-1 0 0,0 0 1 0 0,-1-1 0 0 0,1 1-1 0 0,0-1 1 0 0,0 1-1 0 0,0-1 1 0 0,0 0 0 0 0,0 0-1 0 0,0-1 1 0 0,0 1-1 0 0,-1 0 1 0 0,1-1 0 0 0,0 0-1 0 0,0 0 1 0 0,0 0-1 0 0,-1 0 1 0 0,1 0 0 0 0,-1 0-1 0 0,1-1 1 0 0,-1 1 0 0 0,1-1-1 0 0,-1 0 1 0 0,0 0-1 0 0,0 0 1 0 0,2-2 0 0 0,5-4 4 0 0,-1-1 0 0 0,0-1 0 0 0,-1 1 0 0 0,0-1 0 0 0,-1-1 0 0 0,0 1 0 0 0,0-1 0 0 0,-1 0 0 0 0,5-15 0 0 0,0-8 32 0 0,9-65 0 0 0,-14 68-35 0 0,-9 64 2 0 0,2 0-1 0 0,1 0 1 0 0,2 0 0 0 0,1 0-1 0 0,9 42 1 0 0,-11-72-5 0 0,1 1 0 0 0,0-1-1 0 0,0 1 1 0 0,0-1 0 0 0,1 0 0 0 0,-1 0 0 0 0,1 0 0 0 0,-1 0 0 0 0,1 0 0 0 0,0 0 0 0 0,1 0 0 0 0,-1 0 0 0 0,0-1 0 0 0,1 1 0 0 0,-1-1 0 0 0,1 0 0 0 0,0 0 0 0 0,0 0 0 0 0,0 0-1 0 0,0 0 1 0 0,0-1 0 0 0,0 1 0 0 0,0-1 0 0 0,0 0 0 0 0,1 0 0 0 0,-1 0 0 0 0,1 0 0 0 0,-1 0 0 0 0,0-1 0 0 0,1 0 0 0 0,-1 0 0 0 0,1 0 0 0 0,-1 0 0 0 0,7-1 0 0 0,11-2 3 0 0,0-1 0 0 0,0-1 0 0 0,0-1 0 0 0,31-14 1 0 0,-26 10 7 0 0,-5 3-1 0 0,0-2 0 0 0,-1 0-1 0 0,36-23 1 0 0,-51 28-8 0 0,1 1-1 0 0,0-2 1 0 0,-1 1 0 0 0,0-1-1 0 0,0 1 1 0 0,0-1 0 0 0,-1-1-1 0 0,1 1 1 0 0,-1-1 0 0 0,-1 1-1 0 0,1-1 1 0 0,-1 0 0 0 0,0-1-1 0 0,0 1 1 0 0,0 0 0 0 0,2-13-1 0 0,-3 3 24 0 0,0 11-8 0 0,-1 0 0 0 0,0 0 0 0 0,0-1 0 0 0,0 1 1 0 0,-1-1-1 0 0,0 1 0 0 0,0 0 0 0 0,0-1 0 0 0,-1 1 0 0 0,0-1 0 0 0,0 1 0 0 0,0 0 0 0 0,-1 0 1 0 0,-2-7-1 0 0,3 11-12 0 0,0 0 0 0 0,0 0 0 0 0,0 0 0 0 0,0 1 0 0 0,0-1 0 0 0,0 0 1 0 0,-1 1-1 0 0,1-1 0 0 0,0 1 0 0 0,0-1 0 0 0,0 1 0 0 0,-1-1 0 0 0,1 1 0 0 0,0 0 0 0 0,-1 0 1 0 0,1 0-1 0 0,0 0 0 0 0,0 0 0 0 0,-1 0 0 0 0,1 0 0 0 0,0 0 0 0 0,-1 0 0 0 0,1 0 1 0 0,0 1-1 0 0,0-1 0 0 0,-1 1 0 0 0,1-1 0 0 0,0 1 0 0 0,0-1 0 0 0,0 1 0 0 0,-2 1 1 0 0,-36 24 97 0 0,38-26-102 0 0,-14 13 24 0 0,1-1 1 0 0,1 2 0 0 0,0 0 0 0 0,1 1 0 0 0,0 0-1 0 0,2 0 1 0 0,-1 2 0 0 0,2-1 0 0 0,0 1-1 0 0,1 0 1 0 0,1 1 0 0 0,-9 33 0 0 0,15-47-16 0 0,-1 1 1 0 0,1 0-1 0 0,0 0 1 0 0,1 0-1 0 0,-1-1 1 0 0,1 1-1 0 0,0 0 1 0 0,1 9-1 0 0,0-13-3 0 0,0 1-1 0 0,-1 0 1 0 0,1-1-1 0 0,0 1 0 0 0,0-1 1 0 0,0 0-1 0 0,0 1 1 0 0,0-1-1 0 0,0 0 1 0 0,0 1-1 0 0,0-1 1 0 0,1 0-1 0 0,-1 0 1 0 0,0 0-1 0 0,1 0 0 0 0,-1 0 1 0 0,1 0-1 0 0,-1-1 1 0 0,1 1-1 0 0,-1 0 1 0 0,1-1-1 0 0,0 1 1 0 0,-1-1-1 0 0,1 0 0 0 0,0 0 1 0 0,-1 1-1 0 0,4-1 1 0 0,58-1 122 0 0,-49-1-80 0 0,1 1 0 0 0,0 1 0 0 0,-1 1 0 0 0,1 0 1 0 0,21 4-1 0 0,-33-4-57 0 0,0 0 1 0 0,0 0 0 0 0,0 0-1 0 0,-1 0 1 0 0,1 1 0 0 0,0-1-1 0 0,0 1 1 0 0,-1-1 0 0 0,1 1-1 0 0,-1 0 1 0 0,0 0 0 0 0,0 0-1 0 0,0 1 1 0 0,0-1 0 0 0,0 0-1 0 0,0 1 1 0 0,0 0 0 0 0,-1-1-1 0 0,1 1 1 0 0,-1 0 0 0 0,0 0-1 0 0,0-1 1 0 0,0 1 0 0 0,0 0-1 0 0,0 0 1 0 0,-1 0 0 0 0,1 0-1 0 0,-1 0 1 0 0,0 1-1 0 0,0-1 1 0 0,0 3 0 0 0,0-3-195 0 0,0-1 1 0 0,0 1 0 0 0,0-1-1 0 0,-1 1 1 0 0,1 0 0 0 0,-1-1-1 0 0,1 0 1 0 0,-1 1-1 0 0,-1 2 1 0 0,1-3-515 0 0,0-1 0 0 0,-1 1 0 0 0,1 0 0 0 0,0-1-1 0 0,-1 1 1 0 0,1-1 0 0 0,0 0 0 0 0,-1 1 0 0 0,0-1 0 0 0,1 0 0 0 0,-1 0 0 0 0,-2 1-1 0 0,-11 4-4404 0 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5:27.2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19 5569 0 0,'6'-3'510'0'0,"-1"0"0"0"0,1 1 1 0 0,-1 0-1 0 0,1 0 1 0 0,-1 0-1 0 0,1 1 1 0 0,0 0-1 0 0,0 0 1 0 0,10 0-1 0 0,52 2 1973 0 0,-61-1-2192 0 0,1 1 1 0 0,-1 1 0 0 0,0-1-1 0 0,0 1 1 0 0,0 1-1 0 0,0-1 1 0 0,0 1 0 0 0,-1 0-1 0 0,1 0 1 0 0,-1 1-1 0 0,0 0 1 0 0,0 0-1 0 0,0 1 1 0 0,6 6 0 0 0,-9-8-118 0 0,0 1-1 0 0,0 0 1 0 0,0 0 0 0 0,0 0 0 0 0,-1 0 0 0 0,0 1 0 0 0,0-1 0 0 0,0 1-1 0 0,0-1 1 0 0,-1 1 0 0 0,1 0 0 0 0,-1-1 0 0 0,0 1 0 0 0,-1 0 0 0 0,1 0 0 0 0,-1 0-1 0 0,0 0 1 0 0,0 0 0 0 0,-1 0 0 0 0,1-1 0 0 0,-1 1 0 0 0,-1 5 0 0 0,-2 1 155 0 0,1 0 0 0 0,-1-1 0 0 0,-10 19 0 0 0,-25 29-3471 0 0,14-29-2049 0 0,-45 41 0 0 0,22-27 534 0 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5:28.7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255 680 4544 0 0,'0'-4'400'0'0,"0"-1"-1"0"0,0 1 1 0 0,-1 0-1 0 0,1 0 1 0 0,-1-1-1 0 0,0 1 0 0 0,0 0 1 0 0,-1 0-1 0 0,1 0 1 0 0,-1 0-1 0 0,0 1 1 0 0,0-1-1 0 0,0 0 0 0 0,-1 1 1 0 0,1-1-1 0 0,-1 1 1 0 0,0 0-1 0 0,-4-4 1 0 0,5 5-229 0 0,-1 0 0 0 0,0 1 0 0 0,0-1 1 0 0,0 1-1 0 0,0-1 0 0 0,0 1 1 0 0,0 0-1 0 0,0 0 0 0 0,-1 0 0 0 0,1 0 1 0 0,0 1-1 0 0,-1-1 0 0 0,1 1 0 0 0,0 0 1 0 0,-1 0-1 0 0,1 0 0 0 0,0 1 1 0 0,-1-1-1 0 0,1 1 0 0 0,0-1 0 0 0,0 1 1 0 0,-1 0-1 0 0,-5 3 0 0 0,1 1 151 0 0,0-1-1 0 0,0 1 1 0 0,0 0 0 0 0,1 1-1 0 0,0 0 1 0 0,0 0-1 0 0,0 1 1 0 0,1 0 0 0 0,0 0-1 0 0,0 0 1 0 0,1 1 0 0 0,0 0-1 0 0,0 0 1 0 0,0 0-1 0 0,1 1 1 0 0,-3 10 0 0 0,0 0 19 0 0,1 1 1 0 0,1 0 0 0 0,1 0-1 0 0,0 0 1 0 0,2 0 0 0 0,0 29 0 0 0,2-43-300 0 0,0-1 1 0 0,0 1-1 0 0,1 0 1 0 0,-1-1 0 0 0,2 1-1 0 0,-1-1 1 0 0,0 1 0 0 0,1-1-1 0 0,0 1 1 0 0,0-1-1 0 0,1 0 1 0 0,0 0 0 0 0,0 0-1 0 0,0 0 1 0 0,0-1-1 0 0,1 1 1 0 0,-1-1 0 0 0,6 5-1 0 0,-3-5-4 0 0,0 1-1 0 0,1-1 1 0 0,0 0-1 0 0,0-1 1 0 0,0 1-1 0 0,0-1 1 0 0,0-1-1 0 0,0 1 0 0 0,1-1 1 0 0,0-1-1 0 0,-1 1 1 0 0,16 0-1 0 0,4-1 3 0 0,-1-1 0 0 0,1-1-1 0 0,0-1 1 0 0,0-2 0 0 0,-1 0-1 0 0,0-2 1 0 0,31-11 0 0 0,-44 13-56 0 0,-1 0 0 0 0,0-1 1 0 0,0-1-1 0 0,-1 0 0 0 0,0-1 0 0 0,0 0 1 0 0,0 0-1 0 0,-1-2 0 0 0,0 1 0 0 0,-1-1 1 0 0,1 0-1 0 0,-2-1 0 0 0,1 0 1 0 0,-2 0-1 0 0,1-1 0 0 0,10-21 0 0 0,-9 7-27 0 0,-1 1 0 0 0,0-1 0 0 0,-2 0 0 0 0,-2-1 0 0 0,3-32 0 0 0,-2-134-161 0 0,-5 135 146 0 0,0 20 17 0 0,-4-128-111 0 0,2 136 138 0 0,-1 1 0 0 0,-2 0 0 0 0,-13-46 1 0 0,17 70 13 0 0,-1-1 0 0 0,0 1 1 0 0,0 0-1 0 0,0 0 0 0 0,-1 0 0 0 0,1 0 1 0 0,-1 1-1 0 0,-6-7 0 0 0,8 9 1 0 0,1 0 1 0 0,-1 1-1 0 0,0-1 0 0 0,1 1 0 0 0,-1-1 0 0 0,0 1 0 0 0,0-1 0 0 0,0 1 0 0 0,1-1 0 0 0,-1 1 0 0 0,0 0 1 0 0,0 0-1 0 0,0-1 0 0 0,0 1 0 0 0,0 0 0 0 0,0 0 0 0 0,0 0 0 0 0,0 0 0 0 0,0 0 0 0 0,0 0 0 0 0,0 0 1 0 0,1 0-1 0 0,-1 0 0 0 0,0 0 0 0 0,0 1 0 0 0,0-1 0 0 0,0 0 0 0 0,0 1 0 0 0,0-1 0 0 0,1 1 1 0 0,-1-1-1 0 0,0 1 0 0 0,0-1 0 0 0,0 1 0 0 0,1-1 0 0 0,-1 1 0 0 0,0 0 0 0 0,1-1 0 0 0,-1 1 0 0 0,1 0 1 0 0,-1 0-1 0 0,1-1 0 0 0,-1 1 0 0 0,1 0 0 0 0,-1 0 0 0 0,1 0 0 0 0,0 0 0 0 0,-1 1 0 0 0,-5 11 27 0 0,0 0 0 0 0,1 0-1 0 0,1 1 1 0 0,0 0 0 0 0,1 0 0 0 0,-2 22-1 0 0,-1 89 153 0 0,5-81-117 0 0,2 559 828 0 0,-1-583-850 0 0,4 53 68 0 0,-4-67-95 0 0,1-1 1 0 0,0 1-1 0 0,0-1 0 0 0,1 1 0 0 0,-1-1 1 0 0,1 1-1 0 0,0-1 0 0 0,1 0 0 0 0,4 8 0 0 0,-6-12-13 0 0,0 0-1 0 0,0-1 1 0 0,-1 1-1 0 0,1 0 1 0 0,0-1-1 0 0,0 1 0 0 0,0 0 1 0 0,0-1-1 0 0,0 1 1 0 0,1-1-1 0 0,-1 0 1 0 0,0 1-1 0 0,0-1 1 0 0,0 0-1 0 0,0 1 0 0 0,0-1 1 0 0,0 0-1 0 0,1 0 1 0 0,-1 0-1 0 0,0 0 1 0 0,0 0-1 0 0,0-1 1 0 0,0 1-1 0 0,0 0 0 0 0,1 0 1 0 0,-1-1-1 0 0,0 1 1 0 0,0-1-1 0 0,0 1 1 0 0,0-1-1 0 0,0 1 0 0 0,0-1 1 0 0,0 1-1 0 0,0-1 1 0 0,0 0-1 0 0,-1 0 1 0 0,1 0-1 0 0,0 1 1 0 0,0-1-1 0 0,1-2 0 0 0,5-4-13 0 0,0-1 0 0 0,0 0 0 0 0,6-11-1 0 0,-12 17 13 0 0,23-38-42 0 0,-2-1-1 0 0,-2-1 0 0 0,24-74 1 0 0,-29 75 29 0 0,-15 41 16 0 0,0 0 0 0 0,0 0 0 0 0,0 0 0 0 0,0 0 0 0 0,1 0 0 0 0,-1 0 0 0 0,0 0 0 0 0,0 0 0 0 0,0 0 0 0 0,0 0 0 0 0,0-1 0 0 0,0 1 0 0 0,0 0 0 0 0,0 0-1 0 0,0 0 1 0 0,0 0 0 0 0,0 0 0 0 0,0 0 0 0 0,0 0 0 0 0,1 0 0 0 0,-1 0 0 0 0,0 0 0 0 0,0 0 0 0 0,0 0 0 0 0,0 0 0 0 0,0 0 0 0 0,0 0 0 0 0,0 0 0 0 0,0 0 0 0 0,0 0 0 0 0,0 0 0 0 0,1 0 0 0 0,-1 0 0 0 0,0 0 0 0 0,0 0 0 0 0,0 0 0 0 0,0 0 0 0 0,0 0 0 0 0,0 0 0 0 0,0 0 0 0 0,0 0 0 0 0,0 0 0 0 0,0 0 0 0 0,0 0 0 0 0,1 0 0 0 0,-1 1 0 0 0,0-1 0 0 0,0 0 0 0 0,0 0 0 0 0,0 0 0 0 0,0 0 0 0 0,0 0 0 0 0,0 0 0 0 0,0 0 0 0 0,0 0 0 0 0,0 0 0 0 0,0 0 0 0 0,0 0 0 0 0,0 0 0 0 0,0 1 0 0 0,0-1 0 0 0,0 0 0 0 0,0 0 0 0 0,0 0 0 0 0,0 0 0 0 0,0 0 0 0 0,0 0 0 0 0,0 0 0 0 0,0 0 0 0 0,5 13 91 0 0,2 17 41 0 0,-2 25 105 0 0,10 61 166 0 0,-12-100-321 0 0,1 0 0 0 0,0 0 0 0 0,2-1 0 0 0,-1 1-1 0 0,10 15 1 0 0,-13-27-61 0 0,1 0 0 0 0,-1-1 0 0 0,1 1 0 0 0,0 0 0 0 0,0-1 0 0 0,0 1 0 0 0,1-1-1 0 0,-1 0 1 0 0,1 0 0 0 0,0-1 0 0 0,-1 1 0 0 0,1-1 0 0 0,1 0 0 0 0,-1 0 0 0 0,6 2 0 0 0,-3-1-2 0 0,0-2 1 0 0,1 1 0 0 0,0-1-1 0 0,-1 0 1 0 0,1 0 0 0 0,0-1-1 0 0,0 0 1 0 0,12-3 0 0 0,-6 1-15 0 0,-1-1 1 0 0,1 0-1 0 0,-1-1 1 0 0,0-1 0 0 0,-1 0-1 0 0,1-1 1 0 0,-1 0-1 0 0,0 0 1 0 0,0-2-1 0 0,13-11 1 0 0,-15 10-19 0 0,0-1 0 0 0,-1 0 1 0 0,-1-1-1 0 0,0 0 0 0 0,0-1 0 0 0,-1 1 0 0 0,0-1 1 0 0,-1-1-1 0 0,7-20 0 0 0,-5 8-31 0 0,-1 0 0 0 0,-2 0 0 0 0,0 0 0 0 0,1-31 1 0 0,-7 37-58 0 0,-6 28 10 0 0,-7 30 9 0 0,13-32 68 0 0,-18 93-75 0 0,17-87 77 0 0,1 1 1 0 0,0-1-1 0 0,1 0 1 0 0,0 0-1 0 0,4 20 1 0 0,-3-30 9 0 0,0-1 0 0 0,0 1 0 0 0,0-1 0 0 0,0 1 0 0 0,0-1 0 0 0,0 1 0 0 0,1-1 0 0 0,-1 0 0 0 0,1 0 0 0 0,0 0 0 0 0,-1 0 0 0 0,1 0 0 0 0,0 0 1 0 0,0 0-1 0 0,0 0 0 0 0,1-1 0 0 0,-1 1 0 0 0,0-1 0 0 0,1 0 0 0 0,-1 0 0 0 0,1 0 0 0 0,-1 0 0 0 0,1 0 0 0 0,-1 0 0 0 0,1 0 0 0 0,0-1 1 0 0,-1 0-1 0 0,1 1 0 0 0,0-1 0 0 0,-1 0 0 0 0,4 0 0 0 0,10-1 24 0 0,0 0 0 0 0,0-1 0 0 0,0-1 0 0 0,15-4 0 0 0,-17 4-8 0 0,9-2 33 0 0,48-13 83 0 0,-67 16-116 0 0,0 1 0 0 0,0-1 0 0 0,-1 1-1 0 0,1-1 1 0 0,0 0 0 0 0,-1-1-1 0 0,0 1 1 0 0,1-1 0 0 0,-1 1-1 0 0,0-1 1 0 0,0 0 0 0 0,0 0 0 0 0,-1 0-1 0 0,4-5 1 0 0,-6 6-9 0 0,1 1 0 0 0,-1-1 1 0 0,0 0-1 0 0,1 1 0 0 0,-1-1 0 0 0,0 0 0 0 0,0 1 1 0 0,0-1-1 0 0,0 1 0 0 0,0-1 0 0 0,-1 0 1 0 0,1 1-1 0 0,0-1 0 0 0,-1 1 0 0 0,1-1 0 0 0,-1 1 1 0 0,0-1-1 0 0,0 1 0 0 0,1-1 0 0 0,-1 1 1 0 0,0-1-1 0 0,0 1 0 0 0,0 0 0 0 0,0 0 0 0 0,0-1 1 0 0,-3-1-1 0 0,-40-33 55 0 0,30 25-50 0 0,-8-7-25 0 0,-1 1 1 0 0,-1 1-1 0 0,0 1 0 0 0,-1 1 0 0 0,-49-20 1 0 0,74 34 10 0 0,1 1 1 0 0,-1-1 0 0 0,0 0-1 0 0,0 0 1 0 0,0 1-1 0 0,0-1 1 0 0,0 0 0 0 0,0 1-1 0 0,0-1 1 0 0,1 0 0 0 0,-1 1-1 0 0,0-1 1 0 0,0 0-1 0 0,0 1 1 0 0,0-1 0 0 0,0 0-1 0 0,0 1 1 0 0,-1-1 0 0 0,1 0-1 0 0,0 1 1 0 0,0-1 0 0 0,0 0-1 0 0,0 1 1 0 0,0-1-1 0 0,0 0 1 0 0,0 1 0 0 0,-1-1-1 0 0,1 0 1 0 0,0 0 0 0 0,0 1-1 0 0,-1-1 1 0 0,1 0 0 0 0,0 0-1 0 0,0 1 1 0 0,-1-1-1 0 0,1 0 1 0 0,0 0 0 0 0,0 0-1 0 0,-1 0 1 0 0,1 1 0 0 0,0-1-1 0 0,-1 0 1 0 0,1 0 0 0 0,0 0-1 0 0,-1 0 1 0 0,1 0-1 0 0,0 0 1 0 0,-1 0 0 0 0,1 0-1 0 0,0 0 1 0 0,-1 0 0 0 0,1 0-1 0 0,0 0 1 0 0,-1 0 0 0 0,1 0-1 0 0,0 0 1 0 0,-1 0-1 0 0,1 0 1 0 0,0 0 0 0 0,-1-1-1 0 0,1 1 1 0 0,0 0 0 0 0,0 0-1 0 0,-1 0 1 0 0,1 0-1 0 0,0-1 1 0 0,0 1 0 0 0,-1-1-1 0 0,2 3-10 0 0,0 0-1 0 0,0 0 0 0 0,0 0 1 0 0,0 0-1 0 0,0 0 0 0 0,0-1 0 0 0,1 1 1 0 0,-1 0-1 0 0,1-1 0 0 0,1 2 1 0 0,5 1-33 0 0,1 0 1 0 0,-1 0-1 0 0,1-1 0 0 0,0 0 1 0 0,0-1-1 0 0,0 0 1 0 0,0 0-1 0 0,1-1 1 0 0,-1 0-1 0 0,17-1 1 0 0,9-3-117 0 0,56-11-1 0 0,-64 9 87 0 0,-1 0 0 0 0,1 2-1 0 0,31 0 1 0 0,-54 4 77 0 0,-1-1 0 0 0,0 1-1 0 0,1-1 1 0 0,-1 1 0 0 0,0 0 0 0 0,0 0-1 0 0,0 1 1 0 0,0-1 0 0 0,0 1 0 0 0,0-1-1 0 0,0 1 1 0 0,0 0 0 0 0,0 0 0 0 0,-1 0-1 0 0,1 1 1 0 0,-1-1 0 0 0,1 1 0 0 0,-1-1-1 0 0,0 1 1 0 0,0 0 0 0 0,0-1 0 0 0,-1 1 0 0 0,1 0-1 0 0,-1 0 1 0 0,1 1 0 0 0,-1-1 0 0 0,0 0-1 0 0,0 0 1 0 0,-1 1 0 0 0,2 4 0 0 0,-1 1 49 0 0,0 0 0 0 0,0 0 0 0 0,-1 0 1 0 0,0 0-1 0 0,-1 0 0 0 0,0 0 0 0 0,0 0 0 0 0,-1 0 1 0 0,0-1-1 0 0,-5 15 0 0 0,56-71 493 0 0,-30 28-475 0 0,17-15 37 0 0,48-40 0 0 0,-73 66-83 0 0,1 1 1 0 0,0 0 0 0 0,0 1-1 0 0,1 0 1 0 0,-1 1-1 0 0,1 1 1 0 0,1 0-1 0 0,-1 0 1 0 0,18-3-1 0 0,-28 8-2 0 0,0-1-1 0 0,0 1 1 0 0,1-1-1 0 0,-1 1 1 0 0,0 0-1 0 0,0 0 1 0 0,0 0-1 0 0,0 0 1 0 0,0 1-1 0 0,0-1 1 0 0,0 1-1 0 0,0 0 1 0 0,0 0-1 0 0,0 0 1 0 0,0 0-1 0 0,0 1 1 0 0,-1-1-1 0 0,1 1 1 0 0,0-1-1 0 0,-1 1 1 0 0,0 0-1 0 0,1 0 1 0 0,-1 0-1 0 0,0 0 1 0 0,0 1-1 0 0,0-1 1 0 0,0 1-1 0 0,0-1 1 0 0,-1 1-1 0 0,1-1 1 0 0,-1 1-1 0 0,1 0 1 0 0,-1 0-1 0 0,0 0 1 0 0,0 0-1 0 0,0 4 1 0 0,3 11 115 0 0,-2 0 1 0 0,0 1 0 0 0,-1-1-1 0 0,-1 1 1 0 0,-2 18-1 0 0,0 1 84 0 0,3-29 296 0 0,-1-1-987 0 0,0 0 1 0 0,0 0-1 0 0,-1 0 0 0 0,0-1 1 0 0,-2 9-1 0 0,-9 7-5934 0 0,-12-1-3772 0 0,5-8 4417 0 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5:28.9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6265 0 0,'0'2'1080'0'0,"0"1"72"0"0,0 0 60 0 0,2 1 24 0 0,-2 0 48 0 0,4 2 20 0 0,1-1-4 0 0,1 1 20 0 0,3-1-19 0 0,-4 1-33 0 0,7 1-112 0 0,-3-6-164 0 0,-4 0-220 0 0,3-1-5100 0 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5:30.3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298 57 2912 0 0,'1'-15'7560'0'0,"0"-1"-3936"0"0,-1 15-3446 0 0,0 0 0 0 0,-1 0 1 0 0,1-1-1 0 0,0 1 0 0 0,-1 0 0 0 0,1 0 0 0 0,-1 0 0 0 0,0 0 1 0 0,1 0-1 0 0,-1 0 0 0 0,0 0 0 0 0,1 0 0 0 0,-1 1 1 0 0,0-1-1 0 0,0 0 0 0 0,0 0 0 0 0,0 1 0 0 0,0-1 0 0 0,0 0 1 0 0,0 1-1 0 0,0-1 0 0 0,0 1 0 0 0,0-1 0 0 0,0 1 1 0 0,0-1-1 0 0,0 1 0 0 0,0 0 0 0 0,0 0 0 0 0,-1 0 0 0 0,-1-1 1 0 0,-43-1 645 0 0,36 2-332 0 0,2-1-417 0 0,0 1 0 0 0,0 1-1 0 0,0-1 1 0 0,0 1 0 0 0,0 1 0 0 0,0-1 0 0 0,1 1 0 0 0,-1 1 0 0 0,0-1-1 0 0,1 2 1 0 0,0-1 0 0 0,-1 1 0 0 0,1 0 0 0 0,1 0 0 0 0,-1 0 0 0 0,1 1-1 0 0,-1 0 1 0 0,1 1 0 0 0,1-1 0 0 0,-1 1 0 0 0,1 0 0 0 0,0 1 0 0 0,0-1-1 0 0,1 1 1 0 0,0 0 0 0 0,0 0 0 0 0,1 0 0 0 0,-5 14 0 0 0,3-9-36 0 0,0 1 1 0 0,1 0 0 0 0,0 1-1 0 0,1-1 1 0 0,1 1 0 0 0,-2 26-1 0 0,4-36-34 0 0,0 0 0 0 0,0 0 0 0 0,1 0 1 0 0,-1 0-1 0 0,1 0 0 0 0,0 0 0 0 0,0 0 0 0 0,1 0 0 0 0,-1 0 0 0 0,1 0 0 0 0,0 0 0 0 0,0-1 0 0 0,0 1 1 0 0,0-1-1 0 0,0 1 0 0 0,1-1 0 0 0,0 0 0 0 0,0 0 0 0 0,0 0 0 0 0,0-1 0 0 0,0 1 0 0 0,0-1 0 0 0,1 1 0 0 0,-1-1 1 0 0,1 0-1 0 0,-1 0 0 0 0,6 1 0 0 0,3 1-12 0 0,-1-1 0 0 0,1-1 1 0 0,-1 0-1 0 0,1 0 0 0 0,0-1 1 0 0,-1-1-1 0 0,1 0 0 0 0,0-1 1 0 0,-1 0-1 0 0,1 0 0 0 0,0-1 1 0 0,-1-1-1 0 0,1 0 0 0 0,15-7 1 0 0,-10 3-878 0 0,1-1 0 0 0,-1 0 0 0 0,19-14 0 0 0,-20 11-1852 0 0,-2 0-1 0 0,0 0 0 0 0,15-16 1 0 0,-3-2-1733 0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5:30.5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 17 4224 0 0,'-11'-10'5220'0'0,"4"3"-162"0"0,9 29-2130 0 0,24 131 2964 0 0,-4 88-4223 0 0,-17-164-1118 0 0,13 420 1431 0 0,-18-495-1996 0 0,0 0 0 0 0,0 1 1 0 0,1-1-1 0 0,-1 0 0 0 0,0 1 0 0 0,1-1 0 0 0,-1 0 1 0 0,1 0-1 0 0,1 4 0 0 0,5-4-1500 0 0,4-12-3668 0 0,-6 1 9 0 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5:31.0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 51 4232 0 0,'-1'-1'315'0'0,"0"0"0"0"0,0 1 0 0 0,0-1 0 0 0,0 0 0 0 0,0 0-1 0 0,1 0 1 0 0,-1 0 0 0 0,0 0 0 0 0,1 0 0 0 0,-1 0 0 0 0,0 0 0 0 0,1 0-1 0 0,-1 0 1 0 0,1 0 0 0 0,0 0 0 0 0,-1-1 0 0 0,1 1 0 0 0,0 0-1 0 0,0 0 1 0 0,0 0 0 0 0,-1 0 0 0 0,1-1 0 0 0,0 1 0 0 0,1 0-1 0 0,-1 0 1 0 0,0 0 0 0 0,0-1 0 0 0,0 1 0 0 0,1 0 0 0 0,-1 0 0 0 0,1 0-1 0 0,-1 0 1 0 0,1 0 0 0 0,-1 0 0 0 0,2-2 0 0 0,5 0 587 0 0,0 1 0 0 0,0 0-1 0 0,0 1 1 0 0,0 0 0 0 0,1 0 0 0 0,7 0 0 0 0,49 3 1986 0 0,-23-1-2083 0 0,23-2 19 0 0,69 2-495 0 0,-120 4-1134 0 0,-15 2-3796 0 0,-18 9-6220 0 0,18-15 10155 0 0,-11 8-4243 0 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5:31.3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39 4456 0 0,'-1'-2'583'0'0,"1"1"-1"0"0,-1-1 0 0 0,1 0 0 0 0,-1 0 0 0 0,1 1 0 0 0,0-1 0 0 0,0 0 0 0 0,0 0 0 0 0,0 0 1 0 0,0 1-1 0 0,0-1 0 0 0,0 0 0 0 0,0 0 0 0 0,2-2 0 0 0,3-6 3526 0 0,2 27-1494 0 0,5 59 1006 0 0,-9 41-2877 0 0,-3-101-564 0 0,-2 182 405 0 0,2 153 249 0 0,1-325-685 0 0,6 36-1 0 0,-7-55-110 0 0,2-1 0 0 0,-1 0 0 0 0,1 1 0 0 0,0-1 0 0 0,1 0 0 0 0,-1 0 0 0 0,1 0 0 0 0,0 0 0 0 0,1 0 0 0 0,-1-1 0 0 0,6 6 0 0 0,-8-10-33 0 0,0 1-1 0 0,1-1 0 0 0,-1 0 0 0 0,0 0 0 0 0,1 0 0 0 0,-1 0 0 0 0,1 0 0 0 0,-1-1 0 0 0,1 1 0 0 0,0 0 0 0 0,-1-1 1 0 0,1 1-1 0 0,0-1 0 0 0,-1 1 0 0 0,1-1 0 0 0,0 0 0 0 0,0 0 0 0 0,0 0 0 0 0,-1 0 0 0 0,1 0 0 0 0,0 0 0 0 0,0 0 1 0 0,-1-1-1 0 0,1 1 0 0 0,0-1 0 0 0,-1 1 0 0 0,1-1 0 0 0,0 0 0 0 0,1-1 0 0 0,22-14-1367 0 0,-3-3-3523 0 0,-10 8-478 0 0,2 0 337 0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5:31.8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60 4680 0 0,'0'-51'8327'0'0,"0"43"-4043"0"0,0 33-1518 0 0,-1 43 847 0 0,1 69-961 0 0,1-117-2446 0 0,2-1 0 0 0,0 1 0 0 0,1-1-1 0 0,11 34 1 0 0,-14-50-176 0 0,1 1 0 0 0,-1 0 0 0 0,1-1 0 0 0,0 1 0 0 0,0-1 0 0 0,0 1 0 0 0,1-1 0 0 0,-1 0 0 0 0,1 0 0 0 0,0 0 0 0 0,0-1 1 0 0,0 1-1 0 0,0 0 0 0 0,0-1 0 0 0,0 0 0 0 0,1 0 0 0 0,5 3 0 0 0,-4-4-45 0 0,0 1 1 0 0,1-1 0 0 0,-1 0-1 0 0,0 0 1 0 0,1-1 0 0 0,-1 1-1 0 0,0-1 1 0 0,1 0 0 0 0,-1-1-1 0 0,0 1 1 0 0,10-3 0 0 0,-4 0-92 0 0,-1 0 0 0 0,1-1 1 0 0,-1 0-1 0 0,0-1 0 0 0,-1 0 1 0 0,1-1-1 0 0,-1 0 1 0 0,0 0-1 0 0,0-1 0 0 0,-1 0 1 0 0,0 0-1 0 0,11-13 0 0 0,-7 2-122 0 0,0 0 1 0 0,-1-2-1 0 0,-1 1 0 0 0,0-1 0 0 0,10-34 0 0 0,-9 17-261 0 0,-1-1 1 0 0,6-50-1 0 0,-36 205 1997 0 0,4-37-409 0 0,-6 111 0 0 0,21-169-892 0 0,0 39 412 0 0,1-57-572 0 0,0 0 0 0 0,1-1 0 0 0,-1 1 0 0 0,1 0 0 0 0,0-1 0 0 0,0 1 0 0 0,1-1 0 0 0,-1 1 0 0 0,0-1 0 0 0,1 0 0 0 0,0 1 0 0 0,4 4 0 0 0,-5-7-19 0 0,0 0 0 0 0,0 0-1 0 0,0 0 1 0 0,0 0 0 0 0,0-1 0 0 0,0 1-1 0 0,0 0 1 0 0,0-1 0 0 0,0 1 0 0 0,0-1 0 0 0,1 1-1 0 0,-1-1 1 0 0,0 1 0 0 0,0-1 0 0 0,2 0 0 0 0,18-4-3216 0 0,-16 2 1077 0 0,0 0-1 0 0,-1-1 1 0 0,1 0-1 0 0,-1 0 1 0 0,0-1-1 0 0,6-5 1 0 0,1-4-3449 0 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5:32.5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59 4672 0 0,'-1'0'157'0'0,"1"0"0"0"0,0 0-1 0 0,0 0 1 0 0,-1 0 0 0 0,1 0-1 0 0,0 0 1 0 0,0 0-1 0 0,-1 0 1 0 0,1 0 0 0 0,0 0-1 0 0,0 0 1 0 0,-1 0-1 0 0,1 0 1 0 0,0 0 0 0 0,0-1-1 0 0,-1 1 1 0 0,1 0 0 0 0,0 0-1 0 0,0 0 1 0 0,0 0-1 0 0,-1 0 1 0 0,1-1 0 0 0,0 1-1 0 0,0 0 1 0 0,0 0-1 0 0,0 0 1 0 0,0-1 0 0 0,-1 1-1 0 0,1 0 1 0 0,0 0 0 0 0,0-1-1 0 0,0 1 1 0 0,0 0-1 0 0,0 0 1 0 0,0-1 0 0 0,0 1-1 0 0,0 0 1 0 0,0 0-1 0 0,0-1 1 0 0,0 1 0 0 0,0 0-1 0 0,0 0 1 0 0,0-1 0 0 0,0 1-1 0 0,0 0 1 0 0,0 0-1 0 0,0-1 1 0 0,0 1 0 0 0,0 0-1 0 0,1-1 1 0 0,8-3 2019 0 0,74 5 3827 0 0,30-1-1883 0 0,-63-1-3210 0 0,68-10 1 0 0,-116 10-895 0 0,35-7 111 0 0,-36 8-136 0 0,1 0 1 0 0,-1 0-1 0 0,0-1 1 0 0,0 1-1 0 0,1-1 1 0 0,-1 1-1 0 0,0-1 1 0 0,0 1-1 0 0,0-1 1 0 0,0 1-1 0 0,0-1 1 0 0,1 0-1 0 0,-1 0 1 0 0,-1 0-1 0 0,1 1 1 0 0,0-1-1 0 0,0 0 1 0 0,0 0-1 0 0,0 0 1 0 0,-1 0-1 0 0,1-1 1 0 0,0 1-1 0 0,0-2 0 0 0,-1 2-3 0 0,-1 1-1 0 0,1-1 1 0 0,0 1-1 0 0,-1-1 0 0 0,1 1 1 0 0,-1 0-1 0 0,1-1 1 0 0,-1 1-1 0 0,1 0 0 0 0,-1-1 1 0 0,1 1-1 0 0,-1 0 1 0 0,0-1-1 0 0,1 1 0 0 0,-1 0 1 0 0,1 0-1 0 0,-1 0 0 0 0,0 0 1 0 0,1 0-1 0 0,-1 0 1 0 0,1-1-1 0 0,-1 1 0 0 0,0 1 1 0 0,1-1-1 0 0,-2 0 1 0 0,-20 0-134 0 0,18 0 91 0 0,2 0 39 0 0,0 0 0 0 0,0-1 0 0 0,0 1 0 0 0,1 0 0 0 0,-1 1 0 0 0,0-1 0 0 0,0 0 0 0 0,0 1 0 0 0,0-1 0 0 0,1 0 0 0 0,-1 1-1 0 0,0 0 1 0 0,0 0 0 0 0,1-1 0 0 0,-1 1 0 0 0,1 0 0 0 0,-1 0 0 0 0,0 0 0 0 0,1 1 0 0 0,0-1 0 0 0,-1 0 0 0 0,1 0 0 0 0,0 1 0 0 0,0-1 0 0 0,0 1 0 0 0,-2 2 0 0 0,1 2 5 0 0,1-1 0 0 0,0 0-1 0 0,0 1 1 0 0,1-1 0 0 0,-1 0 0 0 0,1 1 0 0 0,1 8-1 0 0,0 7 11 0 0,9 222-218 0 0,-1-2-33 0 0,-6-161 180 0 0,-1 45-47 0 0,-3-110 113 0 0,0-1 0 0 0,-1 1 0 0 0,-1 0 0 0 0,0-1 0 0 0,-1 1 0 0 0,-6 13 0 0 0,9-24 7 0 0,-1-1 0 0 0,1 0 0 0 0,-1 0 0 0 0,1 0 0 0 0,-1 0 1 0 0,0 0-1 0 0,0 0 0 0 0,-1 0 0 0 0,1-1 0 0 0,0 1 0 0 0,-1-1 0 0 0,0 0 0 0 0,1 1 0 0 0,-1-1 0 0 0,0 0 0 0 0,0-1 0 0 0,0 1 0 0 0,-1-1 0 0 0,1 1 0 0 0,0-1 0 0 0,0 0 0 0 0,-1 0 0 0 0,1 0 0 0 0,-1 0 0 0 0,1-1 0 0 0,-1 0 0 0 0,1 1 0 0 0,-1-1 0 0 0,1-1 1 0 0,-1 1-1 0 0,-6-2 0 0 0,-15-8-56 0 0,-4-1-1061 0 0,12 6-8368 0 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5:32.8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64 5384 0 0,'2'-1'3538'0'0,"8"-9"-1766"0"0,6 2-142 0 0,1 0-1 0 0,0 2 0 0 0,1 0 0 0 0,0 1 1 0 0,35-5-1 0 0,-9 5 2055 0 0,59 1-1 0 0,-90 4-3305 0 0,0 1 0 0 0,26 5 0 0 0,1 7-3801 0 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5:33.1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 0 4800 0 0,'-1'0'369'0'0,"0"0"0"0"0,0 0 0 0 0,1 0 0 0 0,-1 0-1 0 0,0 1 1 0 0,1-1 0 0 0,-1 0 0 0 0,0 0-1 0 0,0 0 1 0 0,1 1 0 0 0,-1-1 0 0 0,0 0-1 0 0,1 1 1 0 0,-1-1 0 0 0,1 1 0 0 0,-1-1 0 0 0,1 1-1 0 0,-2 0 1 0 0,-1 34 2176 0 0,1 1-1 0 0,3 50 1 0 0,0 15 123 0 0,-4 132 2157 0 0,2-71-6798 0 0,1-159 1083 0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5:33.7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316 52 4528 0 0,'-11'-23'4511'0'0,"7"20"-4221"0"0,0 0 1 0 0,0 0-1 0 0,0 1 1 0 0,0-1-1 0 0,0 1 1 0 0,0 0-1 0 0,-1 0 1 0 0,1 0-1 0 0,-1 1 1 0 0,1-1-1 0 0,-1 1 1 0 0,0 0-1 0 0,0 1 1 0 0,1-1 0 0 0,-1 1-1 0 0,0 0 1 0 0,-9 1-1 0 0,5-1 51 0 0,1 1-1 0 0,-1 1 1 0 0,1 0 0 0 0,-1 0-1 0 0,1 0 1 0 0,0 1-1 0 0,0 0 1 0 0,0 1 0 0 0,-8 5-1 0 0,6-2 28 0 0,0 0-1 0 0,1 1 1 0 0,0 0-1 0 0,0 1 1 0 0,1 0-1 0 0,0 0 1 0 0,1 0-1 0 0,0 1 1 0 0,0 0-1 0 0,1 1 1 0 0,1 0-1 0 0,0 0 1 0 0,0 0-1 0 0,1 0 0 0 0,0 1 1 0 0,1-1-1 0 0,-3 19 1 0 0,6-27-327 0 0,-1 1 1 0 0,1-1-1 0 0,-1 0 0 0 0,1 0 1 0 0,0 0-1 0 0,0 1 1 0 0,0-1-1 0 0,1 0 1 0 0,-1 0-1 0 0,1 0 0 0 0,0 0 1 0 0,0 0-1 0 0,0 0 1 0 0,0 0-1 0 0,0 0 0 0 0,1 0 1 0 0,-1 0-1 0 0,1 0 1 0 0,3 3-1 0 0,-2-3 7 0 0,0 0 0 0 0,0-1-1 0 0,1 0 1 0 0,-1 1 0 0 0,1-1 0 0 0,-1 0 0 0 0,1-1 0 0 0,0 1 0 0 0,-1-1-1 0 0,1 0 1 0 0,0 0 0 0 0,0 0 0 0 0,6 1 0 0 0,7-1-45 0 0,0-1 0 0 0,-1 0 0 0 0,1-1 0 0 0,0-1 0 0 0,-1 0 0 0 0,20-6 0 0 0,-22 4-646 0 0,-2 0 1 0 0,1 0-1 0 0,22-11 1 0 0,-30 12-781 0 0,1-1 0 0 0,-1 0 1 0 0,1 1-1 0 0,-1-2 0 0 0,8-8 0 0 0,3-8-3477 0 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5:33.9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23 113 4048 0 0,'-1'-16'1724'0'0,"-1"1"0"0"0,-1-1-1 0 0,-6-22 1 0 0,2 10 1268 0 0,6 65 2040 0 0,14 187 1278 0 0,-9-106-5286 0 0,0 90 487 0 0,4 55-469 0 0,-1-230-1068 0 0,2-21-3868 0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5:34.3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17 4944 0 0,'0'-1'360'0'0,"0"1"0"0"0,0-1-1 0 0,0 1 1 0 0,0-1-1 0 0,0 1 1 0 0,0-1 0 0 0,0 1-1 0 0,1-1 1 0 0,-1 1-1 0 0,0-1 1 0 0,3-3 2876 0 0,-3 4-2876 0 0,1 0-1 0 0,-1-1 1 0 0,2 1-1 0 0,15-5 3438 0 0,28 7-2428 0 0,-30-1 43 0 0,121-2 3641 0 0,-81-2-3979 0 0,1 4 1 0 0,99 12-1 0 0,-154-13-1102 0 0,0 0-1 0 0,0 0 1 0 0,1 1-1 0 0,-1-1 1 0 0,0 0 0 0 0,1 1-1 0 0,-1-1 1 0 0,0 1 0 0 0,0-1-1 0 0,0 1 1 0 0,0 0 0 0 0,1-1-1 0 0,-1 1 1 0 0,0 0-1 0 0,0 0 1 0 0,1 1 0 0 0,-2-1-166 0 0,0-1 1 0 0,1 1 0 0 0,-1-1 0 0 0,0 1-1 0 0,0-1 1 0 0,0 1 0 0 0,0-1-1 0 0,0 1 1 0 0,0 0 0 0 0,0-1 0 0 0,0 1-1 0 0,0-1 1 0 0,0 1 0 0 0,-1-1-1 0 0,1 1 1 0 0,0-1 0 0 0,0 1 0 0 0,0-1-1 0 0,-1 1 1 0 0,1-1 0 0 0,0 1-1 0 0,-1-1 1 0 0,1 0 0 0 0,0 1 0 0 0,-1-1-1 0 0,0 1 1 0 0,-3 3-1575 0 0,0-1-1 0 0,0 0 1 0 0,0 0 0 0 0,0 0 0 0 0,-1-1-1 0 0,-7 4 1 0 0,-13 4-3401 0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5:34.6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47 1 4512 0 0,'-2'-1'395'0'0,"0"1"0"0"0,0 0 0 0 0,0 0-1 0 0,1 0 1 0 0,-1 0 0 0 0,0 0-1 0 0,0 1 1 0 0,0-1 0 0 0,1 0-1 0 0,-1 1 1 0 0,0-1 0 0 0,0 1 0 0 0,1 0-1 0 0,-1 0 1 0 0,1-1 0 0 0,-1 1-1 0 0,0 0 1 0 0,1 0 0 0 0,-1 0 0 0 0,1 1-1 0 0,0-1 1 0 0,-2 2 0 0 0,2 0-50 0 0,0 1-1 0 0,0 0 1 0 0,0-1 0 0 0,0 1 0 0 0,0 0 0 0 0,1-1 0 0 0,0 1 0 0 0,0 0 0 0 0,0 0-1 0 0,1 5 1 0 0,32 303 8089 0 0,-21-195-7516 0 0,-5 230-1 0 0,-9-204-657 0 0,2-137-240 0 0,0 0 1 0 0,0 1 0 0 0,1-1 0 0 0,0 0-1 0 0,0 0 1 0 0,3 9 0 0 0,-3-14-13 0 0,-1 1 1 0 0,1-1-1 0 0,-1 0 0 0 0,1 0 1 0 0,0 0-1 0 0,-1 0 0 0 0,1 0 1 0 0,0 0-1 0 0,0 0 0 0 0,0 0 1 0 0,0 0-1 0 0,0-1 1 0 0,0 1-1 0 0,0 0 0 0 0,0 0 1 0 0,0-1-1 0 0,0 1 0 0 0,0-1 1 0 0,0 1-1 0 0,0-1 0 0 0,1 0 1 0 0,-1 1-1 0 0,0-1 1 0 0,0 0-1 0 0,1 0 0 0 0,-1 0 1 0 0,0 1-1 0 0,0-2 0 0 0,1 1 1 0 0,-1 0-1 0 0,0 0 0 0 0,0 0 1 0 0,1 0-1 0 0,-1-1 1 0 0,0 1-1 0 0,2-1 0 0 0,39-11-353 0 0,0-2 0 0 0,0-2 0 0 0,55-29 0 0 0,-53 18-5284 0 0,-3-3-5164 0 0,-23 13 5512 0 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5:35.0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35 35 4992 0 0,'-10'-13'4714'0'0,"-2"-3"-543"0"0,7 18-2391 0 0,2 11-220 0 0,-2 149 5831 0 0,8-116-6028 0 0,12 69 0 0 0,-14-109-1294 0 0,1 0 0 0 0,0 0 0 0 0,0 0 0 0 0,0-1 0 0 0,0 1 0 0 0,1-1 0 0 0,0 1 0 0 0,7 9 0 0 0,-9-14-60 0 0,1 1 0 0 0,-1 0 1 0 0,0-1-1 0 0,1 1 0 0 0,0-1 1 0 0,-1 0-1 0 0,1 0 0 0 0,0 1 1 0 0,0-1-1 0 0,-1 0 1 0 0,1-1-1 0 0,0 1 0 0 0,0 0 1 0 0,0 0-1 0 0,0-1 0 0 0,0 1 1 0 0,0-1-1 0 0,0 0 0 0 0,1 1 1 0 0,-1-1-1 0 0,0 0 0 0 0,0 0 1 0 0,0-1-1 0 0,0 1 0 0 0,0 0 1 0 0,0-1-1 0 0,0 1 1 0 0,0-1-1 0 0,0 0 0 0 0,3-1 1 0 0,4-3-69 0 0,0-1 0 0 0,0 0 1 0 0,-1 0-1 0 0,0-1 0 0 0,0 0 1 0 0,0-1-1 0 0,-1 0 0 0 0,0 0 1 0 0,-1 0-1 0 0,0-1 0 0 0,0 0 1 0 0,-1 0-1 0 0,8-18 1 0 0,1-7-250 0 0,-1 0 0 0 0,15-62 0 0 0,-8-36-276 0 0,-35 247 1912 0 0,0 129 0 0 0,14-233-2110 0 0,0 1 1342 0 0,1 1-1 0 0,1 0 1 0 0,1 13 0 0 0,8 1-3083 0 0,-9-26 1804 0 0,0 1 0 0 0,0-1 0 0 0,0 0 0 0 0,0 0 0 0 0,0 1 0 0 0,1-1 0 0 0,-1 0 0 0 0,0 0 0 0 0,1-1 0 0 0,-1 1 0 0 0,0 0 0 0 0,1 0 0 0 0,-1-1 0 0 0,4 2 1 0 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5:35.3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129 1 5264 0 0,'1'53'3289'0'0,"0"-3"300"0"0,-2 0 0 0 0,-9 59 0 0 0,7-92-3485 0 0,-1 0-1 0 0,0-1 0 0 0,-14 32 0 0 0,13-38-965 0 0,0 0 0 0 0,-1 0 0 0 0,0-1-1 0 0,-1 1 1 0 0,0-2 0 0 0,-15 17-1 0 0,6-12-3697 0 0,0-3-1 0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5:35.7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12 171 4712 0 0,'-8'-19'5236'0'0,"6"11"-1663"0"0,1 19-801 0 0,1 36-184 0 0,3 0 0 0 0,8 48 0 0 0,-9-80-2300 0 0,1 1-1 0 0,1-1 1 0 0,1 0-1 0 0,0 0 1 0 0,0 0-1 0 0,2-1 1 0 0,0 0-1 0 0,1 0 1 0 0,17 24-1 0 0,-23-35-243 0 0,0-1-1 0 0,0 1 0 0 0,0 0 0 0 0,1-1 0 0 0,-1 0 0 0 0,1 1 1 0 0,0-1-1 0 0,-1 0 0 0 0,1 0 0 0 0,0-1 0 0 0,0 1 0 0 0,0-1 1 0 0,0 1-1 0 0,1-1 0 0 0,-1 0 0 0 0,0 0 0 0 0,0 0 0 0 0,1-1 1 0 0,-1 1-1 0 0,1-1 0 0 0,-1 0 0 0 0,0 0 0 0 0,1 0 0 0 0,-1 0 1 0 0,1 0-1 0 0,-1-1 0 0 0,0 0 0 0 0,1 1 0 0 0,-1-1 0 0 0,0-1 1 0 0,0 1-1 0 0,1 0 0 0 0,-1-1 0 0 0,0 0 0 0 0,-1 1 0 0 0,1-1 1 0 0,0 0-1 0 0,3-4 0 0 0,4-3 55 0 0,0-1 0 0 0,0 0 0 0 0,-1-1 0 0 0,0-1 0 0 0,-1 1 0 0 0,0-1 0 0 0,-1 0 0 0 0,6-14 0 0 0,4-19 53 0 0,-2 0-1 0 0,-2-2 1 0 0,-1 0-1 0 0,6-66 1 0 0,-5 34-565 0 0,-7 51 233 0 0,-1 18-3897 0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5:36.4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25 4200 0 0,'0'-1'185'0'0,"1"1"0"0"0,-1 0 0 0 0,1 0 0 0 0,-1 0 1 0 0,0 0-1 0 0,1 0 0 0 0,-1-1 0 0 0,0 1 0 0 0,1 0 0 0 0,-1 0 0 0 0,1-1 0 0 0,-1 1 0 0 0,0 0 0 0 0,0 0 0 0 0,1-1 0 0 0,-1 1 0 0 0,0 0 0 0 0,0-1 0 0 0,1 1 0 0 0,-1 0 0 0 0,0-1 0 0 0,0 1 0 0 0,0-1 0 0 0,1 1 0 0 0,-1 0 0 0 0,0-1 0 0 0,0 1 0 0 0,0-1 0 0 0,0 1 0 0 0,0 0 0 0 0,0-1 0 0 0,0 1 0 0 0,0-1 0 0 0,0 1 0 0 0,0-1 0 0 0,0 1 0 0 0,0 0 0 0 0,0-1 0 0 0,0 1 0 0 0,-1-1 0 0 0,1 1 1 0 0,0 0-1 0 0,0-1 0 0 0,0 1 0 0 0,-1-1 0 0 0,1 1 0 0 0,0 0 0 0 0,0-1 0 0 0,-1 1 0 0 0,1 0 0 0 0,0 0 0 0 0,-1-1 0 0 0,1 1 0 0 0,0 0 0 0 0,-1 0 0 0 0,1-1 0 0 0,0 1 0 0 0,-1 0 0 0 0,1 0 0 0 0,-1 0 0 0 0,1 0 0 0 0,0 0 0 0 0,-1-1 0 0 0,1 1 0 0 0,-1 0 0 0 0,34-3 2664 0 0,0 2 1 0 0,41 3-1 0 0,-6 0-1035 0 0,158-2 374 0 0,-227 0-2203 0 0,-1 0 0 0 0,1 1 0 0 0,0-1 0 0 0,-1 1 1 0 0,1-1-1 0 0,-1 1 0 0 0,1 0 0 0 0,0-1 0 0 0,0 1 0 0 0,-1 0 0 0 0,1 0 0 0 0,0 0 0 0 0,0 0 0 0 0,0 0 1 0 0,0 0-1 0 0,0 0 0 0 0,0 1 0 0 0,0-1 0 0 0,0 0 0 0 0,0 0 0 0 0,1 1 0 0 0,-1-1 0 0 0,1 0 1 0 0,-1 1-1 0 0,1-1 0 0 0,-1 1 0 0 0,1-1 0 0 0,0 1 0 0 0,-1-1 0 0 0,1 1 0 0 0,0 2 0 0 0,-1 10 17 0 0,0-1 0 0 0,2 23 0 0 0,-1-20-26 0 0,-2 675-12 0 0,2-683 35 0 0,1 10 1 0 0,-2-1 0 0 0,0 0 0 0 0,-1 1 0 0 0,-4 21 0 0 0,4-35-2 0 0,1 0 1 0 0,0 1 0 0 0,-1-1 0 0 0,0 0 0 0 0,0 0-1 0 0,0 0 1 0 0,0-1 0 0 0,-1 1 0 0 0,0 0-1 0 0,1-1 1 0 0,-1 1 0 0 0,-1-1 0 0 0,1 0-1 0 0,0 0 1 0 0,-1-1 0 0 0,1 1 0 0 0,-1-1 0 0 0,0 1-1 0 0,0-1 1 0 0,0 0 0 0 0,-7 2 0 0 0,-15 4-769 0 0,-1-2-1 0 0,0 0 1 0 0,-40 2 0 0 0,65-8-58 0 0,0 1 1 0 0,1-1-1 0 0,-1 0 0 0 0,1-1 0 0 0,-1 1 0 0 0,0 0 0 0 0,1 0 0 0 0,-1-1 1 0 0,1 1-1 0 0,-1-1 0 0 0,1 1 0 0 0,-1-1 0 0 0,1 0 0 0 0,-1 1 1 0 0,1-1-1 0 0,0 0 0 0 0,-2-1 0 0 0,-3-5-4381 0 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5:44.0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640 116 3056 0 0,'1'-3'325'0'0,"1"0"-1"0"0,-1 0 1 0 0,1 1 0 0 0,-1-1-1 0 0,1 1 1 0 0,0-1 0 0 0,0 1-1 0 0,0 0 1 0 0,0-1-1 0 0,0 1 1 0 0,1 0 0 0 0,2-1-1 0 0,6-8 763 0 0,-3 2-74 0 0,1 1-1 0 0,0 0 0 0 0,0 1 0 0 0,16-9 0 0 0,8-8 4697 0 0,-97 79-1786 0 0,-28 35-2494 0 0,-49 42-1380 0 0,-220 155 191 0 0,344-275-233 0 0,1 2-1 0 0,0 0 0 0 0,1 0 1 0 0,-21 27-1 0 0,35-40 5 0 0,0 1 0 0 0,-1-1 0 0 0,1 1 0 0 0,0 0 0 0 0,0-1-1 0 0,0 1 1 0 0,0 0 0 0 0,0 0 0 0 0,1 0 0 0 0,-1 0 0 0 0,0-1 0 0 0,1 1-1 0 0,0 0 1 0 0,-1 0 0 0 0,1 0 0 0 0,0 0 0 0 0,0 0 0 0 0,0 0-1 0 0,0 0 1 0 0,0 0 0 0 0,1 0 0 0 0,-1 0 0 0 0,1 0 0 0 0,-1 0 0 0 0,1 0-1 0 0,0 0 1 0 0,-1 0 0 0 0,1-1 0 0 0,0 1 0 0 0,0 0 0 0 0,0-1 0 0 0,1 1-1 0 0,-1 0 1 0 0,0-1 0 0 0,1 0 0 0 0,-1 1 0 0 0,1-1 0 0 0,-1 0 0 0 0,1 1-1 0 0,-1-1 1 0 0,1 0 0 0 0,3 1 0 0 0,120 64 591 0 0,29 18-71 0 0,110 94 473 0 0,-237-161-912 0 0,-19-13-67 0 0,-1 0-1 0 0,1 1 1 0 0,-1 0-1 0 0,0 0 1 0 0,0 1-1 0 0,0 0 0 0 0,-1 0 1 0 0,0 0-1 0 0,0 1 1 0 0,-1 0-1 0 0,0 0 0 0 0,6 10 1 0 0,-14-10 13 0 0,-8-5-4594 0 0,-8-2-8725 0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5:44.5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361 33 4096 0 0,'-6'-19'5092'0'0,"3"17"-4814"0"0,-1 1 1 0 0,1-1-1 0 0,0 0 1 0 0,-1 1-1 0 0,1 0 1 0 0,-1 0-1 0 0,0 0 1 0 0,1 0-1 0 0,-1 1 1 0 0,0-1 0 0 0,1 1-1 0 0,-1 0 1 0 0,0 0-1 0 0,1 0 1 0 0,-7 2-1 0 0,-2-1 327 0 0,1 1 1 0 0,0 1-1 0 0,-21 7 0 0 0,15-3-72 0 0,0 1 1 0 0,1 1 0 0 0,0 0-1 0 0,1 2 1 0 0,0-1 0 0 0,1 2-1 0 0,0 0 1 0 0,-14 16 0 0 0,20-20-403 0 0,1 0-1 0 0,0 1 1 0 0,1 0 0 0 0,-1 1 0 0 0,2-1-1 0 0,-1 1 1 0 0,1 0 0 0 0,1 0 0 0 0,0 1 0 0 0,1-1-1 0 0,-1 1 1 0 0,2 0 0 0 0,0 0 0 0 0,-2 20-1 0 0,4-29-107 0 0,0 0-1 0 0,0 0 1 0 0,0 0-1 0 0,1-1 0 0 0,-1 1 1 0 0,0 0-1 0 0,1 0 1 0 0,-1 0-1 0 0,1 0 0 0 0,0-1 1 0 0,-1 1-1 0 0,1 0 1 0 0,0-1-1 0 0,0 1 0 0 0,0 0 1 0 0,0-1-1 0 0,1 1 1 0 0,-1-1-1 0 0,0 0 0 0 0,0 1 1 0 0,3 1-1 0 0,-1-2 11 0 0,0 1 0 0 0,0-1 0 0 0,0 0 0 0 0,0 0 0 0 0,0 0 0 0 0,0 0 0 0 0,1 0 0 0 0,-1-1 0 0 0,0 1 0 0 0,0-1 0 0 0,6 0 0 0 0,8-2 50 0 0,-1 0 0 0 0,1-1 0 0 0,30-10-1 0 0,-42 12-88 0 0,16-6-157 0 0,0-1 0 0 0,-1 0 0 0 0,0-2 0 0 0,28-17 0 0 0,-9 0-2785 0 0,-2-5-3567 0 0,-16 10 1927 0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5:44.8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38 136 3792 0 0,'-1'-1'190'0'0,"0"-1"0"0"0,0 1-1 0 0,0 0 1 0 0,0-1-1 0 0,0 1 1 0 0,0-1 0 0 0,0 1-1 0 0,1-1 1 0 0,-1 1 0 0 0,0-1-1 0 0,1 0 1 0 0,-1 1-1 0 0,1-1 1 0 0,0 0 0 0 0,0-1-1 0 0,-4-30 1643 0 0,4 29-1527 0 0,-9-69 6175 0 0,9 78-3006 0 0,-5 40 394 0 0,-3 302-320 0 0,8 182-942 0 0,2-522-2757 0 0,2-19-3455 0 0,4-22-10823 0 0,-5 21 9056 0 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5:45.2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 46 3704 0 0,'-2'-1'445'0'0,"1"1"-1"0"0,0-1 0 0 0,0 1 1 0 0,0-1-1 0 0,0 0 0 0 0,0 1 1 0 0,-1-1-1 0 0,1 0 0 0 0,0 0 1 0 0,1 0-1 0 0,-1 0 0 0 0,0 0 1 0 0,0 0-1 0 0,-1-2 0 0 0,2 3-275 0 0,-1 0 0 0 0,1 0 0 0 0,0-1 0 0 0,-1 1 0 0 0,1 0 0 0 0,0-1 0 0 0,0 1 0 0 0,-1-1 0 0 0,1 1 0 0 0,0 0 0 0 0,0-1 0 0 0,0 1 0 0 0,-1-1 0 0 0,1 1 0 0 0,0 0 0 0 0,0-1 0 0 0,0 1 0 0 0,0-1 0 0 0,0 1 0 0 0,0-1 0 0 0,0 1-1 0 0,0-1 1 0 0,0 1 0 0 0,0 0 0 0 0,0-1 0 0 0,0 1 0 0 0,1-1 0 0 0,-1 1 0 0 0,0-1 0 0 0,0 1 0 0 0,0 0 0 0 0,1-1 0 0 0,-1 1 0 0 0,0-1 0 0 0,0 1 0 0 0,1 0 0 0 0,-1-1 0 0 0,0 1 0 0 0,0 0 0 0 0,1 0 0 0 0,-1-1 0 0 0,1 1 0 0 0,-1 0 0 0 0,0 0 0 0 0,1-1 0 0 0,-1 1-1 0 0,1 0 1 0 0,-1 0 0 0 0,13-4 1482 0 0,0 1-1 0 0,23-2 0 0 0,65 3 622 0 0,-50 2-1549 0 0,202-1 688 0 0,-242 3-3230 0 0,-37 7-13926 0 0,6-6 10532 0 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5:45.6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4688 0 0,'-1'5'9544'0'0,"2"20"-6862"0"0,26 151 4485 0 0,-15 2-5193 0 0,-21 178-1525 0 0,-1-26-117 0 0,10-327-328 0 0,-1 1 1 0 0,1 0-1 0 0,1 0 0 0 0,-1 0 1 0 0,0 0-1 0 0,1 0 0 0 0,0 0 1 0 0,0-1-1 0 0,0 1 1 0 0,1 0-1 0 0,-1-1 0 0 0,1 1 1 0 0,2 3-1 0 0,-2-5-1 0 0,0 0 1 0 0,0 0-1 0 0,0-1 0 0 0,1 1 0 0 0,-1-1 0 0 0,1 1 1 0 0,-1-1-1 0 0,0 0 0 0 0,1 0 0 0 0,0 0 0 0 0,-1-1 0 0 0,1 1 1 0 0,0-1-1 0 0,-1 1 0 0 0,1-1 0 0 0,0 0 0 0 0,0 0 1 0 0,4 0-1 0 0,39-1 47 0 0,-1-2 0 0 0,57-11 0 0 0,-22-7-6368 0 0,-49 8-4075 0 0,-17 6 5196 0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5:46.2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0 111 3936 0 0,'0'-30'5135'0'0,"0"-12"2154"0"0,6 123-906 0 0,10-1-4161 0 0,32 78-2214 0 0,-31-107 823 0 0,-15-43-778 0 0,1-1 0 0 0,0 1-1 0 0,0-1 1 0 0,1 0-1 0 0,0 0 1 0 0,7 10 0 0 0,-10-16-42 0 0,0 1 1 0 0,0-1 0 0 0,1 0 0 0 0,-1 1 0 0 0,0-1 0 0 0,1 0-1 0 0,-1 0 1 0 0,1 0 0 0 0,-1 0 0 0 0,1 0 0 0 0,-1 0 0 0 0,1 0-1 0 0,0 0 1 0 0,-1-1 0 0 0,1 1 0 0 0,0-1 0 0 0,0 1 0 0 0,0-1-1 0 0,-1 0 1 0 0,1 0 0 0 0,0 0 0 0 0,0 0 0 0 0,0 0 0 0 0,-1 0-1 0 0,1 0 1 0 0,0 0 0 0 0,0-1 0 0 0,0 1 0 0 0,-1-1-1 0 0,1 1 1 0 0,0-1 0 0 0,-1 0 0 0 0,1 0 0 0 0,0 1 0 0 0,1-3-1 0 0,4-2 55 0 0,0 0 0 0 0,0-1-1 0 0,-1 0 1 0 0,0 0-1 0 0,0-1 1 0 0,-1 1 0 0 0,0-1-1 0 0,0-1 1 0 0,0 1-1 0 0,-1 0 1 0 0,4-11 0 0 0,4-12 274 0 0,13-55 0 0 0,-6 21-58 0 0,1-5 18 0 0,19-50 229 0 0,-27 101 313 0 0,-5 11-3122 0 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5:46.9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82 4560 0 0,'-8'-2'3782'0'0,"12"-1"-287"0"0,14-4-759 0 0,140-17 4046 0 0,58-11-2748 0 0,-157 24-3093 0 0,-58 11-855 0 0,-1 26 137 0 0,-1-3-219 0 0,-2-1 1 0 0,0 0-1 0 0,-10 34 0 0 0,5-27 1 0 0,-3 35 0 0 0,0 327 47 0 0,8-92-27 0 0,1-267-56 0 0,2-8-1 0 0,-1-1 1 0 0,-1 0-1 0 0,-2 1 0 0 0,-8 32 1 0 0,10-51 24 0 0,1 0 0 0 0,-1 0 1 0 0,0 0-1 0 0,-1-1 1 0 0,1 1-1 0 0,-1-1 0 0 0,0 1 1 0 0,0-1-1 0 0,0 0 0 0 0,0 0 1 0 0,-1 0-1 0 0,0 0 1 0 0,1-1-1 0 0,-2 0 0 0 0,1 0 1 0 0,0 0-1 0 0,0 0 1 0 0,-1 0-1 0 0,0-1 0 0 0,1 0 1 0 0,-1 0-1 0 0,0 0 1 0 0,0-1-1 0 0,0 1 0 0 0,-9 0 1 0 0,2 0 51 0 0,0-1-1 0 0,0-1 1 0 0,0 1 0 0 0,0-2 0 0 0,0 0 0 0 0,-15-3 0 0 0,23 3-155 0 0,1 0 0 0 0,-1 0 0 0 0,1 0 1 0 0,-1-1-1 0 0,1 0 0 0 0,0 1 0 0 0,0-1 0 0 0,0 0 1 0 0,0-1-1 0 0,-4-3 0 0 0,4 4-310 0 0,1-1 0 0 0,0 1 0 0 0,1-1 1 0 0,-1 0-1 0 0,0 1 0 0 0,1-1 0 0 0,0 0 0 0 0,-1 0 0 0 0,1 0 0 0 0,0-1 0 0 0,1 1 1 0 0,-1 0-1 0 0,0-6 0 0 0,-2-12-9381 0 0,2 12 4900 0 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5:47.5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 73 3864 0 0,'-11'-18'15524'0'0,"21"13"-11596"0"0,25-2-2264 0 0,268-30 2045 0 0,-289 36-3575 0 0,10-3-84 0 0,-24 3-144 0 0,-21 15-18212 0 0,11-7 13077 0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5:47.7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70 4440 0 0,'0'0'3705'0'0,"21"-5"3825"0"0,29-5-4351 0 0,119-9 3615 0 0,-27 4-5571 0 0,-112 9-2541 0 0,-21 3-1958 0 0,0-2-3580 0 0,2-2 1716 0 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5:48.1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1 4576 0 0,'-3'0'9036'0'0,"7"8"-8245"0"0,0-1 1 0 0,1 1-1 0 0,0-1 1 0 0,0 0-1 0 0,1-1 1 0 0,0 1-1 0 0,0-1 1 0 0,0 0-1 0 0,12 8 1 0 0,9 9 911 0 0,44 37 320 0 0,-48-42-1668 0 0,-1 1-1 0 0,39 43 0 0 0,-48-47-255 0 0,-7-8-63 0 0,-1-1 0 0 0,1 1 0 0 0,-1 0 0 0 0,0 1 0 0 0,-1-1 0 0 0,1 1 0 0 0,-2 0 1 0 0,1 0-1 0 0,-1 0 0 0 0,4 15 0 0 0,-5-12-22 0 0,-1 0-1 0 0,0-1 1 0 0,-1 1 0 0 0,0 0 0 0 0,0 0-1 0 0,-1-1 1 0 0,-1 1 0 0 0,0-1 0 0 0,0 1 0 0 0,-1-1-1 0 0,0 1 1 0 0,-6 11 0 0 0,0-5-5 0 0,0 0 0 0 0,-1 0 0 0 0,-1-1 0 0 0,0 0-1 0 0,-1-1 1 0 0,-16 15 0 0 0,-86 87-690 0 0,89-92-3029 0 0,0 0-3627 0 0,14-14 2229 0 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5:48.7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210 48 4544 0 0,'1'-2'213'0'0,"-1"1"0"0"0,0-1 0 0 0,0 0-1 0 0,0 1 1 0 0,0-1 0 0 0,0 0 0 0 0,0 1 0 0 0,0-1-1 0 0,-1 0 1 0 0,1 1 0 0 0,-1-1 0 0 0,1 0-1 0 0,-1 1 1 0 0,1-1 0 0 0,-1 1 0 0 0,0-1-1 0 0,0 1 1 0 0,0-1 0 0 0,0 1 0 0 0,0 0-1 0 0,0-1 1 0 0,0 1 0 0 0,0 0 0 0 0,0 0-1 0 0,-1 0 1 0 0,1 0 0 0 0,-1 0 0 0 0,1 0 0 0 0,0 0-1 0 0,-1 0 1 0 0,0 1 0 0 0,1-1 0 0 0,-1 1-1 0 0,1-1 1 0 0,-1 1 0 0 0,0-1 0 0 0,1 1-1 0 0,-1 0 1 0 0,0 0 0 0 0,1 0 0 0 0,-1 0-1 0 0,0 0 1 0 0,1 0 0 0 0,-1 0 0 0 0,-2 1 0 0 0,-2 0 134 0 0,0 1 0 0 0,0 0 1 0 0,0 0-1 0 0,0 1 1 0 0,0 0-1 0 0,1 0 1 0 0,-1 0-1 0 0,1 0 1 0 0,0 1-1 0 0,0 0 1 0 0,-6 5-1 0 0,2 2 94 0 0,0 1 0 0 0,1 0 1 0 0,0 0-1 0 0,1 0 0 0 0,0 1 0 0 0,1 0 1 0 0,1 1-1 0 0,0-1 0 0 0,1 1 0 0 0,0 0 0 0 0,-2 19 1 0 0,1 1-97 0 0,1 0 0 0 0,2 0 1 0 0,5 58-1 0 0,-3-82-297 0 0,1 0-1 0 0,1-1 1 0 0,0 1-1 0 0,0 0 1 0 0,1-1-1 0 0,0 1 1 0 0,7 12-1 0 0,-8-17-63 0 0,1-1 0 0 0,-1 0 0 0 0,1 0 0 0 0,0 0-1 0 0,0-1 1 0 0,1 1 0 0 0,-1-1 0 0 0,1 0 0 0 0,0 1-1 0 0,0-2 1 0 0,0 1 0 0 0,0 0 0 0 0,0-1-1 0 0,0 0 1 0 0,1 0 0 0 0,-1 0 0 0 0,6 1 0 0 0,46 8-1204 0 0,-41-10-657 0 0,-1-1 1 0 0,0 0 0 0 0,0-1 0 0 0,16-3 0 0 0,12-4-3012 0 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5:49.5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256 151 3968 0 0,'1'-16'1920'0'0,"-1"4"-944"0"0,0 0-1 0 0,0 0 0 0 0,-1 0 0 0 0,0 0 0 0 0,-6-19 1 0 0,7 29-827 0 0,-1-1 0 0 0,0 1 0 0 0,0-1 0 0 0,0 1 0 0 0,0 0 0 0 0,-1 0 0 0 0,1 0 0 0 0,-1-1 0 0 0,1 1 0 0 0,-1 1 0 0 0,0-1 0 0 0,0 0 0 0 0,0 0 0 0 0,0 1 0 0 0,0-1 1 0 0,0 1-1 0 0,0-1 0 0 0,0 1 0 0 0,-1 0 0 0 0,1 0 0 0 0,0 0 0 0 0,-1 0 0 0 0,1 1 0 0 0,-1-1 0 0 0,1 0 0 0 0,-1 1 0 0 0,1 0 0 0 0,-1 0 0 0 0,1 0 0 0 0,-1 0 0 0 0,1 0 0 0 0,-1 0 0 0 0,-4 1 1 0 0,0 1 159 0 0,1-1 0 0 0,-1 1 0 0 0,1 0 1 0 0,-1 0-1 0 0,1 1 0 0 0,0 0 1 0 0,0 0-1 0 0,0 0 0 0 0,0 1 1 0 0,0 0-1 0 0,1 0 0 0 0,-6 5 0 0 0,3 0-19 0 0,0-1-1 0 0,1 1 1 0 0,0 0-1 0 0,0 1 1 0 0,1 0-1 0 0,-10 19 1 0 0,10-15-167 0 0,1 0-1 0 0,0 0 1 0 0,1 0 0 0 0,0 1-1 0 0,1 0 1 0 0,1-1 0 0 0,0 1-1 0 0,1 0 1 0 0,0 0 0 0 0,2 0-1 0 0,3 29 1 0 0,-3-41-99 0 0,0 0 0 0 0,-1 1 0 0 0,1-1 0 0 0,1 0 0 0 0,-1 1 1 0 0,0-1-1 0 0,1 0 0 0 0,0 0 0 0 0,0 0 0 0 0,0 0 0 0 0,0 0 0 0 0,0-1 0 0 0,0 1 0 0 0,1-1 1 0 0,-1 1-1 0 0,1-1 0 0 0,0 0 0 0 0,0 0 0 0 0,3 2 0 0 0,-1-2-9 0 0,-1 0 0 0 0,1-1 0 0 0,0 1 0 0 0,0-1 0 0 0,0 0 0 0 0,-1-1 0 0 0,1 1 0 0 0,0-1 0 0 0,0 0 0 0 0,0 0 0 0 0,0 0 0 0 0,7-2 0 0 0,-2 0-24 0 0,0-1 0 0 0,0 1 0 0 0,-1-2 0 0 0,0 1 1 0 0,0-1-1 0 0,0-1 0 0 0,0 0 0 0 0,-1 0 0 0 0,1 0 1 0 0,-1-1-1 0 0,0-1 0 0 0,-1 1 0 0 0,13-15 0 0 0,-13 9-11 0 0,0 1-1 0 0,0-1 0 0 0,-1-1 0 0 0,-1 1 0 0 0,0-1 1 0 0,-1 0-1 0 0,4-19 0 0 0,-3 6 47 0 0,-1 0 0 0 0,1-49 0 0 0,-6 132 400 0 0,1 55 180 0 0,1-97-504 0 0,1 0 0 0 0,0 0-1 0 0,1 0 1 0 0,1 0 0 0 0,6 16-1 0 0,-9-27-67 0 0,1 0 0 0 0,0 0 0 0 0,0 0 0 0 0,0 0 0 0 0,1 0 0 0 0,-1 0 0 0 0,1-1 0 0 0,0 1 0 0 0,0-1 0 0 0,0 0 0 0 0,1 0 0 0 0,-1 0 0 0 0,1 0 0 0 0,0-1 0 0 0,-1 0 0 0 0,1 1 1 0 0,0-1-1 0 0,6 2 0 0 0,-4-3-31 0 0,1 1 0 0 0,-1-1 0 0 0,1 0 0 0 0,0 0 1 0 0,-1-1-1 0 0,1 1 0 0 0,0-2 0 0 0,-1 1 0 0 0,1-1 1 0 0,0 0-1 0 0,8-2 0 0 0,-4 0-101 0 0,-1 0-1 0 0,0-1 1 0 0,0 0 0 0 0,0-1 0 0 0,-1 0-1 0 0,1 0 1 0 0,-1-1 0 0 0,0 0 0 0 0,-1-1-1 0 0,1 0 1 0 0,-1 0 0 0 0,-1-1 0 0 0,1 1-1 0 0,-1-2 1 0 0,6-10 0 0 0,-7 6-102 0 0,-1-1 0 0 0,0 0 0 0 0,-1-1 0 0 0,-1 1 0 0 0,0 0 0 0 0,-1-1 0 0 0,-1 0 0 0 0,0 0 0 0 0,-1 1 0 0 0,0-1 0 0 0,-2 0 0 0 0,-2-15 0 0 0,-4 184 526 0 0,8 163 1319 0 0,0-101-24 0 0,-3-244-2764 0 0,-8-106-539 0 0,11 78 1258 0 0,5-135-792 0 0,-3 166 1106 0 0,2 0 1 0 0,0 0-1 0 0,2 1 1 0 0,1-1-1 0 0,14-34 1 0 0,-18 53 141 0 0,1 0 0 0 0,-1 0 1 0 0,1 0-1 0 0,0 1 0 0 0,0 0 1 0 0,0 0-1 0 0,1 0 1 0 0,0 0-1 0 0,0 1 0 0 0,0 0 1 0 0,0 0-1 0 0,1 0 0 0 0,-1 0 1 0 0,1 1-1 0 0,0 0 0 0 0,0 0 1 0 0,8-2-1 0 0,-10 4 45 0 0,0 0 1 0 0,1 0-1 0 0,-1 0 0 0 0,1 1 0 0 0,-1-1 1 0 0,1 1-1 0 0,-1 0 0 0 0,1 0 0 0 0,-1 1 1 0 0,1-1-1 0 0,-1 1 0 0 0,0 0 0 0 0,1 0 1 0 0,-1 1-1 0 0,0-1 0 0 0,0 1 0 0 0,0 0 1 0 0,0 0-1 0 0,0 0 0 0 0,0 1 0 0 0,0-1 1 0 0,-1 1-1 0 0,1 0 0 0 0,-1 0 0 0 0,0 0 1 0 0,4 6-1 0 0,-2-2 96 0 0,0 0 0 0 0,0 1-1 0 0,0 0 1 0 0,-1 0 0 0 0,-1 1 0 0 0,0-1 0 0 0,0 1 0 0 0,0 0-1 0 0,-1-1 1 0 0,0 1 0 0 0,-1 0 0 0 0,0 0 0 0 0,0 1 0 0 0,-1-1-1 0 0,0 0 1 0 0,-1 0 0 0 0,-1 10 0 0 0,1-15-182 0 0,-1 0-1 0 0,1 0 1 0 0,0-1 0 0 0,-1 1 0 0 0,0 0-1 0 0,0-1 1 0 0,0 1 0 0 0,0-1-1 0 0,-1 1 1 0 0,1-1 0 0 0,-1 0 0 0 0,0 0-1 0 0,0 0 1 0 0,0-1 0 0 0,0 1 0 0 0,-1-1-1 0 0,1 1 1 0 0,-1-1 0 0 0,1 0 0 0 0,-7 2-1 0 0,-37 14-3389 0 0,4-7-4222 0 0,6-4 2297 0 0,-3-3-1 0 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5:49.6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1 306 5152 0 0,'0'-8'570'0'0,"1"0"-1"0"0,1 0 1 0 0,-1 0-1 0 0,1 0 1 0 0,1 0-1 0 0,-1 0 1 0 0,6-11-1 0 0,28-46 1683 0 0,-30 55-1791 0 0,1-3 60 0 0,2 1 0 0 0,0 0 0 0 0,0 0 0 0 0,1 0 0 0 0,1 1 0 0 0,0 1 0 0 0,0 0 0 0 0,1 0 0 0 0,17-9 0 0 0,-21 14-139 0 0,1 0 1 0 0,0 1 0 0 0,0 0 0 0 0,1 0 0 0 0,-1 1 0 0 0,1 0-1 0 0,0 1 1 0 0,0 0 0 0 0,0 1 0 0 0,0 0 0 0 0,0 0-1 0 0,0 1 1 0 0,0 1 0 0 0,14 1 0 0 0,-19-1-254 0 0,-1 0 1 0 0,0 0 0 0 0,1 0 0 0 0,-1 0-1 0 0,0 1 1 0 0,0 0 0 0 0,0 0-1 0 0,0 0 1 0 0,0 0 0 0 0,0 1-1 0 0,0-1 1 0 0,-1 1 0 0 0,1 0-1 0 0,-1 0 1 0 0,0 0 0 0 0,0 1-1 0 0,0-1 1 0 0,0 1 0 0 0,-1-1-1 0 0,1 1 1 0 0,-1 0 0 0 0,0 0-1 0 0,0 0 1 0 0,-1 0 0 0 0,3 7-1 0 0,-2-4-556 0 0,-1 1-1 0 0,0-1 1 0 0,0 1-1 0 0,0-1 0 0 0,-1 1 1 0 0,-1 8-1 0 0,0-5-1438 0 0,-1 0-1 0 0,0-1 1 0 0,-7 21-1 0 0,-13 25-3561 0 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5:49.8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 1 5641 0 0,'-2'3'956'0'0,"-1"-1"20"0"0,0 3 16 0 0,0 0 20 0 0,1 2 0 0 0,-4-2 0 0 0,6 4-4 0 0,-3 0-84 0 0,0 2-248 0 0,6-4-3516 0 0,0 3 0 0 0,-1-2 0 0 0,4-5-1 0 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5:50.4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15 4464 0 0,'0'0'3410'0'0,"-2"18"-434"0"0,0 182 4291 0 0,4-104-4241 0 0,0-18 220 0 0,20-139-1636 0 0,-12 25-1448 0 0,1 0 0 0 0,23-53-1 0 0,-24 69-130 0 0,0 0-1 0 0,2 1 0 0 0,0 0 0 0 0,1 0 1 0 0,22-24-1 0 0,-30 39-16 0 0,-1-1 0 0 0,1 1 0 0 0,0 0 1 0 0,0 0-1 0 0,0 1 0 0 0,0 0 0 0 0,1 0 0 0 0,-1 0 1 0 0,1 0-1 0 0,0 1 0 0 0,0 0 0 0 0,10-2 0 0 0,-13 4 2 0 0,0-1 0 0 0,-1 1 0 0 0,1 0 0 0 0,0 0 0 0 0,-1 1 0 0 0,1-1 0 0 0,0 0-1 0 0,-1 1 1 0 0,1 0 0 0 0,0-1 0 0 0,-1 1 0 0 0,1 0 0 0 0,-1 0 0 0 0,1 1 0 0 0,-1-1-1 0 0,0 0 1 0 0,1 1 0 0 0,-1 0 0 0 0,0-1 0 0 0,0 1 0 0 0,0 0 0 0 0,0 0-1 0 0,-1 0 1 0 0,1 0 0 0 0,0 0 0 0 0,-1 1 0 0 0,1-1 0 0 0,-1 0 0 0 0,0 1 0 0 0,2 3 0 0 0,3 14 115 0 0,0 0 0 0 0,-1 1 0 0 0,-1-1 1 0 0,-1 1-1 0 0,-1 0 0 0 0,-1 0 1 0 0,-2 34-1 0 0,1-19 229 0 0,5 45 0 0 0,-5-78-364 0 0,1-1 0 0 0,-1 0 0 0 0,1 0 0 0 0,-1 1 0 0 0,1-1 0 0 0,0 0 0 0 0,-1 0 0 0 0,1 1 0 0 0,0-1 0 0 0,1 0 0 0 0,-1 0 0 0 0,0 0 0 0 0,0-1 0 0 0,1 1 0 0 0,0 0 0 0 0,-1 0 0 0 0,1-1 0 0 0,0 1 0 0 0,-1-1 0 0 0,5 3 0 0 0,-3-3 2 0 0,1 0 1 0 0,-1 1-1 0 0,0-2 1 0 0,1 1-1 0 0,-1 0 1 0 0,1-1-1 0 0,-1 1 0 0 0,1-1 1 0 0,-1 0-1 0 0,1 0 1 0 0,-1-1-1 0 0,6 0 1 0 0,1-1-795 0 0,1-1 1 0 0,-1 0 0 0 0,14-7 0 0 0,21-12-8772 0 0,-21 8 4151 0 0,-1-5-1 0 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5:50.8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231 20 3632 0 0,'-28'-10'4401'0'0,"5"1"-2222"0"0,21 8-2041 0 0,0 1-1 0 0,1 0 1 0 0,-1 0 0 0 0,0 1 0 0 0,0-1 0 0 0,1 0 0 0 0,-1 1 0 0 0,0-1 0 0 0,1 1 0 0 0,-1-1 0 0 0,0 1 0 0 0,1 0 0 0 0,-1 0 0 0 0,1-1 0 0 0,-1 1 0 0 0,1 0-1 0 0,-1 1 1 0 0,1-1 0 0 0,0 0 0 0 0,0 0 0 0 0,-1 0 0 0 0,1 1 0 0 0,0-1 0 0 0,0 1 0 0 0,0-1 0 0 0,0 1 0 0 0,1-1 0 0 0,-2 4 0 0 0,-3 6 299 0 0,0 0 0 0 0,1 0 1 0 0,-2 13-1 0 0,4-19-258 0 0,-53 234 3835 0 0,4 128-2265 0 0,48-331-1604 0 0,0-14 40 0 0,1 1 0 0 0,0 0 0 0 0,2 0 0 0 0,5 39 0 0 0,-5-61-175 0 0,0-1-1 0 0,0 1 1 0 0,0-1-1 0 0,0 1 1 0 0,0-1-1 0 0,0 1 1 0 0,0-1-1 0 0,0 1 1 0 0,1-1-1 0 0,-1 1 0 0 0,0-1 1 0 0,0 1-1 0 0,0-1 1 0 0,1 1-1 0 0,-1-1 1 0 0,0 0-1 0 0,1 1 1 0 0,-1-1-1 0 0,0 0 1 0 0,1 1-1 0 0,-1-1 0 0 0,0 0 1 0 0,1 1-1 0 0,-1-1 1 0 0,1 0-1 0 0,-1 1 1 0 0,1-1-1 0 0,-1 0 1 0 0,0 0-1 0 0,1 0 1 0 0,-1 0-1 0 0,1 1 0 0 0,-1-1 1 0 0,1 0-1 0 0,-1 0 1 0 0,1 0-1 0 0,-1 0 1 0 0,1 0-1 0 0,-1 0 1 0 0,1 0-1 0 0,-1 0 1 0 0,1 0-1 0 0,-1-1 0 0 0,1 1 1 0 0,-1 0-1 0 0,1 0 1 0 0,-1 0-1 0 0,1 0 1 0 0,-1-1-1 0 0,1 1 1 0 0,-1 0-1 0 0,0-1 1 0 0,1 1-1 0 0,-1 0 0 0 0,0-1 1 0 0,1 1-1 0 0,-1 0 1 0 0,0-1-1 0 0,1 1 1 0 0,-1 0-1 0 0,0-1 1 0 0,1 1-1 0 0,-1-1 1 0 0,27-32 306 0 0,-24 28-265 0 0,42-61 369 0 0,-31 43-237 0 0,1 0-1 0 0,1 1 1 0 0,0 1 0 0 0,2 1 0 0 0,1 0 0 0 0,25-21 0 0 0,-41 39-150 0 0,-1 1 1 0 0,1-1 0 0 0,-1 0 0 0 0,1 1 0 0 0,0 0-1 0 0,0 0 1 0 0,0 0 0 0 0,-1 0 0 0 0,5-1 0 0 0,-6 2-13 0 0,0 0 0 0 0,0 0 0 0 0,0 0 0 0 0,0 0 0 0 0,0 0 1 0 0,0 0-1 0 0,0 1 0 0 0,0-1 0 0 0,0 0 0 0 0,0 0 0 0 0,1 1 1 0 0,-1-1-1 0 0,0 1 0 0 0,-1-1 0 0 0,1 1 0 0 0,0-1 0 0 0,0 1 1 0 0,1 0-1 0 0,0 2 19 0 0,0 0-1 0 0,0 0 1 0 0,0 0 0 0 0,0 0 0 0 0,-1 0 0 0 0,1 1 0 0 0,-1-1 0 0 0,0 0-1 0 0,0 1 1 0 0,0-1 0 0 0,0 1 0 0 0,-1-1 0 0 0,1 7 0 0 0,2 40 334 0 0,-5 65-1 0 0,0 15-409 0 0,3-116 350 0 0,-2-9-793 0 0,1 1 0 0 0,1-1 1 0 0,-1 0-1 0 0,1 0 0 0 0,0 0 1 0 0,2 6-1 0 0,8 5-4908 0 0,10-7-3387 0 0,-3-5 3549 0 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5:51.5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243 472 4736 0 0,'0'-1'244'0'0,"0"-1"0"0"0,0 0 0 0 0,0 1 0 0 0,0-1 0 0 0,-1 1-1 0 0,1-1 1 0 0,-1 1 0 0 0,1-1 0 0 0,-1 1 0 0 0,1 0-1 0 0,-1-1 1 0 0,0 1 0 0 0,1 0 0 0 0,-1-1 0 0 0,0 1 0 0 0,0 0-1 0 0,0 0 1 0 0,0 0 0 0 0,0 0 0 0 0,-1 0 0 0 0,1 0 0 0 0,0 0-1 0 0,0 0 1 0 0,-1 0 0 0 0,1 0 0 0 0,0 1 0 0 0,-1-1 0 0 0,1 0-1 0 0,-1 1 1 0 0,-2-1 0 0 0,1 0-55 0 0,1 1 0 0 0,-1 0 0 0 0,0-1 0 0 0,1 1-1 0 0,-1 0 1 0 0,0 1 0 0 0,1-1 0 0 0,-1 0 0 0 0,0 1 0 0 0,1-1 0 0 0,-1 1 0 0 0,1 0 0 0 0,-1 0-1 0 0,1 0 1 0 0,-1 0 0 0 0,-3 3 0 0 0,-5 4 331 0 0,1 1 0 0 0,1 1 0 0 0,0 0 0 0 0,0 0 0 0 0,0 0 0 0 0,-7 15 0 0 0,-1 3 810 0 0,-18 40 0 0 0,27-49-1057 0 0,1-1 0 0 0,0 1 0 0 0,2 0 0 0 0,0 1 0 0 0,-3 27 0 0 0,8-46-259 0 0,-1 1-1 0 0,1 0 0 0 0,0 0 1 0 0,0 0-1 0 0,0-1 1 0 0,0 1-1 0 0,1 0 0 0 0,-1 0 1 0 0,0 0-1 0 0,1 0 1 0 0,-1-1-1 0 0,1 1 0 0 0,0 0 1 0 0,-1-1-1 0 0,1 1 1 0 0,0 0-1 0 0,0-1 1 0 0,2 3-1 0 0,-2-3-4 0 0,1 0 0 0 0,-1 0 0 0 0,0-1 1 0 0,0 1-1 0 0,1-1 0 0 0,-1 1 0 0 0,0-1 0 0 0,1 1 0 0 0,-1-1 0 0 0,0 0 1 0 0,1 1-1 0 0,-1-1 0 0 0,1 0 0 0 0,-1 0 0 0 0,0 0 0 0 0,1 0 0 0 0,-1 0 1 0 0,3-1-1 0 0,3-1 11 0 0,-1 0 0 0 0,0 0 0 0 0,1-1-1 0 0,-1 0 1 0 0,0 0 0 0 0,0 0 0 0 0,-1-1 0 0 0,8-5 0 0 0,1-4 19 0 0,1-2 0 0 0,-2 0-1 0 0,0 0 1 0 0,-1-1 0 0 0,-1-1 0 0 0,0 0-1 0 0,-1-1 1 0 0,-1 0 0 0 0,-1 0-1 0 0,0-1 1 0 0,7-31 0 0 0,-9 32 90 0 0,-6 23 71 0 0,-8 31 49 0 0,-2 5 22 0 0,-7 48 0 0 0,15-73-178 0 0,1 0 0 0 0,0 0 1 0 0,1 0-1 0 0,1 0 0 0 0,0 0 0 0 0,5 19 1 0 0,-6-33-71 0 0,1 1 0 0 0,0 0 1 0 0,0-1-1 0 0,0 1 0 0 0,0-1 1 0 0,0 1-1 0 0,1-1 0 0 0,-1 0 0 0 0,1 1 1 0 0,0-1-1 0 0,-1 0 0 0 0,1 0 1 0 0,0 0-1 0 0,0 0 0 0 0,0 0 1 0 0,1-1-1 0 0,-1 1 0 0 0,0-1 0 0 0,3 2 1 0 0,0-1-15 0 0,-1-1 1 0 0,1 1-1 0 0,-1-1 1 0 0,1 0-1 0 0,-1-1 0 0 0,1 1 1 0 0,0-1-1 0 0,-1 0 1 0 0,1 0-1 0 0,7-1 1 0 0,1-1-131 0 0,1-1 0 0 0,-1-1 0 0 0,0 0 0 0 0,0 0 0 0 0,0-2 0 0 0,22-12 0 0 0,-22 10-69 0 0,-1-1 1 0 0,-1-1-1 0 0,1 0 0 0 0,-1-1 1 0 0,-1 0-1 0 0,0 0 0 0 0,-1-1 1 0 0,0 0-1 0 0,-1-1 0 0 0,0 0 1 0 0,-1 0-1 0 0,6-16 0 0 0,3-12-377 0 0,-2 0-1 0 0,17-84 0 0 0,-15 24-182 0 0,6-167-1 0 0,-22 260 788 0 0,1 0-1 0 0,-1 0 0 0 0,0-1 1 0 0,-1 1-1 0 0,0 0 1 0 0,0 0-1 0 0,0 0 1 0 0,-1 0-1 0 0,-1 0 0 0 0,-3-9 1 0 0,6 17-28 0 0,0 0 1 0 0,0-1-1 0 0,-1 1 1 0 0,1 0-1 0 0,0 0 1 0 0,0 0-1 0 0,0 0 1 0 0,0 0-1 0 0,-1 0 1 0 0,1-1-1 0 0,0 1 0 0 0,0 0 1 0 0,0 0-1 0 0,0 0 1 0 0,-1 0-1 0 0,1 0 1 0 0,0 0-1 0 0,0 0 1 0 0,0 0-1 0 0,-1 0 1 0 0,1 0-1 0 0,0 0 1 0 0,0 0-1 0 0,-1 0 0 0 0,1 0 1 0 0,0 0-1 0 0,0 0 1 0 0,0 0-1 0 0,-1 0 1 0 0,1 0-1 0 0,0 1 1 0 0,0-1-1 0 0,0 0 1 0 0,0 0-1 0 0,-1 0 1 0 0,1 0-1 0 0,0 0 0 0 0,0 0 1 0 0,0 1-1 0 0,0-1 1 0 0,0 0-1 0 0,-1 0 1 0 0,1 0-1 0 0,0 0 1 0 0,0 1-1 0 0,0-1 1 0 0,0 0-1 0 0,0 0 1 0 0,0 0-1 0 0,0 0 0 0 0,0 1 1 0 0,0-1-1 0 0,0 0 1 0 0,0 0-1 0 0,0 0 1 0 0,0 1-1 0 0,0-1 1 0 0,0 0-1 0 0,-6 15 238 0 0,-2 36 276 0 0,2 0 0 0 0,2 0-1 0 0,4 55 1 0 0,0-88-420 0 0,0 514 2172 0 0,0-559-2117 0 0,2 0-1 0 0,1 1 0 0 0,1-1 0 0 0,1 1 1 0 0,1 0-1 0 0,2 0 0 0 0,0 0 0 0 0,22-41 0 0 0,-24 53-75 0 0,2 1-1 0 0,0-1 0 0 0,1 2 0 0 0,0-1 0 0 0,1 1 0 0 0,0 1 0 0 0,1 0 0 0 0,0 0 0 0 0,0 1 0 0 0,2 1 0 0 0,-1 0 1 0 0,1 0-1 0 0,0 1 0 0 0,1 1 0 0 0,0 0 0 0 0,26-8 0 0 0,-34 13-95 0 0,0 0 0 0 0,1 0-1 0 0,-1 1 1 0 0,1 0 0 0 0,-1 0 0 0 0,1 1-1 0 0,-1 0 1 0 0,12 1 0 0 0,-17-1-13 0 0,-1 0 0 0 0,0 0 0 0 0,0 0 0 0 0,0 0 0 0 0,1 0 0 0 0,-1 0 0 0 0,0 0 0 0 0,0 0 0 0 0,0 0 0 0 0,1 0 0 0 0,-1 0 0 0 0,0 0 0 0 0,0 1 0 0 0,0-1 0 0 0,0 0 0 0 0,1 0 0 0 0,-1 0 0 0 0,0 0 0 0 0,0 0 0 0 0,0 1 0 0 0,0-1 0 0 0,0 0 0 0 0,1 0 0 0 0,-1 0-1 0 0,0 0 1 0 0,0 1 0 0 0,0-1 0 0 0,0 0 0 0 0,0 0 0 0 0,0 0 0 0 0,0 1 0 0 0,0-1 0 0 0,0 0 0 0 0,0 0 0 0 0,0 1 0 0 0,0-1 0 0 0,0 0 0 0 0,0 0 0 0 0,0 0 0 0 0,0 1 0 0 0,0-1 0 0 0,0 0 0 0 0,-8 9-3552 0 0,-16 5-4207 0 0,-2-2 2402 0 0,-8 0-1 0 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5:51.6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0 198 5489 0 0,'1'-5'456'0'0,"0"0"1"0"0,0 0-1 0 0,0 0 1 0 0,1 0-1 0 0,0 1 1 0 0,0-1-1 0 0,0 0 1 0 0,0 1 0 0 0,1-1-1 0 0,-1 1 1 0 0,1 0-1 0 0,0 0 1 0 0,5-5-1 0 0,5-5 638 0 0,1 0 0 0 0,16-13-1 0 0,-18 18-456 0 0,1 0 0 0 0,0 1 0 0 0,0 1 0 0 0,0 0 0 0 0,1 1 0 0 0,0 0 0 0 0,0 1 0 0 0,27-5 0 0 0,-34 8-341 0 0,0 1 1 0 0,0-1-1 0 0,0 2 1 0 0,1-1-1 0 0,-1 1 1 0 0,0 0 0 0 0,0 0-1 0 0,0 1 1 0 0,0 0-1 0 0,0 0 1 0 0,0 1-1 0 0,0 0 1 0 0,0 0-1 0 0,0 1 1 0 0,-1 0-1 0 0,1 0 1 0 0,-1 0 0 0 0,0 1-1 0 0,0 0 1 0 0,9 7-1 0 0,-13-8-207 0 0,1 0 0 0 0,-1 0 0 0 0,1 0 1 0 0,-1 0-1 0 0,0 1 0 0 0,0-1 0 0 0,0 1 0 0 0,1 4 0 0 0,4 32-4582 0 0,-8-23 504 0 0,0-1 0 0 0,-6 32 0 0 0,6-45 3711 0 0,-8 42-5310 0 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5:51.8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6137 0 0,'0'4'1044'0'0,"0"-2"36"0"0,0 4 56 0 0,0-2 36 0 0,0 1 40 0 0,4 1 0 0 0,5-1 16 0 0,2 2 0 0 0,-3-5 5 0 0,4 1-77 0 0,2-1-128 0 0,-3-2-168 0 0,4 2-1164 0 0,-4-4-3581 0 0,-2 2 1 0 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8T03:55:59.146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69 22472,'7404'-68'0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6:00.772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89 3688 0 0,'10'-10'7440'0'0,"303"-29"198"0"0,4 21-5394 0 0,317 30-1739 0 0,-136 2-201 0 0,-178 6-48 0 0,-130-3-161 0 0,20-6-16 0 0,122 15 59 0 0,171 3 212 0 0,-158-25 269 0 0,267-4 451 0 0,-513-7-943 0 0,170-36 1 0 0,-226 35-61 0 0,-24 6 35 0 0,-1-2 0 0 0,1 0-1 0 0,33-13 1 0 0,-31 11-20 0 0,0 0 1 0 0,0 2-1 0 0,0 0 1 0 0,1 2-1 0 0,0 0 0 0 0,39 2 1 0 0,-59 0-81 0 0,22 0 81 0 0,-13 1-15 0 0,0 0 0 0 0,0-1 0 0 0,0-1 1 0 0,0 1-1 0 0,1-2 0 0 0,-2 0 0 0 0,1 0 0 0 0,0-1 0 0 0,0 0 0 0 0,18-9 0 0 0,-23 5 267 0 0,-6 7-326 0 0,1 0 0 0 0,-1-1 0 0 0,0 1 0 0 0,0-1 0 0 0,1 1 0 0 0,-1 0 0 0 0,0-1 0 0 0,0 1 0 0 0,1 0 0 0 0,-1 0 0 0 0,0-1 0 0 0,1 1 0 0 0,-1 0 0 0 0,1 0 0 0 0,-1-1 0 0 0,0 1-1 0 0,1 0 1 0 0,-1 0 0 0 0,1 0 0 0 0,-1 0 0 0 0,1 0 0 0 0,-1 0 0 0 0,0 0 0 0 0,1 0 0 0 0,-1 0 0 0 0,1 0 0 0 0,-1 0 0 0 0,1 0 0 0 0,0 0 0 0 0,61-11 624 0 0,-79 14-298 0 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9:31.00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303 116 2224 0 0,'5'-36'4335'0'0,"-4"31"-3627"0"0,1 0 1 0 0,-1 0-1 0 0,-1 0 0 0 0,1-1 1 0 0,-1 1-1 0 0,1 0 0 0 0,-1 0 1 0 0,-1-1-1 0 0,1 1 0 0 0,-1 0 0 0 0,-2-10 1 0 0,0 14-508 0 0,0 0 1 0 0,0 0-1 0 0,0 0 0 0 0,0 0 1 0 0,0 0-1 0 0,0 0 1 0 0,0 1-1 0 0,0-1 0 0 0,0 1 1 0 0,0 0-1 0 0,0 0 1 0 0,0 0-1 0 0,0 1 0 0 0,-5 0 1 0 0,-3 0 105 0 0,3-2-253 0 0,0 1 1 0 0,0 0-1 0 0,0 1 0 0 0,0 0 1 0 0,0 0-1 0 0,0 1 0 0 0,0 0 1 0 0,0 1-1 0 0,0-1 1 0 0,1 1-1 0 0,-1 1 0 0 0,1 0 1 0 0,0 0-1 0 0,0 0 0 0 0,0 1 1 0 0,1 0-1 0 0,0 0 0 0 0,0 0 1 0 0,0 1-1 0 0,0 0 0 0 0,1 0 1 0 0,-6 9-1 0 0,1-2-37 0 0,1 1-1 0 0,1 0 1 0 0,0 0 0 0 0,0 1-1 0 0,2 0 1 0 0,0 0 0 0 0,0 0-1 0 0,2 1 1 0 0,0 0 0 0 0,0 0-1 0 0,2 0 1 0 0,0 0 0 0 0,1 1-1 0 0,0-1 1 0 0,2 1 0 0 0,0-1-1 0 0,0 0 1 0 0,2 0 0 0 0,0 0-1 0 0,1 0 1 0 0,0 0 0 0 0,1 0-1 0 0,1-1 1 0 0,1 0 0 0 0,0 0-1 0 0,1-1 1 0 0,0 0 0 0 0,1 0-1 0 0,13 14 1 0 0,-11-15-9 0 0,0-1 0 0 0,2 0-1 0 0,-1-1 1 0 0,1 0 0 0 0,1-1-1 0 0,25 15 1 0 0,-31-21 0 0 0,1 0 1 0 0,0 0-1 0 0,-1-1 0 0 0,1 0 0 0 0,0-1 1 0 0,1 0-1 0 0,-1 0 0 0 0,0-1 0 0 0,1 0 0 0 0,-1-1 1 0 0,0 0-1 0 0,1 0 0 0 0,-1-1 0 0 0,13-3 1 0 0,-10 2 9 0 0,0-2 1 0 0,0 1 0 0 0,0-2 0 0 0,0 0 0 0 0,-1 0 0 0 0,1-1-1 0 0,-1 0 1 0 0,-1-1 0 0 0,1 0 0 0 0,-1-1 0 0 0,-1 0 0 0 0,1-1 0 0 0,-1 0-1 0 0,-1 0 1 0 0,0-1 0 0 0,0 0 0 0 0,-1 0 0 0 0,0-1 0 0 0,0 0 0 0 0,-2 0-1 0 0,7-16 1 0 0,-2 1 130 0 0,-2 0 0 0 0,0 0 0 0 0,-2 0 0 0 0,-1-1 0 0 0,-1 0 0 0 0,-1 0 0 0 0,-2-50 0 0 0,-1 70-83 0 0,-1 0 0 0 0,0 1 0 0 0,0-1 0 0 0,0 0 0 0 0,-1 1 0 0 0,0-1 0 0 0,0 1 0 0 0,0 0 0 0 0,-1 0 0 0 0,0 0 0 0 0,0 0 0 0 0,-1 0 0 0 0,-4-6 0 0 0,1 6 12 0 0,1-1 0 0 0,-1 1 1 0 0,0 1-1 0 0,0-1 0 0 0,0 1 0 0 0,-1 0 0 0 0,0 1 0 0 0,0 0 1 0 0,-9-4-1 0 0,-13-5-102 0 0,-1 1 0 0 0,0 1 0 0 0,-1 2-1 0 0,0 1 1 0 0,0 2 0 0 0,-50-4 0 0 0,57 12-2511 0 0,21-1 1217 0 0,0 0 1 0 0,1 1-1 0 0,0-1 1 0 0,-1 0-1 0 0,1 1 0 0 0,0 0 1 0 0,0 0-1 0 0,-5 3 1 0 0,-4 6-3208 0 0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9:32.07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0 496 4084 0 0,'0'0'1464'0'0,"5"-2"2238"0"0,16-8-1175 0 0,16-30 796 0 0,39-54 0 0 0,-56 64-2730 0 0,0 0 0 0 0,28-62 1 0 0,-39 72-471 0 0,-2-1 1 0 0,-1 0 0 0 0,0 0 0 0 0,-2-1 0 0 0,0 1 0 0 0,-1-1 0 0 0,-1-27 0 0 0,-10 191 1151 0 0,14 186-62 0 0,-6-323-1252 0 0,1 0-1 0 0,0 0 1 0 0,0-1-1 0 0,0 1 1 0 0,1-1-1 0 0,-1 1 1 0 0,1-1-1 0 0,0 0 1 0 0,4 6-1 0 0,5 1-4145 0 0,4-3-5900 0 0,-9-7 5580 0 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9:33.14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209 141 2752 0 0,'-20'8'2012'0'0,"0"0"-1"0"0,-1-2 1 0 0,0 0-1 0 0,-30 3 1 0 0,47-8-1541 0 0,4-1-390 0 0,0 0 1 0 0,-1 0 0 0 0,1 0 0 0 0,0 0 0 0 0,-1 1-1 0 0,1-1 1 0 0,0 0 0 0 0,-1 0 0 0 0,1 0 0 0 0,0 0 0 0 0,-1 0-1 0 0,1 0 1 0 0,0 0 0 0 0,-1 0 0 0 0,1-1 0 0 0,0 1-1 0 0,-1 0 1 0 0,1 0 0 0 0,0 0 0 0 0,-1 0 0 0 0,1 0 0 0 0,0 0-1 0 0,-1-1 1 0 0,1 1 0 0 0,0 0 0 0 0,-1 0 0 0 0,1 0-1 0 0,0-1 1 0 0,0 1 0 0 0,-1 0 0 0 0,1 0 0 0 0,0-1 0 0 0,0 1-1 0 0,0 0 1 0 0,0-1 0 0 0,-1 1 0 0 0,1-1 0 0 0,3-14 1601 0 0,15-17-639 0 0,-17 31-979 0 0,8-11 138 0 0,0 0 0 0 0,0 0 0 0 0,1 1 0 0 0,1 1 0 0 0,0 0 0 0 0,19-14 0 0 0,-25 20-150 0 0,1 0 0 0 0,0 0-1 0 0,0 1 1 0 0,0 0 0 0 0,0 0 0 0 0,1 0 0 0 0,-1 1 0 0 0,1 0 0 0 0,0 0-1 0 0,-1 1 1 0 0,1-1 0 0 0,0 2 0 0 0,0-1 0 0 0,0 1 0 0 0,0 0-1 0 0,9 1 1 0 0,-14-1-34 0 0,0 1 0 0 0,1 0 0 0 0,-1-1 0 0 0,0 1 0 0 0,0 0 0 0 0,0 0 0 0 0,0 0 0 0 0,0 0-1 0 0,0 1 1 0 0,0-1 0 0 0,0 1 0 0 0,0-1 0 0 0,-1 1 0 0 0,1-1 0 0 0,-1 1 0 0 0,1 0 0 0 0,-1 0-1 0 0,2 2 1 0 0,-1 0 6 0 0,0 0-1 0 0,-1 0 0 0 0,0 0 0 0 0,1 0 0 0 0,-1 0 0 0 0,-1 0 0 0 0,1 0 1 0 0,-1 1-1 0 0,1 5 0 0 0,-2 3 22 0 0,0 0-1 0 0,-1 0 1 0 0,-1 0 0 0 0,1 0-1 0 0,-8 17 1 0 0,1-6-11 0 0,-2 0 0 0 0,-1 0 0 0 0,-1-1 0 0 0,-1-1 0 0 0,-1 0 0 0 0,-34 38 0 0 0,4-13 0 0 0,-82 65 0 0 0,121-108-35 0 0,-13 14 11 0 0,25-14 3 0 0,12-5 8 0 0,173-19 323 0 0,81-6 525 0 0,-268 26-995 0 0,0 0 0 0 0,1-1 0 0 0,-1 0-1 0 0,1 0 1 0 0,-1 0 0 0 0,0-1 0 0 0,0 1 0 0 0,5-4 0 0 0,16-13-8457 0 0,-16 8 3834 0 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9:34.31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27 178 2840 0 0,'0'-25'4815'0'0,"0"16"-4065"0"0,0 0 1 0 0,0 0-1 0 0,1-1 0 0 0,1 1 0 0 0,0 0 0 0 0,0 0 0 0 0,0 1 0 0 0,1-1 0 0 0,1 0 1 0 0,-1 1-1 0 0,2 0 0 0 0,-1 0 0 0 0,11-14 0 0 0,-14 20-683 0 0,1 1 0 0 0,-1-1 0 0 0,1 1 0 0 0,-1 0 0 0 0,1-1 0 0 0,0 1 0 0 0,0 0 0 0 0,0 0 0 0 0,-1 0 1 0 0,1 1-1 0 0,0-1 0 0 0,0 0 0 0 0,0 1 0 0 0,0-1 0 0 0,1 1 0 0 0,-1 0 0 0 0,0 0 0 0 0,0 0 0 0 0,0 0 0 0 0,0 0 0 0 0,0 0 0 0 0,0 0 0 0 0,0 0 0 0 0,0 1 0 0 0,0-1 0 0 0,0 1 0 0 0,0 0 1 0 0,0 0-1 0 0,0 0 0 0 0,0 0 0 0 0,0 0 0 0 0,-1 0 0 0 0,3 1 0 0 0,-1 0-31 0 0,1 1 1 0 0,-1-1 0 0 0,0 1-1 0 0,0 0 1 0 0,0-1-1 0 0,0 1 1 0 0,0 1-1 0 0,0-1 1 0 0,-1 0 0 0 0,0 1-1 0 0,0-1 1 0 0,0 1-1 0 0,0-1 1 0 0,0 1-1 0 0,-1 0 1 0 0,2 5 0 0 0,-1 10 18 0 0,-1 0 1 0 0,-1 0 0 0 0,-1 0-1 0 0,-1 0 1 0 0,0 0 0 0 0,-1 0-1 0 0,-2-1 1 0 0,1 1 0 0 0,-2-1 0 0 0,-1 0-1 0 0,0-1 1 0 0,-1 1 0 0 0,-1-2-1 0 0,-19 30 1 0 0,27-44-1 0 0,5-4-21 0 0,12-11-9 0 0,-4 4-27 0 0,-1 1-1 0 0,22-13 1 0 0,-28 19 5 0 0,0 0-1 0 0,1 0 0 0 0,-1 0 1 0 0,0 1-1 0 0,1 0 1 0 0,-1 0-1 0 0,1 0 0 0 0,-1 1 1 0 0,1-1-1 0 0,0 2 1 0 0,9 0-1 0 0,-12 0 1 0 0,0 0 0 0 0,0 0 0 0 0,-1 0 1 0 0,1 0-1 0 0,-1 0 0 0 0,1 0 0 0 0,-1 1 0 0 0,1 0 1 0 0,-1-1-1 0 0,0 1 0 0 0,0 0 0 0 0,0 0 0 0 0,0 0 1 0 0,0 0-1 0 0,0 0 0 0 0,-1 1 0 0 0,1-1 0 0 0,-1 1 0 0 0,1-1 1 0 0,-1 1-1 0 0,0-1 0 0 0,0 1 0 0 0,0 0 0 0 0,0-1 1 0 0,0 6-1 0 0,1-1 9 0 0,-1-1 1 0 0,-1 1-1 0 0,1 0 0 0 0,-1 0 1 0 0,0 0-1 0 0,-1 0 1 0 0,0 0-1 0 0,0 0 0 0 0,0-1 1 0 0,-1 1-1 0 0,-2 8 1 0 0,-1-4 17 0 0,0 0 1 0 0,-1 0-1 0 0,0 0 1 0 0,0-1-1 0 0,-15 18 1 0 0,3-8 25 0 0,-1-1 0 0 0,0-1 0 0 0,-2-1-1 0 0,0 0 1 0 0,-25 14 0 0 0,45-30-96 0 0,-53 28-1251 0 0,35-23-2728 0 0,0-3-4446 0 0,11-5 3984 0 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9:35.26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120 131 4040 0 0,'10'-70'5298'0'0,"-7"51"-3962"0"0,-2 16-938 0 0,-1 0 0 0 0,1-1 0 0 0,0 1 1 0 0,-1-1-1 0 0,0 1 0 0 0,0-1 0 0 0,0 1 0 0 0,0-1 0 0 0,-2-5 0 0 0,2 9-343 0 0,0 0 0 0 0,0 0 0 0 0,0 0-1 0 0,0-1 1 0 0,0 1 0 0 0,0 0-1 0 0,-1 0 1 0 0,1 0 0 0 0,0 0 0 0 0,0 0-1 0 0,0 0 1 0 0,0 0 0 0 0,0 0 0 0 0,-1 0-1 0 0,1 0 1 0 0,0-1 0 0 0,0 1 0 0 0,0 0-1 0 0,0 0 1 0 0,0 0 0 0 0,-1 0-1 0 0,1 0 1 0 0,0 0 0 0 0,0 0 0 0 0,0 0-1 0 0,0 0 1 0 0,-1 0 0 0 0,1 0 0 0 0,0 1-1 0 0,0-1 1 0 0,0 0 0 0 0,0 0 0 0 0,-1 0-1 0 0,1 0 1 0 0,0 0 0 0 0,0 0-1 0 0,0 0 1 0 0,0 0 0 0 0,0 0 0 0 0,0 0-1 0 0,-1 1 1 0 0,1-1 0 0 0,0 0 0 0 0,0 0-1 0 0,0 0 1 0 0,0 0 0 0 0,0 0 0 0 0,0 1-1 0 0,0-1 1 0 0,-11 13 1273 0 0,-6 16 146 0 0,0 3-1163 0 0,2 1 1 0 0,1 1 0 0 0,2 0-1 0 0,2 1 1 0 0,1 0 0 0 0,1 0-1 0 0,2 1 1 0 0,1 0 0 0 0,1 65-1 0 0,4-93-299 0 0,1-1 1 0 0,0 1-1 0 0,0-1 0 0 0,1 0 0 0 0,3 12 0 0 0,-4-16-10 0 0,0-1 1 0 0,0 0-1 0 0,0 0 0 0 0,0 0 0 0 0,1 0 0 0 0,-1 0 0 0 0,1 0 1 0 0,-1 0-1 0 0,1 0 0 0 0,0-1 0 0 0,0 1 0 0 0,0-1 0 0 0,0 1 1 0 0,0-1-1 0 0,0 0 0 0 0,0 1 0 0 0,0-1 0 0 0,0 0 0 0 0,1-1 1 0 0,-1 1-1 0 0,5 1 0 0 0,4-1 5 0 0,1 0 1 0 0,-1-1-1 0 0,1-1 1 0 0,-1 1-1 0 0,0-2 1 0 0,1 0-1 0 0,-1 0 1 0 0,0-1-1 0 0,0 0 0 0 0,0-1 1 0 0,-1 0-1 0 0,1-1 1 0 0,16-10-1 0 0,-7 3 0 0 0,0 0-1 0 0,-1-2 1 0 0,0-1 0 0 0,-1 0-1 0 0,29-32 1 0 0,-39 37-4 0 0,0 0 0 0 0,-1 0 0 0 0,8-14 0 0 0,-3-2 4 0 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9:38.16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10 88 0 0,'0'-5'-36'0'0,"3"1"4"0"0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9:38.37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1 328 0 0,'0'0'388'0'0,"0"2"-196"0"0,0 6 248 0 0,0-1-212 0 0,0 2-4 0 0,0 5 8 0 0,0 1 12 0 0,0 4-12 0 0,0 2 12 0 0,0 2-16 0 0,0 5-68 0 0,0-2-788 0 0,0 1 0 0 0,0 1 0 0 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9:38.48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1 252 256 0 0,'0'-2'2416'0'0,"9"-234"6819"0"0,-9 222-7606 0 0,0 36-1017 0 0,0 38-451 0 0,0-40-6057 0 0,0-15 3092 0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9:38.97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3 125 2536 0 0,'0'-22'3431'0'0,"0"-48"900"0"0,0 37 4778 0 0,-3 607-5315 0 0,3-555-4771 0 0,0-13-3070 0 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9:39.92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12 89 2464 0 0,'-9'-89'12164'0'0,"9"185"-6908"0"0,-1 3-3785 0 0,0 110-712 0 0,4-206-705 0 0,3-8-24 0 0,6-8 3 0 0,2-5-5 0 0,1 0 0 0 0,0 1 0 0 0,26-21-1 0 0,-37 34-22 0 0,1 1-1 0 0,-1-1 1 0 0,1 1-1 0 0,0 0 0 0 0,0 1 1 0 0,0-1-1 0 0,0 1 1 0 0,0 0-1 0 0,1 0 0 0 0,-1 0 1 0 0,1 1-1 0 0,-1 0 1 0 0,1 0-1 0 0,-1 0 0 0 0,1 1 1 0 0,0 0-1 0 0,-1 0 1 0 0,1 0-1 0 0,0 1 0 0 0,6 1 1 0 0,-9 0 0 0 0,0-1 0 0 0,1 1 0 0 0,-1 0 1 0 0,0 0-1 0 0,0 0 0 0 0,0 0 0 0 0,0 0 1 0 0,0 1-1 0 0,-1-1 0 0 0,1 1 0 0 0,-1 0 0 0 0,0 0 1 0 0,0-1-1 0 0,0 2 0 0 0,0-1 0 0 0,0 0 1 0 0,0 0-1 0 0,-1 1 0 0 0,0-1 0 0 0,1 1 1 0 0,-1-1-1 0 0,-1 1 0 0 0,1-1 0 0 0,0 1 0 0 0,-1 0 1 0 0,0 5-1 0 0,1 6 17 0 0,-1 1 1 0 0,0 0 0 0 0,-2-1-1 0 0,-5 29 1 0 0,7-43-22 0 0,-4 20 36 0 0,-2 1-1 0 0,-14 37 0 0 0,18-55-30 0 0,1 0-1 0 0,-1 0 1 0 0,0 0 0 0 0,0 0-1 0 0,0 0 1 0 0,-1-1 0 0 0,1 1-1 0 0,-1-1 1 0 0,0 0 0 0 0,0 0-1 0 0,0 0 1 0 0,0 0 0 0 0,-1 0-1 0 0,1-1 1 0 0,-1 1 0 0 0,0-1-1 0 0,0 0 1 0 0,1 0-1 0 0,-1 0 1 0 0,0-1 0 0 0,-8 3-1 0 0,11-4-18 0 0,-1 0 0 0 0,1 0 0 0 0,0-1-1 0 0,-1 1 1 0 0,1 0 0 0 0,0 0-1 0 0,-1-1 1 0 0,1 1 0 0 0,0 0-1 0 0,0-1 1 0 0,-1 1 0 0 0,1-1 0 0 0,0 0-1 0 0,0 1 1 0 0,0-1 0 0 0,0 0-1 0 0,0 0 1 0 0,0 0 0 0 0,0 0 0 0 0,0 0-1 0 0,0 0 1 0 0,0 0 0 0 0,0 0-1 0 0,1 0 1 0 0,-1 0 0 0 0,0 0-1 0 0,1-1 1 0 0,-1 1 0 0 0,1 0 0 0 0,-1 0-1 0 0,1-1 1 0 0,0 1 0 0 0,-1 0-1 0 0,1-1 1 0 0,0 1 0 0 0,0-2 0 0 0,-1-9-1368 0 0,0 1 1 0 0,0-1 0 0 0,2-16 0 0 0,0 12-2474 0 0,-1-12-494 0 0,0 0-1 0 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9:40.18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84 4312 0 0,'31'-4'8964'0'0,"27"-12"-5668"0"0,-3 2-1570 0 0,13-2 432 0 0,-31 7-1427 0 0,0 0 0 0 0,1 3-1 0 0,0 1 1 0 0,0 2 0 0 0,39 2 0 0 0,-62 1-279 0 0,-3 0-203 0 0,-6 0-2855 0 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9:41.31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351 78 2848 0 0,'0'-29'4423'0'0,"0"26"-4005"0"0,0 1 1 0 0,0-1 0 0 0,0 1-1 0 0,0 0 1 0 0,0-1-1 0 0,0 1 1 0 0,-1 0 0 0 0,1-1-1 0 0,-1 1 1 0 0,0 0 0 0 0,0 0-1 0 0,0-1 1 0 0,0 1 0 0 0,0 0-1 0 0,0 0 1 0 0,-2-2-1 0 0,1 3-167 0 0,0 0-1 0 0,1 0 0 0 0,-1 0 1 0 0,0 0-1 0 0,0 1 0 0 0,0-1 1 0 0,0 0-1 0 0,0 1 0 0 0,0 0 1 0 0,0-1-1 0 0,0 1 0 0 0,0 0 1 0 0,0 0-1 0 0,0 0 0 0 0,-1 0 1 0 0,1 1-1 0 0,0-1 0 0 0,0 1 1 0 0,0-1-1 0 0,-2 2 0 0 0,-6 0-47 0 0,1 2-1 0 0,-1-1 0 0 0,1 1 0 0 0,0 1 0 0 0,0 0 0 0 0,0 0 0 0 0,1 1 0 0 0,-1 0 0 0 0,1 0 0 0 0,-13 14 1 0 0,4-2-60 0 0,1 1 1 0 0,1 0 0 0 0,-17 30 0 0 0,18-26-104 0 0,0 0 1 0 0,2 1 0 0 0,0 1 0 0 0,2 0-1 0 0,1 0 1 0 0,1 1 0 0 0,1 0 0 0 0,1 1-1 0 0,-2 30 1 0 0,5-24-42 0 0,2 0 1 0 0,1 0-1 0 0,2 1 0 0 0,11 58 0 0 0,-12-83 2 0 0,2-1 0 0 0,-1 1-1 0 0,1-1 1 0 0,0 0 0 0 0,1 0 0 0 0,0 0-1 0 0,0 0 1 0 0,1-1 0 0 0,0 0-1 0 0,0 0 1 0 0,1 0 0 0 0,0-1 0 0 0,0 1-1 0 0,0-1 1 0 0,1-1 0 0 0,0 1-1 0 0,0-1 1 0 0,0 0 0 0 0,1-1 0 0 0,0 0-1 0 0,0 0 1 0 0,0-1 0 0 0,12 4-1 0 0,-11-4 6 0 0,-1-1 0 0 0,1-1 0 0 0,-1 0-1 0 0,1 0 1 0 0,-1 0 0 0 0,1-1-1 0 0,-1 0 1 0 0,1-1 0 0 0,0 0 0 0 0,-1 0-1 0 0,1-1 1 0 0,-1 0 0 0 0,14-6-1 0 0,-16 5 6 0 0,0 0-1 0 0,0 0 0 0 0,0-1 0 0 0,-1 1 0 0 0,0-1 1 0 0,1-1-1 0 0,-2 1 0 0 0,1-1 0 0 0,0 0 1 0 0,-1 0-1 0 0,0 0 0 0 0,0 0 0 0 0,-1-1 0 0 0,1 0 1 0 0,-1 0-1 0 0,0 0 0 0 0,-1 0 0 0 0,3-10 0 0 0,-2 7 57 0 0,0-1-1 0 0,-1 0 1 0 0,0 0-1 0 0,-1 0 1 0 0,0 0-1 0 0,-1 0 0 0 0,0-15 1 0 0,-1 22-32 0 0,1 0 1 0 0,-1 0-1 0 0,0 0 0 0 0,1 1 1 0 0,-1-1-1 0 0,-1 0 0 0 0,1 0 1 0 0,0 0-1 0 0,-1 1 1 0 0,1-1-1 0 0,-1 1 0 0 0,0-1 1 0 0,0 1-1 0 0,0 0 1 0 0,0-1-1 0 0,0 1 0 0 0,0 0 1 0 0,-1 1-1 0 0,1-1 0 0 0,0 0 1 0 0,-1 1-1 0 0,0-1 1 0 0,1 1-1 0 0,-1 0 0 0 0,0-1 1 0 0,0 2-1 0 0,0-1 1 0 0,-4-1-1 0 0,-2 1 76 0 0,1 0 0 0 0,-1 0 0 0 0,1 1 0 0 0,-1 0 1 0 0,1 0-1 0 0,-1 1 0 0 0,1 0 0 0 0,-1 1 0 0 0,1 0 0 0 0,0 0 0 0 0,0 1 0 0 0,0 0 0 0 0,0 0 1 0 0,0 1-1 0 0,0 0 0 0 0,1 0 0 0 0,0 1 0 0 0,0 0 0 0 0,0 0 0 0 0,1 1 0 0 0,-8 7 1 0 0,6-4-306 0 0,0 0 1 0 0,1 0 0 0 0,0 1 0 0 0,1 0-1 0 0,0 0 1 0 0,-8 17 0 0 0,10-17-1145 0 0,1 0 1 0 0,-1 0-1 0 0,2 0 0 0 0,-1 1 1 0 0,2 0-1 0 0,-1-1 0 0 0,1 14 0 0 0,1-14-3686 0 0,0-1-1 0 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9:42.76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186 1 4508 0 0,'-6'12'9257'0'0,"-26"53"-6524"0"0,-38 99 964 0 0,45-96-3106 0 0,-27 120 0 0 0,57-359-683 0 0,-2 143 81 0 0,1 1 0 0 0,0-1 0 0 0,3 1 0 0 0,0 0-1 0 0,1 1 1 0 0,2 0 0 0 0,1 0 0 0 0,23-41 0 0 0,-33 65 26 0 0,1 0 0 0 0,-1 0 0 0 0,1 0 0 0 0,-1 0 1 0 0,1 0-1 0 0,0 0 0 0 0,0 0 0 0 0,0 1 1 0 0,0-1-1 0 0,0 1 0 0 0,0-1 0 0 0,0 1 0 0 0,0 0 1 0 0,1 0-1 0 0,-1 0 0 0 0,0 0 0 0 0,1 0 0 0 0,-1 1 1 0 0,1-1-1 0 0,3 0 0 0 0,-3 1 25 0 0,1 1 1 0 0,-1-1-1 0 0,1 1 0 0 0,-1-1 1 0 0,1 1-1 0 0,-1 0 1 0 0,1 1-1 0 0,-1-1 0 0 0,0 0 1 0 0,1 1-1 0 0,-1 0 0 0 0,5 3 1 0 0,3 4 58 0 0,-1 0-1 0 0,1 1 1 0 0,-1 0 0 0 0,-1 1 0 0 0,0 0-1 0 0,7 12 1 0 0,28 50 280 0 0,60 139-1 0 0,-30-52-228 0 0,-74-160-158 0 0,0 0 0 0 0,0 0 0 0 0,0 1 0 0 0,0-1 0 0 0,0 0 0 0 0,0 1 0 0 0,0-1 0 0 0,0 0 0 0 0,0 0 0 0 0,0 1 0 0 0,0-1 0 0 0,1 0 0 0 0,-1 0 0 0 0,0 1 0 0 0,0-1 0 0 0,0 0 0 0 0,0 0 0 0 0,0 1 0 0 0,1-1-1 0 0,-1 0 1 0 0,0 0 0 0 0,0 1 0 0 0,0-1 0 0 0,1 0 0 0 0,-1 0 0 0 0,0 0 0 0 0,0 0 0 0 0,1 1 0 0 0,-1-1 0 0 0,0 0 0 0 0,0 0 0 0 0,1 0 0 0 0,-1 0 0 0 0,0 0 0 0 0,0 0 0 0 0,1 0 0 0 0,-1 0 0 0 0,0 0 0 0 0,1 0-1 0 0,-1 0 1 0 0,0 0 0 0 0,0 0 0 0 0,1 0 0 0 0,-1 0 0 0 0,0 0 0 0 0,1 0 0 0 0,-1 0 0 0 0,0 0 0 0 0,0 0 0 0 0,1 0 0 0 0,3-21 117 0 0,-3-46-2909 0 0,-1 52-372 0 0,-1-18-5501 0 0,-2 18 4336 0 0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9:42.94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18 36 4160 0 0,'-17'8'6887'0'0,"17"-7"-6728"0"0,1-1-1 0 0,-1 1 1 0 0,1 0 0 0 0,-1 0-1 0 0,1-1 1 0 0,-1 1 0 0 0,1 0-1 0 0,0-1 1 0 0,-1 1 0 0 0,1-1-1 0 0,0 1 1 0 0,0-1 0 0 0,0 1 0 0 0,-1-1-1 0 0,1 0 1 0 0,0 1 0 0 0,0-1-1 0 0,0 0 1 0 0,0 1 0 0 0,0-1-1 0 0,-1 0 1 0 0,1 0 0 0 0,0 0-1 0 0,2 0 1 0 0,30 3 1360 0 0,-28-2-1032 0 0,40 1 1980 0 0,0-2 1 0 0,78-11-1 0 0,-17-5-2057 0 0,0-5-9514 0 0,-71 14 3053 0 0,-9 2 1214 0 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9:44.13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34 174 3704 0 0,'-1'-35'6628'0'0,"-1"0"1326"0"0,1 135-3428 0 0,0 7-3414 0 0,-1 122-786 0 0,6-190-174 0 0,-4-67 49 0 0,1 5-164 0 0,-1-1-1 0 0,-1 0 0 0 0,-1 0 0 0 0,-6-25 0 0 0,3 27-31 0 0,0 0-1 0 0,1 0 0 0 0,1-1 1 0 0,1 0-1 0 0,1 1 1 0 0,1-1-1 0 0,4-33 0 0 0,-3 46 13 0 0,1 0-1 0 0,1 0 0 0 0,0 0 1 0 0,0 1-1 0 0,1-1 0 0 0,0 1 1 0 0,0 0-1 0 0,1 0 0 0 0,0 1 1 0 0,1-1-1 0 0,0 1 0 0 0,0 1 0 0 0,1-1 1 0 0,0 1-1 0 0,0 0 0 0 0,0 0 1 0 0,1 1-1 0 0,0 0 0 0 0,11-6 1 0 0,-13 9 8 0 0,0 0 1 0 0,-1 0 0 0 0,1 0 0 0 0,0 1 0 0 0,0 0-1 0 0,1 0 1 0 0,-1 0 0 0 0,0 1 0 0 0,8-1 0 0 0,-12 2-15 0 0,0 0 0 0 0,0 1-1 0 0,0-1 1 0 0,0 0 0 0 0,0 1 0 0 0,0-1 0 0 0,0 1 0 0 0,0 0 0 0 0,0-1 0 0 0,-1 1 0 0 0,1 0 0 0 0,0 0 0 0 0,0 0 0 0 0,-1 1 0 0 0,1-1 0 0 0,-1 0 0 0 0,1 0 0 0 0,-1 1 0 0 0,0-1 0 0 0,1 1 0 0 0,-1 0 0 0 0,0-1 0 0 0,0 1 0 0 0,0 0 0 0 0,0-1 0 0 0,0 1 0 0 0,-1 0 0 0 0,1 0 0 0 0,0 0 0 0 0,-1 0 0 0 0,1 0 0 0 0,-1 0 0 0 0,0 2 0 0 0,5 28 112 0 0,-1 0-1 0 0,-1 0 1 0 0,-2 1 0 0 0,-5 44-1 0 0,4-73-111 0 0,-1 1 0 0 0,1-1 0 0 0,0 0 0 0 0,0 0 0 0 0,0 1 1 0 0,0-1-1 0 0,1 0 0 0 0,0 0 0 0 0,0 1 0 0 0,2 3 0 0 0,-2-5-7 0 0,1-2-1 0 0,-1 1 1 0 0,1 0 0 0 0,0 0 0 0 0,-1 0 0 0 0,1-1 0 0 0,0 1 0 0 0,0-1 0 0 0,0 1 0 0 0,1-1 0 0 0,-1 0 0 0 0,0 0 0 0 0,0 0 0 0 0,1 0 0 0 0,-1 0 0 0 0,0-1 0 0 0,1 1-1 0 0,3 0 1 0 0,8 2-1 0 0,0 1 0 0 0,-1 0-1 0 0,1 2 1 0 0,-1-1 0 0 0,0 2-1 0 0,0-1 1 0 0,19 15 0 0 0,-29-18-3 0 0,0-1 0 0 0,0 0 1 0 0,0 1-1 0 0,0 0 1 0 0,-1-1-1 0 0,1 1 1 0 0,-1 0-1 0 0,0 0 0 0 0,0 1 1 0 0,0-1-1 0 0,0 0 1 0 0,-1 1-1 0 0,1-1 1 0 0,-1 1-1 0 0,0-1 0 0 0,0 1 1 0 0,0 0-1 0 0,-1-1 1 0 0,1 1-1 0 0,-1 0 1 0 0,0 0-1 0 0,0-1 0 0 0,0 1 1 0 0,0 0-1 0 0,-1 0 1 0 0,1-1-1 0 0,-1 1 0 0 0,0 0 1 0 0,0-1-1 0 0,-1 1 1 0 0,1-1-1 0 0,-1 1 1 0 0,1-1-1 0 0,-3 4 0 0 0,-2 0 29 0 0,0 1 0 0 0,0-1 0 0 0,0 0 0 0 0,-1 0 0 0 0,1-1 0 0 0,-2 0 0 0 0,1 0-1 0 0,-1-1 1 0 0,0 0 0 0 0,0 0 0 0 0,0-1 0 0 0,-1 0 0 0 0,-9 3 0 0 0,4-2-309 0 0,0 0-1 0 0,0-1 1 0 0,-16 2 0 0 0,19-5-866 0 0,0 0 1 0 0,0 0-1 0 0,0-1 0 0 0,-12-2 1 0 0,4-1-8936 0 0,13 2 5040 0 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9:44.82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337 114 4212 0 0,'1'-1'320'0'0,"1"0"0"0"0,0 0 1 0 0,0-1-1 0 0,-1 1 0 0 0,1 0 0 0 0,-1-1 0 0 0,1 0 0 0 0,-1 1 0 0 0,0-1 0 0 0,1 0 0 0 0,-1 1 0 0 0,0-1 0 0 0,0 0 0 0 0,0 0 0 0 0,-1 0 0 0 0,1 0 0 0 0,0 0 0 0 0,-1 0 0 0 0,1 0 0 0 0,-1-1 0 0 0,0 1 0 0 0,0 0 0 0 0,0 0 0 0 0,0 0 1 0 0,0 0-1 0 0,0 0 0 0 0,0 0 0 0 0,-1-1 0 0 0,1 1 0 0 0,-1 0 0 0 0,1 0 0 0 0,-1 0 0 0 0,0 0 0 0 0,0 0 0 0 0,0 1 0 0 0,0-1 0 0 0,0 0 0 0 0,0 0 0 0 0,-1 1 0 0 0,-1-3 0 0 0,-5-1 210 0 0,1 0 1 0 0,-1 1-1 0 0,0 0 0 0 0,0 1 0 0 0,0-1 0 0 0,0 2 0 0 0,0-1 0 0 0,-1 1 1 0 0,-13-1-1 0 0,12 2-294 0 0,-1 0 1 0 0,0 1-1 0 0,1 0 0 0 0,-1 1 1 0 0,1 1-1 0 0,-1 0 0 0 0,-15 4 1 0 0,17-3-180 0 0,1 0 0 0 0,0 0 1 0 0,0 1-1 0 0,0 0 0 0 0,0 0 1 0 0,1 0-1 0 0,0 1 0 0 0,0 0 1 0 0,0 1-1 0 0,0 0 0 0 0,1 0 1 0 0,0 0-1 0 0,0 1 0 0 0,1 0 0 0 0,0 0 1 0 0,0 0-1 0 0,0 1 0 0 0,1-1 1 0 0,0 1-1 0 0,-5 16 0 0 0,5-9 8 0 0,1 0-1 0 0,0 0 0 0 0,1 1 0 0 0,1-1 1 0 0,0 0-1 0 0,2 19 0 0 0,0-29-45 0 0,-1 0 0 0 0,1 0 0 0 0,0 0 0 0 0,0 0 0 0 0,0 0 1 0 0,1 0-1 0 0,-1-1 0 0 0,1 1 0 0 0,0 0 0 0 0,1-1 0 0 0,-1 0 0 0 0,1 1 0 0 0,0-1 0 0 0,0 0 0 0 0,0 0 0 0 0,1-1 1 0 0,-1 1-1 0 0,1-1 0 0 0,0 1 0 0 0,0-1 0 0 0,0 0 0 0 0,7 3 0 0 0,3 0 29 0 0,0-2 0 0 0,1 1 0 0 0,-1-2 0 0 0,1 0 0 0 0,0 0-1 0 0,0-1 1 0 0,20-1 0 0 0,111-9-181 0 0,-99 4-285 0 0,3-2-2823 0 0,22-10-9704 0 0,-47 8 7816 0 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9:45.70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21 117 4112 0 0,'0'-4'776'0'0,"-1"0"-1"0"0,0-1 0 0 0,0 1 0 0 0,0 0 0 0 0,0 0 0 0 0,-3-5 0 0 0,2 5-241 0 0,0-1-1 0 0,0 1 1 0 0,1-1-1 0 0,0 1 1 0 0,0-1-1 0 0,-1-7 1 0 0,2-9 2790 0 0,0 19-1629 0 0,0 4-69 0 0,0 30 2831 0 0,0-10-4833 0 0,-1 113 1531 0 0,3 145 4 0 0,5-205-1504 0 0,-5-63-88 0 0,2-15-407 0 0,2-22-270 0 0,-7-123-1850 0 0,3-158-19 0 0,-2 301 2971 0 0,0 0 0 0 0,0 0 1 0 0,1 0-1 0 0,0 0 0 0 0,0 1 1 0 0,0-1-1 0 0,1 0 0 0 0,-1 0 1 0 0,1 1-1 0 0,0-1 0 0 0,0 1 1 0 0,1 0-1 0 0,4-7 0 0 0,-4 9 49 0 0,-1-1-1 0 0,1 1 0 0 0,0 0 0 0 0,0 0 0 0 0,0 0 0 0 0,0 0 0 0 0,0 0 0 0 0,0 1 0 0 0,1 0 0 0 0,-1-1 0 0 0,1 1 0 0 0,-1 0 0 0 0,0 1 0 0 0,1-1 0 0 0,0 1 0 0 0,-1-1 0 0 0,1 1 1 0 0,-1 0-1 0 0,7 1 0 0 0,1 0 102 0 0,0 1-1 0 0,0 0 1 0 0,0 0 0 0 0,0 1 0 0 0,0 0 0 0 0,0 1 0 0 0,-1 1 0 0 0,0-1 0 0 0,0 2 0 0 0,0-1 0 0 0,-1 1-1 0 0,1 1 1 0 0,-1 0 0 0 0,-1 0 0 0 0,1 1 0 0 0,-1 0 0 0 0,-1 0 0 0 0,0 1 0 0 0,0-1 0 0 0,0 2-1 0 0,-1-1 1 0 0,5 12 0 0 0,-5-9-10 0 0,-1 0 0 0 0,0 0 0 0 0,-1 0 0 0 0,-1 1 0 0 0,0 0 1 0 0,0 0-1 0 0,-1 0 0 0 0,-1 0 0 0 0,0 0 0 0 0,-1 0 0 0 0,0 0 0 0 0,-1 0 0 0 0,-1 0 0 0 0,0 0 0 0 0,-1-1 0 0 0,0 1 0 0 0,0 0 0 0 0,-2-1 0 0 0,-5 12 0 0 0,0-4 164 0 0,-1 0 0 0 0,0-1 0 0 0,-2 0 0 0 0,0-1 0 0 0,-30 30 0 0 0,32-38-941 0 0,0 0 0 0 0,-1 0 1 0 0,-23 13-1 0 0,-5-4-4459 0 0,-3-6-3664 0 0,25-9 3987 0 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9:46.70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52 65 4112 0 0,'-12'-64'10628'0'0,"11"108"-5560"0"0,-1 28-2361 0 0,-1 4-1965 0 0,-8 97-7 0 0,-4-35-380 0 0,8-85-206 0 0,7-179-250 0 0,5 57 52 0 0,-2 4-54 0 0,3 0 0 0 0,28-124-1 0 0,-33 186 98 0 0,0-1 0 0 0,0 1 0 0 0,1 0 0 0 0,-1 0 0 0 0,1 0 0 0 0,0 0 0 0 0,-1 0 0 0 0,2 0 0 0 0,-1 0 0 0 0,4-4 0 0 0,-5 6 5 0 0,-1 1-1 0 0,1 0 1 0 0,-1-1-1 0 0,1 1 1 0 0,0 0-1 0 0,-1-1 0 0 0,1 1 1 0 0,-1 0-1 0 0,1 0 1 0 0,0-1-1 0 0,-1 1 1 0 0,1 0-1 0 0,0 0 1 0 0,-1 0-1 0 0,1 0 1 0 0,0 0-1 0 0,-1 0 1 0 0,1 0-1 0 0,0 0 1 0 0,-1 0-1 0 0,1 0 0 0 0,-1 1 1 0 0,2-1-1 0 0,-1 1 1 0 0,1 0-1 0 0,-1 0 0 0 0,0 0 0 0 0,0 0 1 0 0,1 0-1 0 0,-1 0 0 0 0,0 0 0 0 0,0 1 1 0 0,0-1-1 0 0,0 0 0 0 0,0 1 0 0 0,-1-1 1 0 0,2 3-1 0 0,14 33 14 0 0,-3 0 1 0 0,-1 1 0 0 0,12 63-1 0 0,-6-19 3 0 0,-14-66-14 0 0,5 17 0 0 0,13 36 0 0 0,-19-61 1 0 0,0-1-1 0 0,0 1 0 0 0,1-1 1 0 0,0 0-1 0 0,1 0 0 0 0,-1 0 0 0 0,1-1 1 0 0,1 1-1 0 0,-1-1 0 0 0,10 7 1 0 0,-13-11-2 0 0,1-1 0 0 0,-1 1 0 0 0,0-1 0 0 0,1 0 1 0 0,0 0-1 0 0,-1 0 0 0 0,1-1 0 0 0,-1 1 1 0 0,1 0-1 0 0,0-1 0 0 0,0 0 0 0 0,-1 0 1 0 0,1 1-1 0 0,0-2 0 0 0,0 1 0 0 0,-1 0 1 0 0,1 0-1 0 0,0-1 0 0 0,-1 0 0 0 0,1 1 0 0 0,0-1 1 0 0,-1 0-1 0 0,1 0 0 0 0,-1-1 0 0 0,0 1 1 0 0,1 0-1 0 0,-1-1 0 0 0,0 0 0 0 0,0 1 1 0 0,0-1-1 0 0,3-3 0 0 0,6-5-1 0 0,-1-1 1 0 0,0 0-1 0 0,-1-1 0 0 0,10-15 1 0 0,8-17-16 0 0,36-83 1 0 0,-44 85 26 0 0,1 1-1 0 0,41-61 1 0 0,-58 97 1 0 0,1 0-1 0 0,1-1 1 0 0,-1 1 0 0 0,1 1-1 0 0,0-1 1 0 0,0 1 0 0 0,0 0 0 0 0,0 0-1 0 0,1 0 1 0 0,-1 1 0 0 0,1-1-1 0 0,0 2 1 0 0,0-1 0 0 0,1 1 0 0 0,9-3-1 0 0,-15 5-5 0 0,1 0 0 0 0,-1 0 0 0 0,0 0 0 0 0,0 0 0 0 0,0 1 0 0 0,0-1-1 0 0,0 0 1 0 0,0 1 0 0 0,0-1 0 0 0,0 1 0 0 0,0-1 0 0 0,0 1 0 0 0,0-1 0 0 0,0 1 0 0 0,0 0-1 0 0,0 0 1 0 0,0-1 0 0 0,0 1 0 0 0,-1 0 0 0 0,1 0 0 0 0,0 0 0 0 0,-1 0 0 0 0,1 0-1 0 0,0 0 1 0 0,-1 0 0 0 0,0 0 0 0 0,1 0 0 0 0,-1 0 0 0 0,1 0 0 0 0,-1 1 0 0 0,7 37 123 0 0,-7-35-107 0 0,3 275 688 0 0,-6-142-2026 0 0,4-83-12715 0 0,4-41 9098 0 0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9:47.53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79 4040 0 0,'1'-5'605'0'0,"1"-1"0"0"0,-1 1 0 0 0,1 0-1 0 0,0 0 1 0 0,1 1 0 0 0,-1-1 0 0 0,1 0-1 0 0,0 1 1 0 0,0 0 0 0 0,0-1 0 0 0,7-5-1 0 0,-8 6-81 0 0,-2 4-467 0 0,1 0 0 0 0,-1 0 0 0 0,0 0-1 0 0,0-1 1 0 0,0 1 0 0 0,0 0 0 0 0,0 0-1 0 0,0 0 1 0 0,1 0 0 0 0,-1-1 0 0 0,0 1-1 0 0,0 0 1 0 0,0 0 0 0 0,0 0 0 0 0,1 0-1 0 0,-1 0 1 0 0,0 0 0 0 0,0 0 0 0 0,0 0-1 0 0,1 0 1 0 0,-1-1 0 0 0,0 1 0 0 0,0 0-1 0 0,0 0 1 0 0,1 0 0 0 0,-1 0 0 0 0,0 0-1 0 0,0 0 1 0 0,0 0 0 0 0,1 0-1 0 0,-1 1 1 0 0,0-1 0 0 0,0 0 0 0 0,0 0-1 0 0,1 0 1 0 0,-1 0 0 0 0,0 0 0 0 0,0 0-1 0 0,0 0 1 0 0,1 0 0 0 0,-1 0 0 0 0,0 1-1 0 0,0-1 1 0 0,0 0 0 0 0,0 0 0 0 0,0 0-1 0 0,1 0 1 0 0,-1 1 0 0 0,0-1 0 0 0,0 0-1 0 0,0 0 1 0 0,0 0 0 0 0,0 0 0 0 0,0 1-1 0 0,0-1 1 0 0,0 0 0 0 0,0 0 0 0 0,0 0-1 0 0,1 1 1 0 0,4 22 1748 0 0,-3 27 312 0 0,-2-33-1546 0 0,-14 365 3731 0 0,14-376-4230 0 0,-1 1 0 0 0,0 0-1 0 0,0 0 1 0 0,-1 0 0 0 0,1-1-1 0 0,-1 1 1 0 0,-1-1 0 0 0,-3 7-1 0 0,0-43 54 0 0,5-69-264 0 0,-1 30-8 0 0,2-1 0 0 0,20-131 0 0 0,-18 193 125 0 0,0-1-1 0 0,1 1 0 0 0,0 0 1 0 0,1 0-1 0 0,4-9 0 0 0,-7 16 20 0 0,0-1 1 0 0,0 1-1 0 0,-1 0 0 0 0,1 0 0 0 0,0-1 0 0 0,0 1 1 0 0,1 0-1 0 0,-1 0 0 0 0,0 0 0 0 0,0 0 0 0 0,0 0 1 0 0,1 1-1 0 0,-1-1 0 0 0,0 0 0 0 0,3 0 0 0 0,-3 0 5 0 0,0 1 0 0 0,1 1-1 0 0,-1-1 1 0 0,0 0 0 0 0,0 0-1 0 0,0 0 1 0 0,0 1 0 0 0,0-1-1 0 0,0 0 1 0 0,0 1 0 0 0,0-1-1 0 0,0 1 1 0 0,0-1-1 0 0,0 1 1 0 0,-1 0 0 0 0,1-1-1 0 0,0 1 1 0 0,0 0 0 0 0,0-1-1 0 0,-1 1 1 0 0,1 0 0 0 0,0 0-1 0 0,-1 0 1 0 0,1 0 0 0 0,0 2-1 0 0,18 29 47 0 0,-1 2 0 0 0,-2 0 0 0 0,-2 1 0 0 0,17 57 0 0 0,-22-59-6 0 0,1-1 0 0 0,3 0 0 0 0,0 0 1 0 0,2-1-1 0 0,36 56 0 0 0,-49-85-28 0 0,-1 0 1 0 0,0-1-1 0 0,1 1 0 0 0,-1 0 0 0 0,1-1 0 0 0,-1 1 1 0 0,1-1-1 0 0,-1 1 0 0 0,1-1 0 0 0,0 0 0 0 0,0 1 0 0 0,0-1 1 0 0,0 0-1 0 0,0 0 0 0 0,0-1 0 0 0,0 1 0 0 0,0 0 1 0 0,0-1-1 0 0,1 1 0 0 0,-1-1 0 0 0,0 0 0 0 0,0 1 0 0 0,4-1 1 0 0,-4-1 7 0 0,1 0 0 0 0,-1 0 0 0 0,0 0 0 0 0,0 0 0 0 0,1-1 0 0 0,-1 1 0 0 0,0-1 0 0 0,0 1 0 0 0,0-1 0 0 0,-1 0 0 0 0,1 1 0 0 0,0-1 0 0 0,-1 0 0 0 0,1 0 0 0 0,-1 0 0 0 0,1 0 0 0 0,-1-1 0 0 0,0 1 0 0 0,0 0 0 0 0,1-4 0 0 0,7-17 137 0 0,-1-2 1 0 0,-1 1-1 0 0,-1-1 1 0 0,-1 0-1 0 0,2-36 1 0 0,-3-132 587 0 0,-4 127-707 0 0,2 54-2794 0 0,7-3-8566 0 0,-6 11 9072 0 0,3-6-3048 0 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3:59:48.36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26 295 3688 0 0,'0'-64'8136'0'0,"0"37"815"0"0,0 43-6622 0 0,0 117-335 0 0,-9 269 11 0 0,7-375-1885 0 0,2-18-98 0 0,0-1 1 0 0,-1 1 0 0 0,0-1-1 0 0,0 1 1 0 0,-5 15 0 0 0,2-58-588 0 0,2-121-292 0 0,14-305-1163 0 0,-9 433 1813 0 0,10-41 0 0 0,-11 60 165 0 0,0 1 0 0 0,0-1 0 0 0,1 1 0 0 0,0 0 0 0 0,1 0 0 0 0,-1 0 0 0 0,1 0 0 0 0,1 1 0 0 0,-1-1 0 0 0,8-6 0 0 0,-9 10 41 0 0,0 1 0 0 0,1 0 0 0 0,-1 0-1 0 0,1 0 1 0 0,-1 0 0 0 0,1 1 0 0 0,0 0-1 0 0,0-1 1 0 0,0 1 0 0 0,0 0 0 0 0,0 1-1 0 0,0-1 1 0 0,0 1 0 0 0,0 0 0 0 0,0 0-1 0 0,0 0 1 0 0,0 0 0 0 0,0 1 0 0 0,0 0-1 0 0,0 0 1 0 0,0 0 0 0 0,7 3 0 0 0,2 0 70 0 0,-1 2 0 0 0,0-1 0 0 0,0 2 0 0 0,0-1 0 0 0,17 15 0 0 0,-14-10 127 0 0,-1 2 0 0 0,0 0 0 0 0,-1 0 1 0 0,0 1-1 0 0,-1 1 0 0 0,-1 0 0 0 0,18 31 0 0 0,-26-41-118 0 0,-1 0 0 0 0,1 0-1 0 0,-1 0 1 0 0,0 1 0 0 0,-1-1-1 0 0,1 0 1 0 0,-1 1-1 0 0,0-1 1 0 0,-1 1 0 0 0,1 0-1 0 0,-1-1 1 0 0,0 1-1 0 0,0-1 1 0 0,-1 1 0 0 0,0-1-1 0 0,0 1 1 0 0,0-1-1 0 0,0 1 1 0 0,-1-1 0 0 0,0 0-1 0 0,0 0 1 0 0,-1 0 0 0 0,1 0-1 0 0,-1 0 1 0 0,0 0-1 0 0,0-1 1 0 0,-1 1 0 0 0,0-1-1 0 0,1 0 1 0 0,-10 7 0 0 0,1-1 213 0 0,0-1 0 0 0,-1-1 1 0 0,0 0-1 0 0,0-1 0 0 0,-1 0 1 0 0,0-1-1 0 0,-27 8 0 0 0,-34 1-3111 0 0,38-11-2925 0 0,1-3-4162 0 0,26-1 4279 0 0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0:39.2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107 82 3820 0 0,'-10'1'813'0'0,"1"0"0"0"0,0 0 0 0 0,0 1 0 0 0,0 0 0 0 0,0 1 0 0 0,1 0-1 0 0,-1 0 1 0 0,1 1 0 0 0,-17 10 1256 0 0,25-14-1972 0 0,0 1-1 0 0,-1-1 1 0 0,1 0 0 0 0,0 0-1 0 0,0 0 1 0 0,0 1-1 0 0,0-1 1 0 0,0 0 0 0 0,0 1-1 0 0,0-1 1 0 0,0 0-1 0 0,0 0 1 0 0,0 1 0 0 0,0-1-1 0 0,0 0 1 0 0,0 0-1 0 0,0 1 1 0 0,2 2 1449 0 0,-1-2-1449 0 0,17 7 2042 0 0,22 1-1144 0 0,14-3-650 0 0,1-3 1 0 0,-1-3-1 0 0,1-1 0 0 0,90-16 0 0 0,-80 7-184 0 0,104-31 0 0 0,-86 14-58 0 0,-41 12-34 0 0,0 2 0 0 0,59-11 0 0 0,-90 23 75 0 0,0 0-1 0 0,-1 0 0 0 0,18 2 0 0 0,-25-1-282 0 0,0 1 0 0 0,1-1-1 0 0,-1 1 1 0 0,0 0 0 0 0,0 0 0 0 0,0 0 0 0 0,0 0-1 0 0,5 3 1 0 0,-7-3-218 0 0,1 0-1 0 0,-1 0 1 0 0,0 0-1 0 0,0 0 1 0 0,0 0-1 0 0,0 0 1 0 0,0 1-1 0 0,0-1 1 0 0,0 0 0 0 0,0 0-1 0 0,1 4 1 0 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0:46.2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196 5 3336 0 0,'0'0'1886'0'0,"-31"-4"9127"0"0,20 13-10816 0 0,1 0 0 0 0,0 1 0 0 0,0 1 0 0 0,1 0 0 0 0,1 0 0 0 0,0 1 0 0 0,0 0 0 0 0,1 0 0 0 0,1 0 0 0 0,-9 25 0 0 0,1 2-50 0 0,2 2-1 0 0,-10 57 1 0 0,16-57 3 0 0,1 2 0 0 0,2-1 1 0 0,2 0-1 0 0,5 52 0 0 0,-2-83-96 0 0,0-1 0 0 0,0 0 0 0 0,1 1 0 0 0,0-1 0 0 0,1 0 0 0 0,0-1 0 0 0,1 1 0 0 0,0-1-1 0 0,1 0 1 0 0,-1 0 0 0 0,2 0 0 0 0,-1-1 0 0 0,1 0 0 0 0,0-1 0 0 0,1 1 0 0 0,11 7 0 0 0,77 66 119 0 0,-79-65-2338 0 0,6 11-7854 0 0,-22-26 9665 0 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0:48.7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 32 2848 0 0,'-11'-32'9764'0'0,"10"89"-3039"0"0,0 4-4990 0 0,-1 64-1017 0 0,2-124-708 0 0,0-1 0 0 0,0 0-1 0 0,0 1 1 0 0,0-1 0 0 0,0 1 0 0 0,0-1-1 0 0,0 1 1 0 0,0-1 0 0 0,0 1 0 0 0,0-1-1 0 0,0 1 1 0 0,0-1 0 0 0,0 1 0 0 0,0-1-1 0 0,0 1 1 0 0,0-1 0 0 0,1 1 0 0 0,-1-1-1 0 0,0 1 1 0 0,0-1 0 0 0,1 0 0 0 0,-1 1-1 0 0,0-1 1 0 0,1 1 0 0 0,-1-1 0 0 0,0 0-1 0 0,1 1 1 0 0,-1-1 0 0 0,1 0 0 0 0,-1 0-1 0 0,0 1 1 0 0,1-1 0 0 0,-1 0 0 0 0,1 0-1 0 0,-1 0 1 0 0,1 1 0 0 0,20-8 103 0 0,-4-1-82 0 0,1 0 0 0 0,0 2 0 0 0,0 0 1 0 0,0 1-1 0 0,0 1 0 0 0,38-4 0 0 0,-52 8-26 0 0,-1 0-1 0 0,0 0 1 0 0,0 0 0 0 0,1 1-1 0 0,-1-1 1 0 0,0 1 0 0 0,0 0-1 0 0,0 0 1 0 0,0 0-1 0 0,0 0 1 0 0,0 0 0 0 0,0 1-1 0 0,0-1 1 0 0,0 1 0 0 0,-1 0-1 0 0,1 0 1 0 0,0 0 0 0 0,-1 0-1 0 0,0 0 1 0 0,1 1 0 0 0,-1-1-1 0 0,0 1 1 0 0,0-1-1 0 0,-1 1 1 0 0,1 0 0 0 0,0 0-1 0 0,-1 0 1 0 0,0 0 0 0 0,2 6-1 0 0,1 3 16 0 0,-1 0 1 0 0,0 0-1 0 0,0 0 0 0 0,-2 0 0 0 0,0 0 0 0 0,0 23 0 0 0,-2-20 2 0 0,0 1 0 0 0,-2 0 0 0 0,0-1 0 0 0,0 0 0 0 0,-2 0 1 0 0,1 0-1 0 0,-2 0 0 0 0,0-1 0 0 0,-13 22 0 0 0,12-25 7 0 0,0 0 0 0 0,0-1 1 0 0,-1 0-1 0 0,0 0 1 0 0,-16 12-1 0 0,20-18-41 0 0,0 0-1 0 0,-1 0 1 0 0,0-1 0 0 0,0 1 0 0 0,0-1-1 0 0,0-1 1 0 0,0 1 0 0 0,-1-1-1 0 0,1 0 1 0 0,-1 0 0 0 0,0 0 0 0 0,1-1-1 0 0,-1 0 1 0 0,-6 1 0 0 0,11-2-83 0 0,1 0 0 0 0,-1-1 0 0 0,1 1 1 0 0,-1 0-1 0 0,0 0 0 0 0,1 0 0 0 0,-1 0 1 0 0,1-1-1 0 0,-1 1 0 0 0,1 0 0 0 0,-1-1 1 0 0,1 1-1 0 0,0 0 0 0 0,-1-1 0 0 0,1 1 1 0 0,-1-1-1 0 0,1 1 0 0 0,0 0 0 0 0,-1-1 1 0 0,1 1-1 0 0,0-1 0 0 0,-1 1 0 0 0,1-1 1 0 0,0 1-1 0 0,0-1 0 0 0,0 1 0 0 0,-1-1 0 0 0,1 0 1 0 0,0 1-1 0 0,0-1 0 0 0,0 1 0 0 0,0-2 1 0 0,0-23-8143 0 0,0 17 5395 0 0,0-10-1539 0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0:48.9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0 142 4304 0 0,'0'0'1649'0'0,"0"-4"-741"0"0,0 1 40 0 0,0-2 0 0 0,0-2 16 0 0,12-3 16 0 0,-1-1 4 0 0,6-4 16 0 0,37-14 996 0 0,-13 14-996 0 0,-1 2-19 0 0,9-1-73 0 0,-1 9-188 0 0,-5 0-4377 0 0,3 0 1 0 0,-6 4 0 0 0,-3 1-1 0 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0:49.3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 1 4744 0 0,'0'0'3683'0'0,"0"19"446"0"0,-2 36-1387 0 0,-1-1 0 0 0,-3 1 0 0 0,-18 71-1 0 0,24-124-3173 0 0,-6 30 898 0 0,5-22-3482 0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0:49.7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106 0 4464 0 0,'0'0'4617'0'0,"0"22"-421"0"0,-3 22-2457 0 0,-2-1 0 0 0,-2 1 0 0 0,-2-1 0 0 0,-17 50 0 0 0,2-6-218 0 0,16-54-1333 0 0,1-12-99 0 0,2 1 1 0 0,0 0-1 0 0,-2 39 0 0 0,17-101-746 0 0,-6 24 484 0 0,16-81-601 0 0,-9 35 243 0 0,3 1 1 0 0,37-102-1 0 0,-51 161 539 0 0,1 1-1 0 0,-1-1 1 0 0,1 1 0 0 0,0-1-1 0 0,0 0 1 0 0,-1 1 0 0 0,1 0-1 0 0,0-1 1 0 0,0 1 0 0 0,0 0-1 0 0,1-1 1 0 0,-1 1 0 0 0,0 0-1 0 0,0 0 1 0 0,1 0 0 0 0,-1 0-1 0 0,1 0 1 0 0,1-1 0 0 0,-2 2 11 0 0,0 0 0 0 0,0 0 0 0 0,0 0 1 0 0,0 0-1 0 0,0 0 0 0 0,0 1 0 0 0,0-1 0 0 0,-1 0 1 0 0,1 0-1 0 0,0 1 0 0 0,0-1 0 0 0,0 0 1 0 0,0 1-1 0 0,0-1 0 0 0,0 1 0 0 0,-1-1 0 0 0,1 1 1 0 0,0 0-1 0 0,0-1 0 0 0,-1 1 0 0 0,1 0 0 0 0,0 0 1 0 0,0 0-1 0 0,5 9 209 0 0,1 0 1 0 0,-1 0 0 0 0,-1 0-1 0 0,6 14 1 0 0,-2-4 53 0 0,13 23 242 0 0,16 29 314 0 0,58 83-1 0 0,-74-129-2650 0 0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0:49.9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 47 4224 0 0,'-17'-6'10065'0'0,"27"5"-8620"0"0,143-16 5954 0 0,-57 6-6529 0 0,-48 7-3962 0 0,0 1-3402 0 0,-28 2 1694 0 0,-2-2-1 0 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0:50.1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4448 0 0,'14'1'748'0'0,"0"0"-1"0"0,0 1 0 0 0,0 1 0 0 0,-1 0 0 0 0,1 1 0 0 0,-1 0 0 0 0,0 1 0 0 0,0 1 1 0 0,20 11-1 0 0,-18-8-262 0 0,0 1 0 0 0,0 1 0 0 0,-2-1 0 0 0,1 2 0 0 0,-1 0-1 0 0,-1 1 1 0 0,13 17 0 0 0,-15-16-10 0 0,-1 0-1 0 0,0 1 0 0 0,-1 1 1 0 0,-1 0-1 0 0,0 0 1 0 0,-1 0-1 0 0,-1 1 0 0 0,5 25 1 0 0,-6-18 263 0 0,-2 0 1 0 0,0 1 0 0 0,-2-1 0 0 0,-1 0 0 0 0,-5 38-1 0 0,-1-26-418 0 0,-1-1 1 0 0,-1 1-1 0 0,-17 38 0 0 0,9-33-2050 0 0,-2-1 1 0 0,-27 41 0 0 0,21-44-3420 0 0,2-7 1 0 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0:54.5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300 16 2988 0 0,'0'0'553'0'0,"-24"-14"6330"0"0,16 13-6484 0 0,1 1 0 0 0,-1 0-1 0 0,0 0 1 0 0,0 1-1 0 0,0 0 1 0 0,0 1 0 0 0,1 0-1 0 0,-1 0 1 0 0,0 0 0 0 0,1 1-1 0 0,0 0 1 0 0,0 0-1 0 0,0 1 1 0 0,0 0 0 0 0,0 0-1 0 0,1 1 1 0 0,-10 9 0 0 0,7-6-237 0 0,0 1 1 0 0,0 0-1 0 0,1 0 1 0 0,1 1-1 0 0,0 0 1 0 0,0 0 0 0 0,1 1-1 0 0,0 0 1 0 0,1 0-1 0 0,-8 23 1 0 0,-1 18 168 0 0,1 1 0 0 0,-4 54 0 0 0,15-88-255 0 0,0 0 1 0 0,2 1 0 0 0,0-1-1 0 0,2 0 1 0 0,0 0-1 0 0,1 0 1 0 0,0 0-1 0 0,2 0 1 0 0,8 23 0 0 0,-7-31-49 0 0,0 0 0 0 0,0 0 0 0 0,1-1 0 0 0,1 0 0 0 0,-1 0 0 0 0,2-1 0 0 0,-1 0 0 0 0,1 0 0 0 0,1-1 0 0 0,-1 0 0 0 0,2-1 0 0 0,-1 0 0 0 0,1 0 0 0 0,0-1 0 0 0,17 7 0 0 0,17 2-4386 0 0,0-8-4506 0 0,-25-5 4683 0 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0:55.3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477 1 3928 0 0,'-2'5'8606'0'0,"-10"22"-6666"0"0,-24 28 1098 0 0,-59 73 1 0 0,71-101-2836 0 0,-1-1 0 0 0,-1-2 0 0 0,-1 0 0 0 0,-40 27 1 0 0,60-46-182 0 0,0-1 0 0 0,0 1 0 0 0,-1-1-1 0 0,1-1 1 0 0,-1 1 0 0 0,0-2 0 0 0,0 1 0 0 0,0-1 0 0 0,0 0 0 0 0,-1 0 0 0 0,1-1 0 0 0,0 0 0 0 0,-14-1 0 0 0,20 0-16 0 0,0-1 0 0 0,1 1 0 0 0,-1-1 0 0 0,0 1-1 0 0,1-1 1 0 0,-1 0 0 0 0,1 1 0 0 0,-1-1 0 0 0,1 0 0 0 0,-1 0 0 0 0,1 0 0 0 0,-1 0 0 0 0,1 0-1 0 0,0-1 1 0 0,0 1 0 0 0,-1 0 0 0 0,1-1 0 0 0,0 1 0 0 0,0-1 0 0 0,-1-2 0 0 0,0 0 1 0 0,1 0 0 0 0,-1 0-1 0 0,1 0 1 0 0,0-1 0 0 0,1 1 0 0 0,-1 0 0 0 0,0-1 0 0 0,1-5 0 0 0,0 0 4 0 0,1-1 0 0 0,0 0 0 0 0,1 1 0 0 0,0-1 1 0 0,1 1-1 0 0,4-14 0 0 0,-1 11 17 0 0,1 0 0 0 0,-1 0 0 0 0,18-22 0 0 0,-20 30-7 0 0,0-1 0 0 0,1 1-1 0 0,0 0 1 0 0,0 1-1 0 0,0-1 1 0 0,0 1-1 0 0,1 0 1 0 0,0 1-1 0 0,0-1 1 0 0,10-4-1 0 0,-15 8-11 0 0,0 0-1 0 0,1 0 1 0 0,-1 0-1 0 0,0 0 1 0 0,0 0-1 0 0,0 0 1 0 0,0 0-1 0 0,1 0 1 0 0,-1 0-1 0 0,0 1 1 0 0,0-1-1 0 0,0 1 1 0 0,0-1-1 0 0,0 0 1 0 0,0 1-1 0 0,0 0 1 0 0,0-1-1 0 0,0 1 1 0 0,0 0 0 0 0,0-1-1 0 0,0 1 1 0 0,0 0-1 0 0,-1 0 1 0 0,1 0-1 0 0,0 0 1 0 0,0 0-1 0 0,-1 0 1 0 0,1 0-1 0 0,-1 0 1 0 0,2 2-1 0 0,18 42 146 0 0,-14-28-82 0 0,4 3-16 0 0,4 12 65 0 0,35 54 1 0 0,-44-78-110 0 0,1-1 1 0 0,-1 1 0 0 0,1-1 0 0 0,1-1 0 0 0,-1 1 0 0 0,1-1 0 0 0,0 0 0 0 0,1 0 0 0 0,-1-1-1 0 0,1 0 1 0 0,0-1 0 0 0,10 5 0 0 0,-13-8-7 0 0,0 0 1 0 0,-1 0-1 0 0,1-1 0 0 0,0 0 0 0 0,0 0 0 0 0,0 0 1 0 0,0 0-1 0 0,0-1 0 0 0,0 1 0 0 0,0-1 1 0 0,0 0-1 0 0,-1-1 0 0 0,1 1 0 0 0,0-1 0 0 0,-1 0 1 0 0,1 0-1 0 0,-1-1 0 0 0,0 1 0 0 0,0-1 1 0 0,0 0-1 0 0,0 0 0 0 0,6-6 0 0 0,2-2 16 0 0,-1-1-1 0 0,0 0 0 0 0,-1 0 0 0 0,0-1 1 0 0,14-25-1 0 0,-18 26 24 0 0,0 0 0 0 0,-1-1 1 0 0,0 0-1 0 0,-1 0 0 0 0,4-18 0 0 0,-7 24-11 0 0,0 0-1 0 0,0 0 1 0 0,0 0 0 0 0,-1 0-1 0 0,-1 0 1 0 0,1 0 0 0 0,-1 0-1 0 0,0 0 1 0 0,-1 0 0 0 0,1 1-1 0 0,-1-1 1 0 0,-4-8 0 0 0,3 11-5 0 0,0-1 1 0 0,0 1 0 0 0,-1-1-1 0 0,0 1 1 0 0,1 0 0 0 0,-1 0-1 0 0,-1 1 1 0 0,1-1-1 0 0,0 1 1 0 0,-1 0 0 0 0,0 0-1 0 0,0 1 1 0 0,0-1 0 0 0,0 1-1 0 0,0 0 1 0 0,0 0 0 0 0,0 1-1 0 0,-1-1 1 0 0,1 1 0 0 0,-1 1-1 0 0,1-1 1 0 0,-1 1 0 0 0,1 0-1 0 0,-1 0 1 0 0,1 0 0 0 0,-1 1-1 0 0,1 0 1 0 0,-1 0 0 0 0,1 0-1 0 0,-10 4 1 0 0,14-4-180 0 0,0 0 1 0 0,0 0-1 0 0,0-1 0 0 0,0 1 0 0 0,0 0 1 0 0,0 0-1 0 0,0 1 0 0 0,1-1 1 0 0,-1 0-1 0 0,0 0 0 0 0,1 0 0 0 0,-1 0 1 0 0,0 2-1 0 0,-2 28-13172 0 0,5-17 8373 0 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0:55.7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123 1 4168 0 0,'2'21'4327'0'0,"1"17"-2255"0"0,-2 1 0 0 0,-2-1 0 0 0,-5 41-1 0 0,4-66-1440 0 0,0-1-1 0 0,-1 0 1 0 0,-1 1 0 0 0,0-1-1 0 0,-1-1 1 0 0,-11 22-1 0 0,-11 6-1150 0 0,5-13-3386 0 0,-3-4-4267 0 0,13-12 3880 0 0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0:56.1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 4728 0 0,'15'1'9406'0'0,"27"2"-6991"0"0,145-8 4346 0 0,-3 0-3915 0 0,-180 5-3848 0 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0:56.3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4832 0 0,'1'0'4504'0'0,"12"1"-3062"0"0,12 5-211 0 0,-1 2 0 0 0,0 1 0 0 0,0 1 0 0 0,23 13 0 0 0,-19-7-386 0 0,0 2 1 0 0,-2 0-1 0 0,0 2 1 0 0,-1 0-1 0 0,28 31 0 0 0,-42-39-508 0 0,0 2-1 0 0,0 0 0 0 0,-1 0 0 0 0,-1 1 0 0 0,-1 0 1 0 0,0 0-1 0 0,-1 1 0 0 0,0 0 0 0 0,-1 0 1 0 0,-1 1-1 0 0,-1-1 0 0 0,0 1 0 0 0,-1 0 1 0 0,0 27-1 0 0,-3-18-179 0 0,-1-1 0 0 0,-1 1 0 0 0,-1-1 0 0 0,-2 0 0 0 0,0 0 0 0 0,-2 0 1 0 0,-1-1-1 0 0,-1 0 0 0 0,-13 26 0 0 0,-6 6 432 0 0,-59 87 0 0 0,53-97-2403 0 0,-4 2-3903 0 0,-3-2-5425 0 0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0:59.0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254 33 856 0 0,'0'-7'11159'0'0,"-4"-19"-7192"0"0,-1 26-3784 0 0,-1 0 0 0 0,1 1 1 0 0,0-1-1 0 0,-1 1 0 0 0,1 0 0 0 0,0 1 0 0 0,-1-1 1 0 0,1 1-1 0 0,0 0 0 0 0,0 0 0 0 0,0 0 0 0 0,1 1 0 0 0,-1 0 1 0 0,0 0-1 0 0,1 0 0 0 0,-5 5 0 0 0,-1 1-94 0 0,0 0 0 0 0,1 1 0 0 0,0 0 0 0 0,1 0 0 0 0,-12 19 0 0 0,6-2 15 0 0,1 0-1 0 0,1 0 0 0 0,2 1 0 0 0,0 1 0 0 0,2 0 0 0 0,-5 34 1 0 0,7-20 57 0 0,1 1 0 0 0,2-1 1 0 0,6 72-1 0 0,-1-88-72 0 0,2-1-1 0 0,0 0 1 0 0,2 0-1 0 0,16 44 1 0 0,-15-54-89 0 0,-1-1-1 0 0,2 0 1 0 0,0 0 0 0 0,1-1-1 0 0,1 0 1 0 0,0 0 0 0 0,0-1-1 0 0,20 18 1 0 0,-1-12-1133 0 0,-9-12-2690 0 0,-6-4-298 0 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1:00.1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4456 0 0,'0'0'4499'0'0,"0"12"-1458"0"0,0 238 6273 0 0,0 1-7587 0 0,3-241-4054 0 0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1:00.4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 0 3920 0 0,'0'0'727'0'0,"-1"11"1649"0"0,-7 12-1383 0 0,2-1 1 0 0,0 1-1 0 0,2 1 0 0 0,0-1 0 0 0,2 1 0 0 0,0 0 1 0 0,3 35-1 0 0,0-53-735 0 0,-1 0 0 0 0,0 1-1 0 0,1-1 1 0 0,0 0 0 0 0,1 1 0 0 0,0-1 0 0 0,-1 0 0 0 0,2 0 0 0 0,-1 0 0 0 0,1-1 0 0 0,0 1 0 0 0,7 9 0 0 0,-8-12-164 0 0,1 0 1 0 0,0-1-1 0 0,-1 1 1 0 0,1-1-1 0 0,1 0 0 0 0,-1 0 1 0 0,0 0-1 0 0,0 0 1 0 0,1-1-1 0 0,-1 1 1 0 0,1-1-1 0 0,-1 0 1 0 0,1 0-1 0 0,-1 0 1 0 0,1-1-1 0 0,0 1 0 0 0,0-1 1 0 0,-1 0-1 0 0,1 0 1 0 0,0 0-1 0 0,0 0 1 0 0,-1-1-1 0 0,6-1 1 0 0,-2 1 14 0 0,1-1 0 0 0,-1 0 0 0 0,0-1 0 0 0,-1 0 0 0 0,1 0 1 0 0,0-1-1 0 0,-1 1 0 0 0,0-1 0 0 0,1-1 0 0 0,-2 1 0 0 0,1-1 1 0 0,0 0-1 0 0,-1 0 0 0 0,0-1 0 0 0,0 0 0 0 0,-1 0 1 0 0,0 0-1 0 0,0 0 0 0 0,0-1 0 0 0,-1 1 0 0 0,0-1 0 0 0,0 0 1 0 0,0 0-1 0 0,-1 0 0 0 0,0 0 0 0 0,-1-1 0 0 0,1 1 0 0 0,-1 0 1 0 0,-1-1-1 0 0,1 1 0 0 0,-2-1 0 0 0,1 1 0 0 0,-1 0 1 0 0,0-1-1 0 0,0 1 0 0 0,-1 0 0 0 0,0-1 0 0 0,0 1 0 0 0,0 0 1 0 0,-1 0-1 0 0,0 1 0 0 0,-1-1 0 0 0,-4-6 0 0 0,4 8 30 0 0,0 0 0 0 0,-1 0 0 0 0,0 0 0 0 0,0 0 0 0 0,0 1 0 0 0,0 0 0 0 0,-1 0 0 0 0,1 0 0 0 0,-1 1 0 0 0,0-1-1 0 0,0 2 1 0 0,0-1 0 0 0,-1 1 0 0 0,1-1 0 0 0,-1 2 0 0 0,1-1 0 0 0,-12 0 0 0 0,15 1-331 0 0,-1 1-1 0 0,0 0 1 0 0,0 1 0 0 0,0-1-1 0 0,1 1 1 0 0,-1-1 0 0 0,0 1-1 0 0,0 1 1 0 0,1-1-1 0 0,-1 0 1 0 0,1 1 0 0 0,-1-1-1 0 0,-5 5 1 0 0,-12 17-5281 0 0,6 12-3949 0 0,12-15 4273 0 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1:00.7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134 0 4848 0 0,'0'0'865'0'0,"0"20"2980"0"0,-8 26-1525 0 0,-1-1 1 0 0,-2 0 0 0 0,-2 0 0 0 0,-32 72 0 0 0,21-58 45 0 0,7-7-1348 0 0,13-35-3913 0 0,1 1-4415 0 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1:01.1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158 1 5272 0 0,'-2'13'7969'0'0,"-2"8"-3546"0"0,-36 120 160 0 0,11-51-2348 0 0,-50 176-416 0 0,75-238-2298 0 0,6-23-184 0 0,5-17 11 0 0,56-165-1802 0 0,-46 123 2183 0 0,1 1 1 0 0,3 0 0 0 0,44-76-1 0 0,-64 127 306 0 0,0-1 0 0 0,1 1-1 0 0,-1 0 1 0 0,1-1-1 0 0,-1 1 1 0 0,1 0 0 0 0,0 0-1 0 0,0 0 1 0 0,0 0-1 0 0,0 1 1 0 0,1-1 0 0 0,-1 0-1 0 0,0 1 1 0 0,1 0 0 0 0,-1-1-1 0 0,1 1 1 0 0,-1 0-1 0 0,1 0 1 0 0,0 1 0 0 0,3-2-1 0 0,-4 2 31 0 0,1 1-1 0 0,0-1 0 0 0,-1 1 0 0 0,1-1 1 0 0,-1 1-1 0 0,1 0 0 0 0,-1 0 0 0 0,1 0 0 0 0,-1 0 1 0 0,0 0-1 0 0,0 1 0 0 0,1-1 0 0 0,-1 1 1 0 0,0-1-1 0 0,0 1 0 0 0,0 0 0 0 0,1 2 1 0 0,7 7 237 0 0,-2 1 0 0 0,1 0 0 0 0,-2 0 0 0 0,1 1 0 0 0,9 24 1 0 0,79 196 1699 0 0,-91-222-2751 0 0,8 16 1179 0 0,-9-18-4063 0 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1:01.3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68 5072 0 0,'-2'-2'3789'0'0,"6"-2"-1858"0"0,10-4-202 0 0,12 2-10 0 0,1 1 0 0 0,31-3 0 0 0,-39 6-1099 0 0,125-9 4438 0 0,-77 8-3241 0 0,-23-1-3863 0 0,-7-1-2753 0 0,0-1-3616 0 0,-16 2 3466 0 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1:01.6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 4648 0 0,'15'-2'2655'0'0,"-6"1"-2219"0"0,0 0-1 0 0,0 1 0 0 0,0 1 0 0 0,0-1 0 0 0,0 1 1 0 0,0 1-1 0 0,-1 0 0 0 0,1 0 0 0 0,0 0 1 0 0,-1 1-1 0 0,0 1 0 0 0,1-1 0 0 0,-1 1 0 0 0,9 6 1 0 0,-7-2 32 0 0,-1 0 0 0 0,1 0 0 0 0,-1 1 0 0 0,-1 0 0 0 0,1 0 0 0 0,-2 1 0 0 0,1 0 0 0 0,-1 0 0 0 0,7 16 0 0 0,-4-6 160 0 0,-2 0-1 0 0,0 1 1 0 0,-1 0 0 0 0,-1 0-1 0 0,-1 0 1 0 0,-1 1 0 0 0,-1 0 0 0 0,-1 0-1 0 0,-1-1 1 0 0,0 1 0 0 0,-4 29-1 0 0,-2-24-353 0 0,-1 1 0 0 0,-1-1 0 0 0,-1 0 0 0 0,-1-1 0 0 0,-2 0 0 0 0,0 0 0 0 0,-22 34 0 0 0,-18 11-5081 0 0,36-53-1567 0 0,-30 26 0 0 0,26-30 1041 0 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1:05.6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266 7 3028 0 0,'-33'-6'4254'0'0,"25"6"-3898"0"0,0 1 0 0 0,0 0 0 0 0,1 1 0 0 0,-1-1-1 0 0,0 1 1 0 0,0 1 0 0 0,1 0 0 0 0,-1 0 0 0 0,1 0 0 0 0,0 1 0 0 0,0 0 0 0 0,0 0-1 0 0,-12 11 1 0 0,11-7-5 0 0,0 0-1 0 0,0 0 1 0 0,1 0-1 0 0,0 1 1 0 0,0 1-1 0 0,1-1 1 0 0,0 1-1 0 0,1 0 1 0 0,0 0-1 0 0,-5 14 0 0 0,2 3 266 0 0,0 0 0 0 0,2 0-1 0 0,1 1 1 0 0,-1 41 0 0 0,2-9-136 0 0,3 0 0 0 0,2 0 0 0 0,13 80 0 0 0,-9-122-283 0 0,-1 1 1 0 0,2-1-1 0 0,0 0 1 0 0,2-1-1 0 0,0 1 1 0 0,10 16-1 0 0,-12-25-633 0 0,1 0 0 0 0,-1-1 1 0 0,1 1-1 0 0,16 13 0 0 0,-16-17-1247 0 0,0 0 0 0 0,0 0 0 0 0,0 0 0 0 0,1-1 0 0 0,-1 0 1 0 0,16 5-1 0 0,-2-3-2586 0 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1:06.6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 46 3008 0 0,'1'-6'1525'0'0,"-1"0"-1"0"0,1-1 1 0 0,0 1-1 0 0,7-14 4200 0 0,-8 20-5651 0 0,0 25 2192 0 0,-19 142 1026 0 0,10-115-2973 0 0,6-38-191 0 0,0-1-1 0 0,1 1 1 0 0,0 0 0 0 0,1 0 0 0 0,2 24-1 0 0,-1-37-116 0 0,1 0 0 0 0,-1-1-1 0 0,0 1 1 0 0,0 0 0 0 0,1 0-1 0 0,-1 0 1 0 0,1-1-1 0 0,-1 1 1 0 0,0 0 0 0 0,1 0-1 0 0,0-1 1 0 0,-1 1 0 0 0,1-1-1 0 0,-1 1 1 0 0,1 0 0 0 0,0-1-1 0 0,-1 1 1 0 0,1-1-1 0 0,0 1 1 0 0,0-1 0 0 0,-1 0-1 0 0,1 1 1 0 0,0-1 0 0 0,0 0-1 0 0,0 1 1 0 0,-1-1 0 0 0,1 0-1 0 0,0 0 1 0 0,0 0 0 0 0,0 0-1 0 0,0 0 1 0 0,0 0-1 0 0,-1 0 1 0 0,1 0 0 0 0,0 0-1 0 0,0 0 1 0 0,1-1 0 0 0,35-11 135 0 0,-32 10-115 0 0,41-17 85 0 0,-31 11-79 0 0,1 1 0 0 0,0 1 0 0 0,0 1 0 0 0,1 0 0 0 0,-1 1 0 0 0,1 0-1 0 0,21 0 1 0 0,-36 4-30 0 0,-1 0 0 0 0,1 0-1 0 0,0 0 1 0 0,0 0-1 0 0,-1 0 1 0 0,1 1 0 0 0,0-1-1 0 0,-1 1 1 0 0,1-1-1 0 0,0 1 1 0 0,-1 0 0 0 0,1 0-1 0 0,0-1 1 0 0,-1 1 0 0 0,0 0-1 0 0,1 0 1 0 0,-1 1-1 0 0,1-1 1 0 0,-1 0 0 0 0,0 0-1 0 0,0 1 1 0 0,0-1-1 0 0,1 2 1 0 0,0 1 5 0 0,0 0 0 0 0,-1-1 1 0 0,0 1-1 0 0,0 0 0 0 0,0 0 0 0 0,0 0 0 0 0,0 0 1 0 0,-1 0-1 0 0,0 7 0 0 0,0 7 29 0 0,-2-1 1 0 0,-1 0-1 0 0,-6 25 1 0 0,8-37-30 0 0,-6 20 53 0 0,-1 0-1 0 0,-1-1 1 0 0,-1 0-1 0 0,-27 45 1 0 0,29-56-23 0 0,0 0 1 0 0,-1-1 0 0 0,0 0-1 0 0,-1-1 1 0 0,0 0-1 0 0,-1-1 1 0 0,-1 0 0 0 0,1 0-1 0 0,-19 10 1 0 0,28-19-61 0 0,-1 1 1 0 0,1-1-1 0 0,-1 0 0 0 0,0 0 1 0 0,0 0-1 0 0,0 0 1 0 0,1 0-1 0 0,-7 0 0 0 0,9-1-92 0 0,-1 0 0 0 0,1 0-1 0 0,-1 0 1 0 0,1 0-1 0 0,0 0 1 0 0,-1-1-1 0 0,1 1 1 0 0,-1 0 0 0 0,1 0-1 0 0,-1 0 1 0 0,1 0-1 0 0,0-1 1 0 0,-1 1-1 0 0,1 0 1 0 0,-1 0 0 0 0,1-1-1 0 0,0 1 1 0 0,-1 0-1 0 0,1-1 1 0 0,0 1 0 0 0,-1 0-1 0 0,1-1 1 0 0,-1 0-1 0 0,2-16-7132 0 0,6 2 2728 0 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1:06.8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16 105 4800 0 0,'0'1'218'0'0,"-1"-1"-1"0"0,0 0 1 0 0,0 0-1 0 0,0 0 1 0 0,0 0-1 0 0,1 0 1 0 0,-1 0-1 0 0,0-1 1 0 0,0 1-1 0 0,0 0 1 0 0,1 0-1 0 0,-1 0 1 0 0,0-1-1 0 0,0 1 1 0 0,1 0 0 0 0,-1-1-1 0 0,0 1 1 0 0,-1-2-1 0 0,7-7 2390 0 0,26-9-314 0 0,0 6-1204 0 0,2 2 0 0 0,-1 1 0 0 0,48-7 0 0 0,104-4 405 0 0,-172 19-2013 0 0,21-3-3139 0 0,0 3-1 0 0,49 3 1 0 0,-41 5-435 0 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1:07.0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112 0 5200 0 0,'-6'19'3915'0'0,"-57"157"3317"0"0,45-120-5453 0 0,11-34-769 0 0,1 0-1 0 0,-3 28 0 0 0,7-30-3476 0 0,1-1-3303 0 0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1:07.4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253 1 4824 0 0,'0'0'2730'0'0,"-7"7"300"0"0,-6 14-1601 0 0,1 0 0 0 0,1 0 0 0 0,-11 33 0 0 0,9-23-531 0 0,-95 228 5022 0 0,42-84-4741 0 0,66-174-1742 0 0,2-4 124 0 0,9-14-156 0 0,11-24-78 0 0,166-336-1390 0 0,-182 368 2114 0 0,0-1 0 0 0,1 1 0 0 0,0 0 0 0 0,9-9 0 0 0,-14 17-12 0 0,-1-1 0 0 0,1 1 0 0 0,-1 0-1 0 0,1 0 1 0 0,0-1 0 0 0,-1 1 0 0 0,1 0 0 0 0,0 1-1 0 0,0-1 1 0 0,-1 0 0 0 0,1 0 0 0 0,0 1-1 0 0,4-1 1 0 0,-5 1-1 0 0,0 0 0 0 0,0 0-1 0 0,0 1 1 0 0,0-1 0 0 0,0 0-1 0 0,0 1 1 0 0,0-1 0 0 0,0 1 0 0 0,0-1-1 0 0,0 1 1 0 0,0-1 0 0 0,0 1 0 0 0,0 0-1 0 0,0 0 1 0 0,0-1 0 0 0,-1 1-1 0 0,1 0 1 0 0,0 0 0 0 0,0 0 0 0 0,-1 0-1 0 0,1 0 1 0 0,-1 0 0 0 0,1 0 0 0 0,-1 0-1 0 0,1 0 1 0 0,-1 2 0 0 0,17 45 1336 0 0,19 90 1 0 0,4 16-399 0 0,-36-143-1681 0 0,23 57 1676 0 0,-16-47-4308 0 0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1:07.6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27 5376 0 0,'6'-8'4977'0'0,"-5"8"-4778"0"0,34-7 1411 0 0,1 2 1 0 0,-1 1 0 0 0,1 2 0 0 0,37 2 0 0 0,-26 0-405 0 0,154 0 2541 0 0,-128 0-11826 0 0,-47 0 2376 0 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1:07.8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54 0 4576 0 0,'3'0'972'0'0,"7"1"-504"0"0,-1-1 0 0 0,0 1 0 0 0,1 0 0 0 0,-1 1 0 0 0,0 0 0 0 0,0 1 0 0 0,0 0 0 0 0,0 0 0 0 0,0 1 0 0 0,-1 0 1 0 0,0 0-1 0 0,0 1 0 0 0,0 0 0 0 0,0 1 0 0 0,-1 0 0 0 0,0 0 0 0 0,0 0 0 0 0,9 11 0 0 0,-7-5-48 0 0,-1-1 0 0 0,0 1 0 0 0,-1 1 0 0 0,0 0 0 0 0,-1 0 0 0 0,-1 0 0 0 0,0 1 0 0 0,0-1 0 0 0,-2 1 0 0 0,0 0 0 0 0,3 22 0 0 0,-4-10 193 0 0,-1 0 0 0 0,-1 0 0 0 0,-2 0 0 0 0,0 0 0 0 0,-2 0 1 0 0,0-1-1 0 0,-2 0 0 0 0,-11 30 0 0 0,4-21-372 0 0,-2 0 0 0 0,-1-2 0 0 0,-1 0 0 0 0,-2 0 0 0 0,-29 35 0 0 0,1-10-2602 0 0,-26 22-11202 0 0,55-59 8306 0 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1:08.8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413 20 4084 0 0,'-4'-3'450'0'0,"1"1"0"0"0,-1 0 0 0 0,1 0-1 0 0,-1 0 1 0 0,0 1 0 0 0,0-1 0 0 0,0 1-1 0 0,0 0 1 0 0,0 0 0 0 0,0 0 0 0 0,0 0 0 0 0,0 1-1 0 0,0 0 1 0 0,0 0 0 0 0,-6 0 0 0 0,3 2-38 0 0,-1-1 0 0 0,1 1 0 0 0,0 0 0 0 0,0 0 0 0 0,1 1 0 0 0,-1 0 0 0 0,0 0 0 0 0,-7 5 0 0 0,0 3 214 0 0,-1-1-1 0 0,1 2 1 0 0,1 0 0 0 0,0 0-1 0 0,1 2 1 0 0,-17 22-1 0 0,8-4-404 0 0,0 1 0 0 0,2 2 0 0 0,2 0 0 0 0,1 1 0 0 0,1 0 0 0 0,3 1 0 0 0,0 1 0 0 0,3 0 0 0 0,1 0 0 0 0,2 1-1 0 0,2 0 1 0 0,1 0 0 0 0,2 0 0 0 0,4 41 0 0 0,-2-67-132 0 0,1 0-1 0 0,1 0 1 0 0,0 0 0 0 0,0 0 0 0 0,2-1-1 0 0,-1 0 1 0 0,1 0 0 0 0,1 0-1 0 0,0 0 1 0 0,1-1 0 0 0,8 11-1 0 0,-8-14-298 0 0,-1-1-1 0 0,1 1 1 0 0,1-1-1 0 0,-1-1 1 0 0,1 0-1 0 0,11 7 1 0 0,-11-8-1029 0 0,0-1 0 0 0,1 0 0 0 0,0 0 0 0 0,0-1 1 0 0,0 0-1 0 0,19 4 0 0 0,4-4-3289 0 0,-4 1-1 0 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1:10.4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198 90 3328 0 0,'0'-31'4798'0'0,"-1"28"-4586"0"0,1 1-1 0 0,-1-1 0 0 0,1 0 1 0 0,-1 0-1 0 0,0 1 1 0 0,0-1-1 0 0,0 0 1 0 0,-1 1-1 0 0,1-1 1 0 0,0 1-1 0 0,-1 0 1 0 0,0-1-1 0 0,0 1 0 0 0,1 0 1 0 0,-1 0-1 0 0,0 0 1 0 0,-1 0-1 0 0,1 1 1 0 0,0-1-1 0 0,0 0 1 0 0,-1 1-1 0 0,1 0 1 0 0,-1-1-1 0 0,1 1 0 0 0,-1 0 1 0 0,0 0-1 0 0,1 0 1 0 0,-1 1-1 0 0,0-1 1 0 0,0 1-1 0 0,0 0 1 0 0,1-1-1 0 0,-1 1 1 0 0,0 0-1 0 0,0 1 0 0 0,0-1 1 0 0,1 0-1 0 0,-1 1 1 0 0,0 0-1 0 0,0-1 1 0 0,1 1-1 0 0,-1 0 1 0 0,0 0-1 0 0,1 1 1 0 0,-1-1-1 0 0,1 1 0 0 0,0-1 1 0 0,-1 1-1 0 0,1 0 1 0 0,0-1-1 0 0,-3 5 1 0 0,-3 2-3 0 0,0 1 1 0 0,0 1 0 0 0,1-1-1 0 0,0 1 1 0 0,1 0-1 0 0,0 0 1 0 0,1 1 0 0 0,0 0-1 0 0,1 0 1 0 0,-5 17-1 0 0,6-18-157 0 0,1 0 0 0 0,0 1-1 0 0,0-1 1 0 0,1 1 0 0 0,1-1-1 0 0,0 1 1 0 0,0-1 0 0 0,1 1-1 0 0,0-1 1 0 0,1 0-1 0 0,0 1 1 0 0,4 11 0 0 0,-5-19-40 0 0,0 0 1 0 0,0 0-1 0 0,1-1 1 0 0,-1 1 0 0 0,1 0-1 0 0,0 0 1 0 0,0-1-1 0 0,0 1 1 0 0,0-1 0 0 0,0 0-1 0 0,0 0 1 0 0,1 1-1 0 0,-1-1 1 0 0,1-1 0 0 0,-1 1-1 0 0,1 0 1 0 0,0-1-1 0 0,4 3 1 0 0,-2-3-1 0 0,-1 0 0 0 0,0 0 0 0 0,1-1 0 0 0,-1 1 0 0 0,1-1 0 0 0,-1 0 0 0 0,0 0 0 0 0,1 0 0 0 0,-1-1 0 0 0,1 0 0 0 0,-1 0 0 0 0,5-1 0 0 0,1-2 4 0 0,0 0 0 0 0,1 0 0 0 0,-1-1 0 0 0,-1-1 0 0 0,1 1 0 0 0,-1-2 0 0 0,0 1 0 0 0,0-1 0 0 0,13-14 0 0 0,-13 8-5 0 0,0 0 0 0 0,-1-1 0 0 0,-1 1 0 0 0,0-1 0 0 0,-1-1 0 0 0,0 1 0 0 0,6-29 0 0 0,-6 20 24 0 0,-1-1 0 0 0,2-36 0 0 0,-4 179 125 0 0,-3 89 194 0 0,-1-192-295 0 0,-1 0-1 0 0,0 0 0 0 0,-1 0 0 0 0,0 0 0 0 0,-2-1 1 0 0,0 1-1 0 0,-9 19 0 0 0,10-28-21 0 0,1-1 0 0 0,-1 0 0 0 0,-1 1 0 0 0,1-2 0 0 0,-1 1 0 0 0,0 0 0 0 0,0-1 0 0 0,0 0 0 0 0,-1 0 0 0 0,0-1 0 0 0,0 0 0 0 0,0 0 0 0 0,-1 0 0 0 0,1 0 0 0 0,-1-1 0 0 0,0 0 0 0 0,0-1 0 0 0,-7 2 0 0 0,-37 4 310 0 0,25-12-557 0 0,26 4 166 0 0,-1-1 1 0 0,0 1-1 0 0,1 0 1 0 0,-1-1-1 0 0,1 1 1 0 0,0-1-1 0 0,-1 1 1 0 0,1 0-1 0 0,-1-1 1 0 0,1 1-1 0 0,0-1 1 0 0,-1 1-1 0 0,1-1 1 0 0,0 1-1 0 0,-1-1 1 0 0,1 0-1 0 0,0 1 1 0 0,0-1-1 0 0,0 1 1 0 0,-1-1-1 0 0,1 0 1 0 0,0 1-1 0 0,0-1 1 0 0,0 1-1 0 0,0-1 1 0 0,0 0-1 0 0,0 1 1 0 0,0-1-1 0 0,0 1 1 0 0,1-1-1 0 0,-1 0 1 0 0,0 0-1 0 0,43-24-18387 0 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1:10.6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117 0 5128 0 0,'0'17'3758'0'0,"0"-4"-2938"0"0,-2-1 1 0 0,1 1-1 0 0,-2-1 0 0 0,0 0 1 0 0,0 0-1 0 0,-10 23 0 0 0,-40 69 3076 0 0,29-61-2018 0 0,14-16-3844 0 0,5-1-8013 0 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1:11.0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237 99 4848 0 0,'0'0'1795'0'0,"-15"18"2158"0"0,-16 21-2197 0 0,1 1 0 0 0,2 1 0 0 0,2 2 0 0 0,2 0 0 0 0,-25 63 0 0 0,42-88-1254 0 0,0 0 1 0 0,1 0 0 0 0,-7 37-1 0 0,25-66-1216 0 0,6-16 297 0 0,60-137-894 0 0,44-79 780 0 0,-114 230 622 0 0,1 0 0 0 0,0 0 0 0 0,22-21 0 0 0,-29 32-56 0 0,0 0 1 0 0,0 1-1 0 0,0-1 1 0 0,0 1 0 0 0,0-1-1 0 0,0 1 1 0 0,0 0 0 0 0,0-1-1 0 0,1 1 1 0 0,-1 0-1 0 0,0 1 1 0 0,1-1 0 0 0,-1 0-1 0 0,1 1 1 0 0,2-1 0 0 0,-3 1 8 0 0,0 0 0 0 0,0 0 0 0 0,-1 1 1 0 0,1-1-1 0 0,0 0 0 0 0,-1 1 1 0 0,1 0-1 0 0,0-1 0 0 0,-1 1 0 0 0,1 0 1 0 0,-1 0-1 0 0,1 0 0 0 0,-1 0 1 0 0,0 0-1 0 0,1 0 0 0 0,1 2 0 0 0,2 3 117 0 0,-1 0 0 0 0,0 0 0 0 0,0 0 0 0 0,0 1-1 0 0,-1 0 1 0 0,5 12 0 0 0,-7-18-154 0 0,11 36 352 0 0,-2 0 0 0 0,-2 1 0 0 0,-1 0 0 0 0,-2 0 0 0 0,1 49 1 0 0,-1-21-125 0 0,1-18 22 0 0,-2-18 561 0 0,-2-10-3273 0 0,-1-3-2760 0 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1:11.2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61 5008 0 0,'12'-2'6631'0'0,"16"-5"-3786"0"0,8-2-1628 0 0,261-26 6324 0 0,-171 29-11321 0 0,-80 6-5949 0 0,-30-2 4864 0 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1:11.4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 0 4784 0 0,'13'0'2711'0'0,"-2"1"-2232"0"0,-1-1 1 0 0,1 1 0 0 0,-1 1-1 0 0,0 0 1 0 0,1 0 0 0 0,-1 1-1 0 0,0 0 1 0 0,0 1-1 0 0,-1 0 1 0 0,1 1 0 0 0,-1-1-1 0 0,0 2 1 0 0,9 7 0 0 0,-7-4-32 0 0,0 0 0 0 0,-1 1 0 0 0,0 1 0 0 0,-1-1 1 0 0,0 2-1 0 0,-1-1 0 0 0,0 1 0 0 0,-1 0 1 0 0,6 14-1 0 0,-4-6 75 0 0,-2 0 0 0 0,0 0 0 0 0,-1 1 1 0 0,-1 0-1 0 0,-1 0 0 0 0,0 1 0 0 0,-2-1 1 0 0,-1 1-1 0 0,0-1 0 0 0,-2 1 0 0 0,0 0 0 0 0,-9 40 1 0 0,0-27-87 0 0,-2-1 0 0 0,-1-1 0 0 0,-1 0 0 0 0,-2 0 0 0 0,-32 48 0 0 0,-35 30-1986 0 0,-11-13-8853 0 0,64-72 5014 0 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1:12.2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369 163 2904 0 0,'1'-3'309'0'0,"0"0"-1"0"0,1 0 0 0 0,-1 0 1 0 0,1 0-1 0 0,0 0 1 0 0,-1 0-1 0 0,1 1 0 0 0,1-1 1 0 0,-1 1-1 0 0,3-4 1 0 0,5-6 631 0 0,-3 3-98 0 0,0-1 0 0 0,-1 0 1 0 0,-1-1-1 0 0,1 1 0 0 0,-2-1 0 0 0,6-18 0 0 0,-10 29-750 0 0,0-1 0 0 0,0 0 0 0 0,1 0 1 0 0,-1 1-1 0 0,0-1 0 0 0,0 0 0 0 0,0 0 0 0 0,0 1 0 0 0,0-1 0 0 0,0 0 1 0 0,0 0-1 0 0,0 0 0 0 0,-1 1 0 0 0,1-1 0 0 0,0 0 0 0 0,0 0 1 0 0,-1 1-1 0 0,1-1 0 0 0,0 0 0 0 0,-1 1 0 0 0,1-1 0 0 0,-1 0 1 0 0,1 1-1 0 0,-1-1 0 0 0,1 1 0 0 0,-2-2 0 0 0,1 1 75 0 0,-1 0-1 0 0,0 0 1 0 0,0 1-1 0 0,1-1 1 0 0,-1 0-1 0 0,0 1 1 0 0,0-1 0 0 0,0 1-1 0 0,0 0 1 0 0,-3-1-1 0 0,-3 1 290 0 0,0 0 0 0 0,0 1 0 0 0,0 0 0 0 0,-11 3 0 0 0,2 1-178 0 0,0 1-1 0 0,1 1 0 0 0,0 0 0 0 0,0 2 0 0 0,1-1 1 0 0,0 2-1 0 0,-22 18 0 0 0,16-10-12 0 0,0 1-1 0 0,1 2 1 0 0,-33 44-1 0 0,39-44-164 0 0,1 0 1 0 0,2 1-1 0 0,0 0 1 0 0,1 1-1 0 0,1 1 0 0 0,1-1 1 0 0,1 1-1 0 0,2 0 0 0 0,0 1 1 0 0,2-1-1 0 0,-2 34 1 0 0,5-37-60 0 0,0 0 1 0 0,1 1-1 0 0,1-1 1 0 0,1 0 0 0 0,1 0-1 0 0,1-1 1 0 0,1 1-1 0 0,0-1 1 0 0,2 0 0 0 0,0-1-1 0 0,2 1 1 0 0,0-2-1 0 0,19 28 1 0 0,-22-38-145 0 0,0 0 0 0 0,0 0 1 0 0,1 0-1 0 0,1-1 0 0 0,-1-1 0 0 0,1 1 0 0 0,0-1 0 0 0,1-1 1 0 0,-1 1-1 0 0,1-2 0 0 0,0 1 0 0 0,17 4 0 0 0,26 1-4389 0 0,1-11-5145 0 0,-26-3 4976 0 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1:14.8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548 35 3296 0 0,'8'-35'9609'0'0,"-15"45"-8606"0"0,-1-2 1 0 0,1 1-1 0 0,-10 7 0 0 0,-5 5 37 0 0,-73 75 697 0 0,-121 94 0 0 0,203-179-1712 0 0,0-1 1 0 0,-1 0-1 0 0,0-1 1 0 0,-1 0-1 0 0,0-2 1 0 0,0 0-1 0 0,0 0 1 0 0,-31 8-1 0 0,46-15-22 0 0,-1 0 0 0 0,0 0-1 0 0,1 0 1 0 0,-1 0-1 0 0,0 0 1 0 0,1 0 0 0 0,-1 0-1 0 0,0 0 1 0 0,1 0 0 0 0,-1-1-1 0 0,0 1 1 0 0,1 0-1 0 0,-1 0 1 0 0,0-1 0 0 0,1 1-1 0 0,-1 0 1 0 0,0-1 0 0 0,1 1-1 0 0,-1 0 1 0 0,1-1-1 0 0,-1 1 1 0 0,1-1 0 0 0,-1 1-1 0 0,1-1 1 0 0,-1 1 0 0 0,1-1-1 0 0,0 1 1 0 0,-1-2-1 0 0,-6-24 42 0 0,11-28 5 0 0,-1 32-29 0 0,2 0 0 0 0,0 0 0 0 0,1 0 0 0 0,11-23 0 0 0,-13 35-9 0 0,1 1 1 0 0,0-1-1 0 0,0 1 0 0 0,1 0 0 0 0,1 0 1 0 0,-1 1-1 0 0,1 0 0 0 0,1 0 0 0 0,-1 1 1 0 0,17-13-1 0 0,-21 18-2 0 0,-1 1 1 0 0,1-1-1 0 0,-1 1 0 0 0,1 0 0 0 0,0 0 1 0 0,-1 0-1 0 0,1 0 0 0 0,0 0 0 0 0,0 1 1 0 0,0-1-1 0 0,-1 1 0 0 0,1-1 0 0 0,0 1 1 0 0,0 0-1 0 0,0 1 0 0 0,0-1 1 0 0,0 0-1 0 0,0 1 0 0 0,-1-1 0 0 0,1 1 1 0 0,0 0-1 0 0,0 0 0 0 0,-1 0 0 0 0,1 0 1 0 0,-1 1-1 0 0,1-1 0 0 0,-1 1 0 0 0,1-1 1 0 0,-1 1-1 0 0,0 0 0 0 0,0 0 0 0 0,0 0 1 0 0,0 0-1 0 0,3 5 0 0 0,6 7 34 0 0,0 1-1 0 0,-2 0 1 0 0,1 0-1 0 0,9 24 1 0 0,-12-24-21 0 0,5 12 46 0 0,2-1 0 0 0,1 0 0 0 0,1-1 0 0 0,25 29-1 0 0,-37-48-42 0 0,1-1 0 0 0,0 0 0 0 0,1 0 0 0 0,-1 0 0 0 0,1-1 0 0 0,0 1 0 0 0,0-1 0 0 0,0-1 0 0 0,1 1 1 0 0,-1-1-1 0 0,1 0 0 0 0,0-1 0 0 0,0 0 0 0 0,0 0 0 0 0,0 0 0 0 0,0-1 0 0 0,0 0 0 0 0,0 0 0 0 0,1-1 0 0 0,-1 1 0 0 0,0-2 0 0 0,0 1 0 0 0,11-3 0 0 0,-7 0 46 0 0,1 0 0 0 0,-1-1-1 0 0,0-1 1 0 0,0 0 0 0 0,-1 0 0 0 0,0-1 0 0 0,0 0 0 0 0,0-1-1 0 0,0 0 1 0 0,-1-1 0 0 0,0 0 0 0 0,-1 0 0 0 0,14-18 0 0 0,-15 18 7 0 0,-1-1 1 0 0,0 0 0 0 0,-1-1-1 0 0,0 1 1 0 0,0-1-1 0 0,-1 0 1 0 0,-1 0 0 0 0,1 0-1 0 0,-2-1 1 0 0,1 1-1 0 0,-1-1 1 0 0,-1 1 0 0 0,0-1-1 0 0,-1 0 1 0 0,0-16-1 0 0,-1 23-43 0 0,0 0 0 0 0,0-1 1 0 0,0 1-1 0 0,0 1 0 0 0,0-1 0 0 0,-1 0 0 0 0,1 0 0 0 0,-1 0 0 0 0,0 1 0 0 0,-1-1 0 0 0,1 1 0 0 0,0-1 0 0 0,-1 1 0 0 0,0 0 0 0 0,0 0 0 0 0,0 0 0 0 0,0 1 0 0 0,0-1 0 0 0,0 1 0 0 0,-1 0 0 0 0,0-1 0 0 0,1 1 0 0 0,-1 1 1 0 0,0-1-1 0 0,-5-1 0 0 0,1 1-19 0 0,0 0 0 0 0,0 0 1 0 0,-1 1-1 0 0,1 0 0 0 0,-1 0 1 0 0,1 1-1 0 0,-1 0 0 0 0,1 1 1 0 0,0 0-1 0 0,-1 0 0 0 0,-12 4 1 0 0,19-4-161 0 0,0-1 1 0 0,-1 1-1 0 0,1 0 1 0 0,0 0-1 0 0,0 0 1 0 0,0 0-1 0 0,0 1 0 0 0,0-1 1 0 0,1 1-1 0 0,-1-1 1 0 0,0 1-1 0 0,1-1 1 0 0,-1 1-1 0 0,-1 3 1 0 0,-4 11-5301 0 0,9 18-8725 0 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1:15.1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99 1 4616 0 0,'0'16'3583'0'0,"2"50"-43"0"0,-3 63 1081 0 0,0-110-3594 0 0,-1-1 0 0 0,-1 1-1 0 0,-1-1 1 0 0,-10 32 0 0 0,11-43-583 0 0,0-1 1 0 0,0 0-1 0 0,-1 0 0 0 0,1 0 0 0 0,-1 0 1 0 0,-1 0-1 0 0,-7 7 0 0 0,-10 5-1412 0 0,5-7-3874 0 0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1:15.4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70 4744 0 0,'6'-2'7795'0'0,"32"-11"-4537"0"0,156-19 5260 0 0,-62 19-7807 0 0,-95 4-15404 0 0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1:15.7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 4208 0 0,'4'-1'4250'0'0,"19"-4"-1984"0"0,-15 6-1773 0 0,0 0 0 0 0,0 0 0 0 0,0 1 1 0 0,0 0-1 0 0,0 0 0 0 0,0 1 1 0 0,-1 0-1 0 0,1 1 0 0 0,13 7 0 0 0,-6-1 328 0 0,0 1 0 0 0,0 0 0 0 0,17 19 0 0 0,-20-19-438 0 0,-2 2-1 0 0,0-1 0 0 0,0 2 0 0 0,-1-1 0 0 0,-1 1 1 0 0,0 1-1 0 0,-1-1 0 0 0,-1 1 0 0 0,0 0 0 0 0,-1 1 1 0 0,-1 0-1 0 0,0-1 0 0 0,-1 1 0 0 0,-1 0 1 0 0,0 1-1 0 0,-1-1 0 0 0,-1 0 0 0 0,-1 0 0 0 0,-4 31 1 0 0,1-22-274 0 0,-2-1 0 0 0,0 0 0 0 0,-2 0 0 0 0,-1-1 0 0 0,0 0 1 0 0,-2 0-1 0 0,0-1 0 0 0,-2-1 0 0 0,0 0 0 0 0,-2 0 1 0 0,0-2-1 0 0,-25 26 0 0 0,-7-1-2723 0 0,-1-2-6154 0 0,23-23 3227 0 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1:27.47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266 326 3316 0 0,'0'3'465'0'0,"0"6"628"0"0,0 0 0 0 0,1 1 0 0 0,0-1 0 0 0,2 12 0 0 0,-2-20-962 0 0,-1 0 1 0 0,0 0-1 0 0,0 0 1 0 0,0 0-1 0 0,1 0 1 0 0,-1 0-1 0 0,0 0 0 0 0,1 0 1 0 0,-1 0-1 0 0,1 0 1 0 0,-1 0-1 0 0,1 0 1 0 0,0 0-1 0 0,-1-1 0 0 0,1 1 1 0 0,0 0-1 0 0,0 0 1 0 0,-1-1-1 0 0,1 1 1 0 0,0 0-1 0 0,0-1 0 0 0,0 1 1 0 0,0-1-1 0 0,0 1 1 0 0,0-1-1 0 0,0 1 1 0 0,0-1-1 0 0,0 0 0 0 0,0 1 1 0 0,0-1-1 0 0,0 0 1 0 0,0 0-1 0 0,0 0 1 0 0,0 0-1 0 0,0 0 0 0 0,0 0 1 0 0,0 0-1 0 0,0 0 1 0 0,0-1-1 0 0,0 1 1 0 0,0 0-1 0 0,0 0 0 0 0,0-1 1 0 0,0 1-1 0 0,0-1 1 0 0,0 1-1 0 0,0-1 1 0 0,0 1-1 0 0,1-2 0 0 0,1 0 100 0 0,-1 0-1 0 0,0-1 0 0 0,1 1 1 0 0,-1-1-1 0 0,0 1 0 0 0,0-1 1 0 0,0 0-1 0 0,0 0 0 0 0,-1 0 1 0 0,1 0-1 0 0,-1 0 0 0 0,0 0 0 0 0,0-1 1 0 0,0 1-1 0 0,0 0 0 0 0,0-7 1 0 0,4-55 843 0 0,-5 60-1015 0 0,0-11 99 0 0,0 1 1 0 0,-1-1-1 0 0,-1 1 1 0 0,0-1 0 0 0,-5-16-1 0 0,6 29-142 0 0,1 0-1 0 0,-1 1 1 0 0,0-1-1 0 0,0 0 1 0 0,-1 1-1 0 0,1-1 1 0 0,0 1-1 0 0,-1 0 1 0 0,0-1-1 0 0,1 1 1 0 0,-1 0-1 0 0,0 0 1 0 0,0 0-1 0 0,0 0 1 0 0,0 0-1 0 0,-1 1 1 0 0,1-1-1 0 0,0 1 1 0 0,-1-1-1 0 0,1 1 1 0 0,-1 0-1 0 0,0 0 1 0 0,1 0-1 0 0,-1 0 1 0 0,0 1-1 0 0,1-1 1 0 0,-1 1-1 0 0,0-1 1 0 0,0 1-1 0 0,1 0 1 0 0,-1 0-1 0 0,0 0 1 0 0,0 1-1 0 0,0-1 1 0 0,1 0-1 0 0,-6 3 1 0 0,1-1-2 0 0,-1 1 1 0 0,1 0-1 0 0,-1 0 1 0 0,1 1-1 0 0,0-1 1 0 0,1 2-1 0 0,-1-1 1 0 0,1 1 0 0 0,-10 9-1 0 0,7-6 3 0 0,-5 4 0 0 0,1 1 0 0 0,1 0 1 0 0,0 1-1 0 0,1 0 0 0 0,0 1 1 0 0,1 0-1 0 0,1 1 0 0 0,1 0 0 0 0,0 0 1 0 0,-6 20-1 0 0,4-7 4 0 0,2 0 1 0 0,1 0-1 0 0,2 1 0 0 0,1 0 0 0 0,-1 31 1 0 0,5-51-11 0 0,0-1 0 0 0,0 1 1 0 0,1 0-1 0 0,0-1 0 0 0,1 0 1 0 0,0 1-1 0 0,1-1 0 0 0,0 0 1 0 0,0 0-1 0 0,0 0 0 0 0,6 9 1 0 0,-5-13 0 0 0,-1 1 0 0 0,1-1 1 0 0,0-1-1 0 0,0 1 1 0 0,0 0-1 0 0,1-1 0 0 0,-1 0 1 0 0,1 0-1 0 0,0-1 0 0 0,0 1 1 0 0,1-1-1 0 0,-1 0 1 0 0,1 0-1 0 0,-1-1 0 0 0,1 0 1 0 0,0 0-1 0 0,12 3 0 0 0,0-2 10 0 0,1 0 0 0 0,-1-1-1 0 0,1-1 1 0 0,0-1-1 0 0,0 0 1 0 0,0-2 0 0 0,-1 0-1 0 0,1-1 1 0 0,-1 0-1 0 0,1-2 1 0 0,-1 0 0 0 0,18-9-1 0 0,5-3-27 0 0,-1-1-1 0 0,-2-2 1 0 0,0-1-1 0 0,39-30 0 0 0,-50 30-55 0 0,-1-2-1 0 0,-1-1 0 0 0,-1-1 0 0 0,-1-1 0 0 0,-2 0 0 0 0,0-2 1 0 0,29-55-1 0 0,-42 67 10 0 0,-2 0 0 0 0,0-1 0 0 0,-1 0 0 0 0,0 0 0 0 0,-1 0 1 0 0,1-20-1 0 0,0-106-211 0 0,-5 128 270 0 0,0 13 0 0 0,1 1 0 0 0,-1-1 0 0 0,0 0 0 0 0,0 0 0 0 0,0 0 0 0 0,0 0 1 0 0,-1 0-1 0 0,1 0 0 0 0,0 1 0 0 0,-1-1 0 0 0,1 0 0 0 0,-1 0 0 0 0,0 1 1 0 0,0-1-1 0 0,0 0 0 0 0,1 1 0 0 0,-1-1 0 0 0,-1 0 0 0 0,1 1 0 0 0,0 0 0 0 0,0-1 1 0 0,-1 1-1 0 0,1 0 0 0 0,0-1 0 0 0,-1 1 0 0 0,1 0 0 0 0,-1 0 0 0 0,0 0 1 0 0,1 0-1 0 0,-1 1 0 0 0,0-1 0 0 0,1 0 0 0 0,-1 1 0 0 0,0-1 0 0 0,0 1 0 0 0,0 0 1 0 0,0-1-1 0 0,1 1 0 0 0,-1 0 0 0 0,0 0 0 0 0,0 0 0 0 0,-3 1 0 0 0,0 0 14 0 0,-1 0 0 0 0,0 0 0 0 0,0 1 0 0 0,1 0-1 0 0,-1 0 1 0 0,1 0 0 0 0,0 1 0 0 0,0 0-1 0 0,0 0 1 0 0,0 0 0 0 0,0 0 0 0 0,-7 7-1 0 0,4 0 9 0 0,0 0 0 0 0,0 1 0 0 0,1 0 0 0 0,1 0 0 0 0,-1 1-1 0 0,2-1 1 0 0,0 1 0 0 0,0 0 0 0 0,1 1 0 0 0,0-1 0 0 0,1 1-1 0 0,-1 17 1 0 0,-2 19 55 0 0,3 94-1 0 0,4-96-46 0 0,-2 33 9 0 0,2 85 69 0 0,-1-163-111 0 0,0-1 0 0 0,0 0-1 0 0,0 1 1 0 0,0-1-1 0 0,0 0 1 0 0,0 1 0 0 0,1-1-1 0 0,-1 0 1 0 0,0 0-1 0 0,1 1 1 0 0,-1-1 0 0 0,1 0-1 0 0,-1 0 1 0 0,1 0-1 0 0,0 0 1 0 0,-1 0 0 0 0,1 0-1 0 0,0 1 1 0 0,0-2-1 0 0,0 1 1 0 0,0 0 0 0 0,0 0-1 0 0,1 1 1 0 0,-1-2-1 0 0,1 1 0 0 0,-1-1 0 0 0,0 0 1 0 0,1 0-1 0 0,-1 0 0 0 0,0 0 0 0 0,1 0 1 0 0,-1 0-1 0 0,0-1 0 0 0,1 1 0 0 0,-1 0 0 0 0,0-1 1 0 0,0 1-1 0 0,1-1 0 0 0,-1 1 0 0 0,0-1 0 0 0,0 0 1 0 0,2 0-1 0 0,5-5 7 0 0,-1 0 0 0 0,1 0-1 0 0,-1-1 1 0 0,12-13 0 0 0,1-8 40 0 0,-1 0-1 0 0,-1-2 1 0 0,-2 0-1 0 0,0-1 1 0 0,12-41-1 0 0,-8 25 127 0 0,-20 46-161 0 0,1-1 0 0 0,-1 1 0 0 0,1 0 1 0 0,-1-1-1 0 0,1 1 0 0 0,0 0 1 0 0,0-1-1 0 0,0 1 0 0 0,0 0 1 0 0,0 0-1 0 0,0 0 0 0 0,0 0 1 0 0,0-1-1 0 0,2 0 0 0 0,-3 2-7 0 0,1 0 1 0 0,-1 0-1 0 0,0 0 0 0 0,1 0 0 0 0,-1 0 0 0 0,1 0 0 0 0,-1 0 1 0 0,1 0-1 0 0,-1 0 0 0 0,0 1 0 0 0,1-1 0 0 0,-1 0 1 0 0,1 0-1 0 0,-1 0 0 0 0,0 0 0 0 0,1 1 0 0 0,-1-1 0 0 0,0 0 1 0 0,1 0-1 0 0,-1 1 0 0 0,0-1 0 0 0,1 0 0 0 0,-1 1 1 0 0,0-1-1 0 0,0 0 0 0 0,1 1 0 0 0,-1-1 0 0 0,0 0 0 0 0,0 1 1 0 0,0-1-1 0 0,1 1 0 0 0,2 6 75 0 0,0 1 0 0 0,-1-1 0 0 0,4 16 0 0 0,-4-14-60 0 0,21 122 448 0 0,-19-92-354 0 0,3-1-1 0 0,1 0 1 0 0,16 43-1 0 0,-23-78-156 0 0,0 0-1 0 0,0 0 0 0 0,1 0 1 0 0,0 0-1 0 0,-1 0 0 0 0,1 0 1 0 0,0-1-1 0 0,0 1 0 0 0,1-1 1 0 0,-1 1-1 0 0,0-1 0 0 0,1 0 1 0 0,0 0-1 0 0,-1 0 0 0 0,1 0 1 0 0,0-1-1 0 0,0 1 0 0 0,3 0 1 0 0,15 2-3138 0 0,2-8-3864 0 0,-8-3 2075 0 0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1:28.19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156 39 4112 0 0,'-15'-24'6640'0'0,"13"23"-6407"0"0,-1 0 0 0 0,1 0 0 0 0,0 0 0 0 0,0 0 0 0 0,0 1 1 0 0,-1-1-1 0 0,1 1 0 0 0,0 0 0 0 0,-1 0 0 0 0,1 0 0 0 0,0 0 0 0 0,-1 0 1 0 0,1 0-1 0 0,0 0 0 0 0,-1 1 0 0 0,1-1 0 0 0,0 1 0 0 0,0 0 0 0 0,-4 1 1 0 0,2 0 50 0 0,0 1 1 0 0,1 0-1 0 0,-1-1 1 0 0,0 1-1 0 0,1 0 1 0 0,0 1-1 0 0,0-1 1 0 0,0 0 0 0 0,-4 7-1 0 0,1 0 205 0 0,0 0 0 0 0,0 1 1 0 0,1-1-1 0 0,1 1 0 0 0,0 1 0 0 0,0-1 0 0 0,-2 13 0 0 0,5-16-176 0 0,-3 17 484 0 0,-3 49 0 0 0,7-69-750 0 0,0 1-1 0 0,0 0 0 0 0,0-1 1 0 0,1 1-1 0 0,0-1 0 0 0,0 1 1 0 0,0 0-1 0 0,1-1 0 0 0,0 0 0 0 0,0 1 1 0 0,0-1-1 0 0,1 0 0 0 0,-1 0 1 0 0,8 9-1 0 0,-7-12-28 0 0,0 1 0 0 0,0-1 0 0 0,0 0 0 0 0,1 0 0 0 0,-1 0 0 0 0,1 0 0 0 0,-1 0 0 0 0,1-1 0 0 0,0 0 0 0 0,0 0 0 0 0,-1 0 0 0 0,1 0 0 0 0,0 0 0 0 0,0-1 0 0 0,0 0 0 0 0,0 0 0 0 0,0 0 0 0 0,0 0 0 0 0,0 0 0 0 0,0-1 0 0 0,0 0 0 0 0,-1 0 0 0 0,1 0 0 0 0,0 0 0 0 0,5-3 0 0 0,5-2 55 0 0,0 0 0 0 0,0-1 0 0 0,-1-1 0 0 0,0 0 0 0 0,14-12 0 0 0,-22 15-15 0 0,1 0 0 0 0,-1 0-1 0 0,0 0 1 0 0,-1 0 0 0 0,1-1-1 0 0,-1 0 1 0 0,0 0 0 0 0,-1 0 0 0 0,1 0-1 0 0,-1 0 1 0 0,0-1 0 0 0,-1 0 0 0 0,0 1-1 0 0,0-1 1 0 0,0 0 0 0 0,-1 0 0 0 0,0 0-1 0 0,0 0 1 0 0,-1 0 0 0 0,0-1 0 0 0,0 1-1 0 0,-1-7 1 0 0,0 8-6 0 0,-1 0-1 0 0,1 1 1 0 0,-1-1 0 0 0,0 1-1 0 0,0-1 1 0 0,0 1 0 0 0,-1 0-1 0 0,0 0 1 0 0,0 0 0 0 0,0 0-1 0 0,-1 1 1 0 0,1-1 0 0 0,-1 1-1 0 0,0 0 1 0 0,-1 0 0 0 0,1 0-1 0 0,0 1 1 0 0,-1-1-1 0 0,0 1 1 0 0,0 0 0 0 0,0 1-1 0 0,0-1 1 0 0,-1 1 0 0 0,1 0-1 0 0,-1 0 1 0 0,1 1 0 0 0,-9-2-1 0 0,6 2-1 0 0,-1-1-1 0 0,1 2 1 0 0,-1-1-1 0 0,1 2 1 0 0,-1-1-1 0 0,-12 3 1 0 0,17-3-41 0 0,0 1 1 0 0,0 0-1 0 0,0 1 1 0 0,0-1-1 0 0,0 1 1 0 0,0 0-1 0 0,0 0 1 0 0,1 0-1 0 0,-1 0 1 0 0,1 0-1 0 0,-1 1 1 0 0,1 0-1 0 0,0 0 1 0 0,-6 6-1 0 0,9-9-13 0 0,0 1 1 0 0,-1-1-1 0 0,1 1 1 0 0,0-1-1 0 0,0 0 1 0 0,0 1-1 0 0,-1-1 1 0 0,1 1-1 0 0,0-1 0 0 0,0 1 1 0 0,0-1-1 0 0,0 1 1 0 0,0-1-1 0 0,0 1 1 0 0,0-1-1 0 0,0 1 1 0 0,0-1-1 0 0,0 1 0 0 0,0-1 1 0 0,0 1-1 0 0,0-1 1 0 0,0 1-1 0 0,0-1 1 0 0,0 0-1 0 0,0 1 1 0 0,1-1-1 0 0,-1 1 1 0 0,0-1-1 0 0,0 1 0 0 0,1-1 1 0 0,-1 0-1 0 0,0 1 1 0 0,1-1-1 0 0,-1 1 1 0 0,0-1-1 0 0,1 0 1 0 0,-1 1-1 0 0,0-1 0 0 0,1 0 1 0 0,-1 0-1 0 0,1 1 1 0 0,-1-1-1 0 0,1 0 1 0 0,-1 0-1 0 0,0 0 1 0 0,1 0-1 0 0,-1 1 0 0 0,1-1 1 0 0,-1 0-1 0 0,1 0 1 0 0,-1 0-1 0 0,1 0 1 0 0,-1 0-1 0 0,1 0 1 0 0,0 0-1 0 0,31 2-164 0 0,-32-2 162 0 0,27-2-130 0 0,-1-1 1 0 0,1-1 0 0 0,-1-2 0 0 0,43-14 0 0 0,-43 11 17 0 0,1 2 0 0 0,1 0 0 0 0,-1 2 1 0 0,31-2-1 0 0,-52 7 102 0 0,-1 0 1 0 0,0 0 0 0 0,1 1-1 0 0,-1-1 1 0 0,0 1-1 0 0,0 0 1 0 0,1 1-1 0 0,-1-1 1 0 0,0 1-1 0 0,0 0 1 0 0,-1 0 0 0 0,1 1-1 0 0,0 0 1 0 0,-1-1-1 0 0,1 1 1 0 0,4 5-1 0 0,-3-2 5 0 0,-1 0 0 0 0,0 0 0 0 0,-1 0 0 0 0,0 0 0 0 0,0 1 0 0 0,0-1 0 0 0,0 1 0 0 0,-1 0 0 0 0,-1 1 0 0 0,4 8 0 0 0,-1 8 2 0 0,0 1 1 0 0,-2 0-1 0 0,-1 1 0 0 0,-1-1 1 0 0,-3 46-1 0 0,-5 79 129 0 0,9-167-59 0 0,0-1 0 0 0,1 1-1 0 0,1 0 1 0 0,10-28 0 0 0,-1 11 26 0 0,2 0 0 0 0,1 1 0 0 0,40-59 1 0 0,-43 75-24 0 0,0-1 0 0 0,2 2 0 0 0,0 0 0 0 0,0 1 0 0 0,2 0 1 0 0,0 1-1 0 0,37-23 0 0 0,-47 33-25 0 0,1 0 1 0 0,0 0-1 0 0,1 0 0 0 0,-1 1 1 0 0,1 0-1 0 0,0 1 0 0 0,-1 0 1 0 0,1 1-1 0 0,0-1 0 0 0,0 1 1 0 0,0 1-1 0 0,10 0 0 0 0,-15 1-5 0 0,1 0 0 0 0,0 0 0 0 0,-1 0 0 0 0,0 0 0 0 0,1 1 0 0 0,-1 0 1 0 0,0 0-1 0 0,0 0 0 0 0,0 0 0 0 0,0 1 0 0 0,0-1 0 0 0,0 1 0 0 0,-1 0 0 0 0,1 0 0 0 0,-1 0 0 0 0,0 1 0 0 0,0-1 0 0 0,0 1 0 0 0,-1 0 0 0 0,1 0 0 0 0,-1 0 0 0 0,0 0 0 0 0,0 0 0 0 0,3 9 0 0 0,1 9 74 0 0,-2 0 0 0 0,0 0 1 0 0,-1 0-1 0 0,-1 1 0 0 0,-1-1 0 0 0,-3 25 0 0 0,2-11 18 0 0,1 6 0 0 0,1-26-311 0 0,-2 1 1 0 0,0-1-1 0 0,-4 24 0 0 0,4-39 109 0 0,0-1 0 0 0,0 1-1 0 0,0-1 1 0 0,0 0 0 0 0,0 1 0 0 0,-1-1-1 0 0,1 1 1 0 0,0-1 0 0 0,0 0 0 0 0,-1 1-1 0 0,1-1 1 0 0,0 0 0 0 0,-1 1 0 0 0,1-1-1 0 0,0 0 1 0 0,-1 0 0 0 0,1 1 0 0 0,0-1-1 0 0,-1 0 1 0 0,1 0 0 0 0,-1 1 0 0 0,1-1 0 0 0,0 0-1 0 0,-1 0 1 0 0,1 0 0 0 0,-1 0 0 0 0,1 0-1 0 0,-1 0 1 0 0,1 0 0 0 0,0 0 0 0 0,-1 0-1 0 0,1 0 1 0 0,-2 0 0 0 0,-7-1-5454 0 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1:28.41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 0 5352 0 0,'-2'16'21428'0'0,"3"-13"-22454"0"0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1:32.8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97 5533 0 0,'85'-1'11079'0'0,"8"0"-5057"0"0,187-12-3798 0 0,-95-8-862 0 0,-7-7-417 0 0,183-4 1 0 0,-204 33-994 0 0,-92 3-2913 0 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1:37.7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334 490 3148 0 0,'4'75'11216'0'0,"3"-81"-9805"0"0,6-6 138 0 0,-7 4-1115 0 0,-1-1 0 0 0,0 1 0 0 0,0-1 0 0 0,-1 0 0 0 0,0 0 0 0 0,4-15-1 0 0,-6 19-326 0 0,-1-1 0 0 0,0 0 0 0 0,1 0 0 0 0,-2 0 0 0 0,1 1 0 0 0,-1-1 0 0 0,0 0 0 0 0,0 0 0 0 0,-1 0 0 0 0,0 0 0 0 0,-2-11 0 0 0,1 15-82 0 0,1 0 1 0 0,0 0-1 0 0,-1 0 0 0 0,1 0 1 0 0,-1 0-1 0 0,0 1 1 0 0,1-1-1 0 0,-1 1 1 0 0,0-1-1 0 0,0 1 1 0 0,0 0-1 0 0,0 0 0 0 0,0 0 1 0 0,0 0-1 0 0,0 0 1 0 0,0 0-1 0 0,-1 1 1 0 0,1-1-1 0 0,0 1 1 0 0,-5-1-1 0 0,-1-1 30 0 0,-1 1-1 0 0,1 1 1 0 0,-1 0 0 0 0,-10 1 0 0 0,6 1-27 0 0,0 0-1 0 0,1 2 1 0 0,0-1 0 0 0,-1 2 0 0 0,1-1 0 0 0,1 2 0 0 0,-1-1-1 0 0,1 2 1 0 0,0 0 0 0 0,0 0 0 0 0,1 1 0 0 0,0 0 0 0 0,0 0-1 0 0,1 1 1 0 0,0 1 0 0 0,-8 11 0 0 0,5-6-4 0 0,0 2-1 0 0,2-1 1 0 0,0 2 0 0 0,1-1-1 0 0,0 1 1 0 0,2 1 0 0 0,0-1-1 0 0,1 1 1 0 0,-6 35 0 0 0,8-30 6 0 0,1 0 0 0 0,2 0 1 0 0,0 0-1 0 0,1 1 0 0 0,6 38 0 0 0,-5-56-12 0 0,1 1-1 0 0,0-1 0 0 0,0 0 1 0 0,0 0-1 0 0,1 0 1 0 0,0 0-1 0 0,0 0 1 0 0,1 0-1 0 0,-1-1 0 0 0,2 0 1 0 0,-1 1-1 0 0,1-2 1 0 0,0 1-1 0 0,0 0 0 0 0,0-1 1 0 0,1 0-1 0 0,0 0 1 0 0,0-1-1 0 0,0 0 1 0 0,0 0-1 0 0,1 0 0 0 0,7 3 1 0 0,0-2 18 0 0,1-1 1 0 0,-1 0-1 0 0,1 0 0 0 0,0-2 1 0 0,0 0-1 0 0,0-1 0 0 0,0 0 1 0 0,0-1-1 0 0,21-3 1 0 0,-13 0-20 0 0,0-2 1 0 0,-1 0 0 0 0,1-2 0 0 0,-1 0-1 0 0,32-16 1 0 0,-15 2-165 0 0,-1-1-1 0 0,-1-2 1 0 0,-1-2-1 0 0,-1-1 1 0 0,60-62-1 0 0,-76 68-39 0 0,-1 0 0 0 0,-1-1 0 0 0,-1-1 0 0 0,-1 0 0 0 0,-2-1 0 0 0,0-1 0 0 0,-1 0 0 0 0,10-34 0 0 0,-11 22-25 0 0,-1-1 0 0 0,-3 1 0 0 0,0-2 0 0 0,-3 1 0 0 0,0-54 0 0 0,-4 52 191 0 0,-4-137 560 0 0,4 175-514 0 0,0 1-1 0 0,0-1 1 0 0,-1 0-1 0 0,1 0 0 0 0,-1 0 1 0 0,1 1-1 0 0,-1-1 1 0 0,1 0-1 0 0,-1 1 1 0 0,0-1-1 0 0,-1-2 0 0 0,1 3-4 0 0,1 1 0 0 0,-1-1 0 0 0,1 1-1 0 0,-1-1 1 0 0,1 1 0 0 0,-1 0-1 0 0,1-1 1 0 0,-1 1 0 0 0,1 0 0 0 0,-1-1-1 0 0,1 1 1 0 0,-1 0 0 0 0,0 0-1 0 0,1-1 1 0 0,-1 1 0 0 0,1 0 0 0 0,-1 0-1 0 0,0 0 1 0 0,1 0 0 0 0,-1 0-1 0 0,0 0 1 0 0,0 0 0 0 0,-1 1 15 0 0,0 0 0 0 0,0-1 0 0 0,0 1 0 0 0,1 0 0 0 0,-1 0-1 0 0,0 1 1 0 0,1-1 0 0 0,-1 0 0 0 0,1 0 0 0 0,-1 1 0 0 0,1-1 0 0 0,0 1 0 0 0,-1-1 0 0 0,1 1 0 0 0,0-1 0 0 0,0 1 0 0 0,0 0 0 0 0,0 0 0 0 0,-1 3 0 0 0,-5 16 136 0 0,0 0 0 0 0,2 0 1 0 0,0 1-1 0 0,-3 35 1 0 0,1 94 228 0 0,7-107-302 0 0,-4 78 126 0 0,-2 251 304 0 0,6-280-358 0 0,0-92-169 0 0,0-1 0 0 0,0 0 0 0 0,0 0 0 0 0,0 0 0 0 0,0 1-1 0 0,-1-1 1 0 0,1 0 0 0 0,0 0 0 0 0,0 0 0 0 0,0 1 0 0 0,0-1 0 0 0,0 0-1 0 0,0 0 1 0 0,0 0 0 0 0,0 1 0 0 0,1-1 0 0 0,-1 0 0 0 0,0 0 0 0 0,0 1-1 0 0,0-1 1 0 0,0 0 0 0 0,0 0 0 0 0,0 0 0 0 0,0 0 0 0 0,0 1-1 0 0,0-1 1 0 0,1 0 0 0 0,-1 0 0 0 0,0 0 0 0 0,0 0 0 0 0,0 1 0 0 0,0-1-1 0 0,1 0 1 0 0,-1 0 0 0 0,0 0 0 0 0,0 0 0 0 0,0 0 0 0 0,0 0 0 0 0,1 0-1 0 0,-1 0 1 0 0,0 1 0 0 0,0-1 0 0 0,1 0 0 0 0,-1 0 0 0 0,0 0 0 0 0,0 0-1 0 0,1 0 1 0 0,9-9 24 0 0,9-17 3 0 0,40-76-8 0 0,-42 69-7 0 0,2 1 0 0 0,0 1-1 0 0,47-56 1 0 0,-62 83 2 0 0,1-1 1 0 0,0 1 0 0 0,0 0-1 0 0,1 0 1 0 0,-1 0-1 0 0,1 1 1 0 0,6-4-1 0 0,-10 7-5 0 0,-1-1 0 0 0,0 0 0 0 0,1 1 0 0 0,-1-1 0 0 0,0 1 0 0 0,1 0 0 0 0,-1-1 0 0 0,1 1 0 0 0,-1 0 0 0 0,1 0 0 0 0,-1 0 0 0 0,0 0 0 0 0,1 0-1 0 0,-1 0 1 0 0,1 0 0 0 0,-1 1 0 0 0,1-1 0 0 0,-1 1 0 0 0,0-1 0 0 0,1 1 0 0 0,-1-1 0 0 0,0 1 0 0 0,1 0 0 0 0,-1-1 0 0 0,0 1 0 0 0,0 0 0 0 0,0 0 0 0 0,1 0 0 0 0,-1 0-1 0 0,0 0 1 0 0,0 0 0 0 0,-1 0 0 0 0,1 0 0 0 0,0 1 0 0 0,0-1 0 0 0,1 3 0 0 0,2 9 77 0 0,0 1-1 0 0,0 0 1 0 0,-2 0 0 0 0,1 1 0 0 0,-2-1-1 0 0,0 28 1 0 0,0-18 11 0 0,-4 95 315 0 0,-1-28-228 0 0,3-49-331 0 0,0 9-1708 0 0,4-17-7393 0 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1:38.6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63 71 4288 0 0,'-2'0'353'0'0,"0"0"0"0"0,0 0 0 0 0,-1 1 0 0 0,1-1 0 0 0,0 0 0 0 0,1 1 0 0 0,-1 0 0 0 0,0-1 0 0 0,0 1 0 0 0,0 0 0 0 0,0 0 0 0 0,0 0-1 0 0,1 0 1 0 0,-1 0 0 0 0,0 0 0 0 0,1 1 0 0 0,-1-1 0 0 0,-2 3 0 0 0,2 0 0 0 0,-1 0-1 0 0,1-1 1 0 0,0 1-1 0 0,0 0 1 0 0,0 0-1 0 0,1 0 1 0 0,-1 0-1 0 0,0 7 1 0 0,-1 5 494 0 0,1 1-1 0 0,1-1 1 0 0,1 30 0 0 0,0-35-351 0 0,1 1 1 0 0,0 0 0 0 0,1-1-1 0 0,0 1 1 0 0,1-1 0 0 0,0 1 0 0 0,9 19-1 0 0,-10-27-441 0 0,0-1-1 0 0,0 0 0 0 0,0 1 1 0 0,0-1-1 0 0,1 0 1 0 0,-1-1-1 0 0,1 1 1 0 0,0 0-1 0 0,0-1 0 0 0,0 1 1 0 0,0-1-1 0 0,0 0 1 0 0,1 0-1 0 0,-1 0 0 0 0,0-1 1 0 0,1 1-1 0 0,0-1 1 0 0,-1 0-1 0 0,1 0 1 0 0,0 0-1 0 0,0 0 0 0 0,-1-1 1 0 0,1 0-1 0 0,0 1 1 0 0,0-1-1 0 0,0-1 0 0 0,7 0 1 0 0,-1-1 13 0 0,0 0 0 0 0,1 0 1 0 0,-1-1-1 0 0,0-1 0 0 0,0 0 1 0 0,-1 0-1 0 0,1-1 0 0 0,-1 0 1 0 0,0 0-1 0 0,0-1 0 0 0,-1-1 0 0 0,0 1 1 0 0,0-1-1 0 0,0-1 0 0 0,-1 0 1 0 0,0 0-1 0 0,0 0 0 0 0,-1 0 1 0 0,0-1-1 0 0,-1 0 0 0 0,0-1 1 0 0,0 1-1 0 0,-1-1 0 0 0,0 0 0 0 0,-1 0 1 0 0,0 0-1 0 0,-1 0 0 0 0,0-1 1 0 0,0 1-1 0 0,0-19 0 0 0,-3 24-36 0 0,0-1-1 0 0,0 1 1 0 0,0-1 0 0 0,0 1-1 0 0,-1 0 1 0 0,0-1-1 0 0,0 1 1 0 0,-1 0 0 0 0,1 0-1 0 0,-1 0 1 0 0,0 1-1 0 0,0-1 1 0 0,-1 1-1 0 0,0-1 1 0 0,1 1 0 0 0,-1 0-1 0 0,-1 1 1 0 0,-4-5-1 0 0,0 2 12 0 0,1 0 0 0 0,-1 1 0 0 0,0 0 0 0 0,0 0 0 0 0,0 1 0 0 0,0 0 0 0 0,-1 1 0 0 0,-16-4-1 0 0,15 5-9 0 0,1 0-1 0 0,0 1 1 0 0,0 1-1 0 0,-1-1 0 0 0,-12 3 1 0 0,20-2-23 0 0,-1 1 0 0 0,1-1 0 0 0,0 1-1 0 0,0 0 1 0 0,-1 0 0 0 0,1 0 0 0 0,0 1 0 0 0,0-1 0 0 0,0 1 0 0 0,0-1 0 0 0,1 1 0 0 0,-1 0 0 0 0,0 0 0 0 0,1 1 0 0 0,-1-1 0 0 0,1 0 0 0 0,0 1 0 0 0,0 0 0 0 0,-4 4 0 0 0,6-6-9 0 0,0-1 1 0 0,-1 1-1 0 0,1 0 1 0 0,0 0 0 0 0,-1-1-1 0 0,1 1 1 0 0,0 0-1 0 0,0-1 1 0 0,-1 1-1 0 0,1 0 1 0 0,0 0-1 0 0,0 0 1 0 0,0-1 0 0 0,0 1-1 0 0,0 0 1 0 0,0 0-1 0 0,0-1 1 0 0,1 1-1 0 0,-1 0 1 0 0,0 0 0 0 0,0 0-1 0 0,0-1 1 0 0,1 1-1 0 0,-1 0 1 0 0,0-1-1 0 0,1 1 1 0 0,0 1-1 0 0,1-1 1 0 0,-1 1 0 0 0,1-1 0 0 0,0 1 0 0 0,0-1-1 0 0,0 0 1 0 0,0 1 0 0 0,0-1 0 0 0,0 0-1 0 0,4 1 1 0 0,6 2-1 0 0,0-1-1 0 0,22 3 0 0 0,-29-6 0 0 0,24 4 3 0 0,-1 1-1 0 0,1 1 0 0 0,-1 1 1 0 0,52 22-1 0 0,-72-26-2 0 0,0 1 1 0 0,0 1-1 0 0,-1 0 0 0 0,1 0 1 0 0,-1 0-1 0 0,0 1 1 0 0,-1 0-1 0 0,1 0 0 0 0,-1 1 1 0 0,-1-1-1 0 0,1 2 1 0 0,-1-1-1 0 0,0 0 1 0 0,-1 1-1 0 0,0 0 0 0 0,0 0 1 0 0,0 0-1 0 0,-1 1 1 0 0,0-1-1 0 0,1 13 0 0 0,8 98-56 0 0,-7-138 52 0 0,1 1 1 0 0,1-1-1 0 0,1 1 0 0 0,19-32 1 0 0,49-60 6 0 0,-69 100 2 0 0,9-12 1 0 0,0 1 0 0 0,2 1 0 0 0,21-19-1 0 0,-35 35 9 0 0,0 0-1 0 0,0 1 0 0 0,0 0 0 0 0,1 0 1 0 0,-1 0-1 0 0,1 0 0 0 0,0 0 0 0 0,0 1 1 0 0,0 0-1 0 0,0 0 0 0 0,0 0 0 0 0,0 1 0 0 0,1 0 1 0 0,-1 0-1 0 0,0 0 0 0 0,1 1 0 0 0,-1-1 1 0 0,1 1-1 0 0,-1 1 0 0 0,0-1 0 0 0,10 3 0 0 0,-8-1 33 0 0,-1 2-1 0 0,1-1 0 0 0,-1 1 0 0 0,1 0 0 0 0,-1 0 0 0 0,0 1 1 0 0,-1 0-1 0 0,1 0 0 0 0,-1 0 0 0 0,0 0 0 0 0,0 1 0 0 0,6 11 1 0 0,6 9 237 0 0,20 45 1 0 0,-33-63-235 0 0,6 14 179 0 0,-1 0 0 0 0,-1 1 1 0 0,-2-1-1 0 0,9 48 0 0 0,-13-53-616 0 0,0-1 0 0 0,-1 1 1 0 0,-1-1-1 0 0,-1 1 0 0 0,0-1 0 0 0,-1 0 0 0 0,-1 1 0 0 0,-4 15 0 0 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1:38.9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0 5296 0 0,'-1'6'5459'0'0,"-4"17"-1194"0"0,4 3-686 0 0,0-17-1934 0 0,1-1 0 0 0,0 1 0 0 0,2 16 1 0 0,-1-24-1530 0 0,-1-1 0 0 0,0 1 1 0 0,0 0-1 0 0,1 0 1 0 0,-1 0-1 0 0,1 0 1 0 0,-1 0-1 0 0,0-1 0 0 0,1 1 1 0 0,-1 0-1 0 0,1 0 1 0 0,0-1-1 0 0,-1 1 1 0 0,1 0-1 0 0,0-1 0 0 0,-1 1 1 0 0,1-1-1 0 0,0 1 1 0 0,0-1-1 0 0,-1 1 1 0 0,1-1-1 0 0,0 1 0 0 0,0-1 1 0 0,0 0-1 0 0,0 1 1 0 0,0-1-1 0 0,0 0 1 0 0,1 0-1 0 0,8 1-3312 0 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1:53.5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347 14 3596 0 0,'-23'-11'4331'0'0,"17"10"-3991"0"0,1 0 0 0 0,-1 1 0 0 0,1-1 0 0 0,-1 1 0 0 0,1 0 0 0 0,-1 1 0 0 0,0-1 0 0 0,1 1 0 0 0,-1 0 0 0 0,1 1 0 0 0,-1-1 0 0 0,1 1 0 0 0,0 0 0 0 0,-7 4 0 0 0,4-1-13 0 0,0 0-1 0 0,1 0 1 0 0,0 1-1 0 0,0 0 1 0 0,0 0-1 0 0,1 1 1 0 0,0 0-1 0 0,-6 8 1 0 0,-4 10 147 0 0,0 1 0 0 0,2 1 0 0 0,1 1 0 0 0,-11 36 0 0 0,4-5-108 0 0,3 2 0 0 0,2 1 0 0 0,3 0-1 0 0,3 0 1 0 0,3 1 0 0 0,2 67 0 0 0,3-120-272 0 0,2 0 1 0 0,-1 0 0 0 0,1 0 0 0 0,1 0 0 0 0,0-1-1 0 0,0 1 1 0 0,1 0 0 0 0,5 12 0 0 0,-6-18-152 0 0,0-1-1 0 0,0 0 1 0 0,0 0 0 0 0,0 1 0 0 0,1-2 0 0 0,-1 1 0 0 0,1 0 0 0 0,0 0-1 0 0,0-1 1 0 0,0 0 0 0 0,0 1 0 0 0,0-1 0 0 0,0 0 0 0 0,1-1 0 0 0,-1 1-1 0 0,1 0 1 0 0,-1-1 0 0 0,1 0 0 0 0,0 0 0 0 0,-1 0 0 0 0,1 0-1 0 0,0-1 1 0 0,0 0 0 0 0,-1 1 0 0 0,6-1 0 0 0,-2-1-1647 0 0,0 0 0 0 0,0 0 0 0 0,-1 0 0 0 0,1-1 1 0 0,0 0-1 0 0,11-5 0 0 0,6-2-2461 0 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1:54.3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317 146 3592 0 0,'-19'10'3702'0'0,"18"-8"-3370"0"0,-1-1 1 0 0,1 1 0 0 0,-1-1 0 0 0,0 0 0 0 0,0 0 0 0 0,0 0 0 0 0,0 0 0 0 0,0 0-1 0 0,0 0 1 0 0,0 0 0 0 0,0-1 0 0 0,0 1 0 0 0,0-1 0 0 0,0 0 0 0 0,0 1 0 0 0,-4-1 0 0 0,5-4 248 0 0,0 0 0 0 0,0-1 1 0 0,1 1-1 0 0,-1 0 0 0 0,1 0 1 0 0,0-1-1 0 0,0 1 0 0 0,1-8 1 0 0,0 7 20 0 0,-1 0-498 0 0,0-1 0 0 0,1 1-1 0 0,0 0 1 0 0,0 0 0 0 0,0 0 0 0 0,1 0-1 0 0,0 0 1 0 0,0 0 0 0 0,0 0 0 0 0,0 0-1 0 0,1 0 1 0 0,0 1 0 0 0,0 0 0 0 0,0-1 0 0 0,1 1-1 0 0,-1 0 1 0 0,1 0 0 0 0,0 1 0 0 0,0-1-1 0 0,0 1 1 0 0,1 0 0 0 0,-1 0 0 0 0,1 1-1 0 0,-1-1 1 0 0,1 1 0 0 0,0 0 0 0 0,0 0 0 0 0,0 0-1 0 0,0 1 1 0 0,1 0 0 0 0,-1 0 0 0 0,10-1-1 0 0,-14 3-90 0 0,1-1-1 0 0,-1 0 1 0 0,1 1-1 0 0,-1-1 1 0 0,0 1-1 0 0,1 0 0 0 0,-1-1 1 0 0,1 1-1 0 0,-1 0 1 0 0,0 0-1 0 0,0-1 1 0 0,0 1-1 0 0,1 0 0 0 0,-1 0 1 0 0,0 1-1 0 0,0-1 1 0 0,0 0-1 0 0,0 0 1 0 0,-1 0-1 0 0,1 1 1 0 0,0-1-1 0 0,0 0 0 0 0,-1 1 1 0 0,1-1-1 0 0,-1 1 1 0 0,1-1-1 0 0,-1 1 1 0 0,0-1-1 0 0,0 1 0 0 0,1-1 1 0 0,-1 1-1 0 0,0-1 1 0 0,0 2-1 0 0,0 5 21 0 0,0 0 1 0 0,0-1-1 0 0,0 1 0 0 0,-1-1 0 0 0,-1 9 0 0 0,-5 5 5 0 0,1-1-1 0 0,-2 0 1 0 0,-1 0-1 0 0,-1-1 1 0 0,0 0-1 0 0,-1-1 1 0 0,-1 0-1 0 0,-1-1 1 0 0,-26 28-1 0 0,-11 5 65 0 0,-89 68-1 0 0,125-106-82 0 0,8-7-8 0 0,0 0 1 0 0,0 0-1 0 0,0 0 0 0 0,0-1 0 0 0,-1 0 0 0 0,0 0 0 0 0,0 0 0 0 0,-13 4 0 0 0,19-8-10 0 0,1 0-1 0 0,0 0 0 0 0,0-1 1 0 0,-1 1-1 0 0,1 0 0 0 0,0 0 1 0 0,-1 0-1 0 0,1-1 0 0 0,0 1 1 0 0,0 0-1 0 0,0 0 0 0 0,-1 0 1 0 0,1-1-1 0 0,0 1 0 0 0,0 0 1 0 0,0 0-1 0 0,0-1 1 0 0,-1 1-1 0 0,1 0 0 0 0,0-1 1 0 0,0 1-1 0 0,0 0 0 0 0,0-1 1 0 0,0 1-1 0 0,0 0 0 0 0,0 0 1 0 0,0-1-1 0 0,0 1 0 0 0,0 0 1 0 0,0-1-1 0 0,0 1 0 0 0,0 0 1 0 0,0-1-1 0 0,0 1 1 0 0,0 0-1 0 0,0-1 0 0 0,0 1 1 0 0,1 0-1 0 0,-1 0 0 0 0,0-1 1 0 0,0 1-1 0 0,0 0 0 0 0,0 0 1 0 0,1-1-1 0 0,-1 1 0 0 0,0 0 1 0 0,0 0-1 0 0,1 0 0 0 0,-1-1 1 0 0,9-16 9 0 0,-3 10 0 0 0,0 0 0 0 0,0 0 1 0 0,0 1-1 0 0,1 0 0 0 0,0 0 0 0 0,0 1 0 0 0,0-1 0 0 0,1 2 0 0 0,0-1 0 0 0,10-4 1 0 0,-14 7 14 0 0,1 1 1 0 0,-1 0-1 0 0,0 0 1 0 0,0 0-1 0 0,1 0 1 0 0,-1 1-1 0 0,1-1 1 0 0,-1 1 0 0 0,0 0-1 0 0,1 0 1 0 0,-1 1-1 0 0,1 0 1 0 0,-1-1-1 0 0,0 1 1 0 0,1 1 0 0 0,-1-1-1 0 0,0 1 1 0 0,0-1-1 0 0,0 1 1 0 0,0 0-1 0 0,0 1 1 0 0,5 3 0 0 0,12 11 157 0 0,-15-11-120 0 0,1 0 0 0 0,0-1 0 0 0,0 0 1 0 0,1 0-1 0 0,-1 0 0 0 0,1-1 0 0 0,0 0 1 0 0,0-1-1 0 0,0 1 0 0 0,1-2 1 0 0,-1 1-1 0 0,1-1 0 0 0,14 1 0 0 0,-12-1-500 0 0,0-2-1 0 0,0 0 1 0 0,0 0-1 0 0,-1-1 1 0 0,1 0-1 0 0,0-1 1 0 0,0 0-1 0 0,0-1 1 0 0,-1 0-1 0 0,0 0 1 0 0,1-1-1 0 0,-1-1 1 0 0,-1 0-1 0 0,1 0 1 0 0,-1-1-1 0 0,0 0 1 0 0,0 0-1 0 0,0-1 1 0 0,14-16-1 0 0,-10 7 131 0 0,0-1-1 0 0,-1 0 1 0 0,-1 0-1 0 0,0-1 1 0 0,-2-1 0 0 0,0 0-1 0 0,-1 0 1 0 0,-1-1-1 0 0,8-32 1 0 0,-14 38 424 0 0,-6 13 955 0 0,4 2-869 0 0,0 0 1 0 0,-1 0-1 0 0,1 0 1 0 0,0 0-1 0 0,0 0 1 0 0,0 0 0 0 0,0 1-1 0 0,0-1 1 0 0,1 0-1 0 0,-1 1 1 0 0,0-1-1 0 0,0 3 1 0 0,-40 133 3186 0 0,38-123-3314 0 0,1 1 0 0 0,0 0 0 0 0,1 0 0 0 0,0 0 0 0 0,1 0 0 0 0,1 1 0 0 0,4 20 0 0 0,-5-32-65 0 0,1 0 1 0 0,0-1 0 0 0,0 1-1 0 0,1-1 1 0 0,-1 1 0 0 0,1-1-1 0 0,0 1 1 0 0,0-1 0 0 0,0 0-1 0 0,0 1 1 0 0,0-1 0 0 0,1-1-1 0 0,-1 1 1 0 0,1 0 0 0 0,0 0-1 0 0,0-1 1 0 0,0 0 0 0 0,0 0-1 0 0,0 1 1 0 0,1-2 0 0 0,-1 1-1 0 0,1 0 1 0 0,-1-1 0 0 0,1 0-1 0 0,-1 1 1 0 0,1-1 0 0 0,5 0-1 0 0,0 0 44 0 0,-1 0 1 0 0,1-1-1 0 0,0 0 0 0 0,0-1 0 0 0,0 0 0 0 0,-1 0 0 0 0,1-1 0 0 0,0 0 0 0 0,-1-1 0 0 0,1 0 1 0 0,8-4-1 0 0,-6 2 71 0 0,0 0 1 0 0,-1-1 0 0 0,1 0-1 0 0,-1-1 1 0 0,0 0-1 0 0,-1-1 1 0 0,0 0 0 0 0,10-11-1 0 0,-13 12-1 0 0,-2 1 0 0 0,1-1 0 0 0,-1 0-1 0 0,0 0 1 0 0,0-1 0 0 0,-1 1 0 0 0,0-1-1 0 0,0 0 1 0 0,-1 0 0 0 0,0 0 0 0 0,0 0-1 0 0,-1 0 1 0 0,1-10 0 0 0,-2 9 37 0 0,0-1 0 0 0,0 0 0 0 0,-1 1-1 0 0,0-1 1 0 0,-1 1 0 0 0,0-1 0 0 0,0 1 0 0 0,-1 0 0 0 0,0 0-1 0 0,-1 0 1 0 0,0 0 0 0 0,0 0 0 0 0,-1 1 0 0 0,0 0 0 0 0,-7-9 0 0 0,9 14-94 0 0,0 0 1 0 0,0 0 0 0 0,-1 0 0 0 0,1 0-1 0 0,-1 0 1 0 0,1 1 0 0 0,-1 0-1 0 0,0-1 1 0 0,0 1 0 0 0,0 1 0 0 0,0-1-1 0 0,0 1 1 0 0,0-1 0 0 0,0 1 0 0 0,-6 0-1 0 0,8 0-130 0 0,-1 1 0 0 0,1-1 0 0 0,-1 1 0 0 0,1 0 0 0 0,-1 0 0 0 0,1 0 0 0 0,-1 0 0 0 0,1 0 0 0 0,-1 1 0 0 0,1-1 0 0 0,-1 1 0 0 0,1 0 0 0 0,-1 0 0 0 0,1-1 0 0 0,0 2 0 0 0,-1-1 0 0 0,1 0 0 0 0,0 0 0 0 0,0 1 0 0 0,0-1 0 0 0,0 1 0 0 0,0 0 0 0 0,0-1 0 0 0,0 1 0 0 0,1 0 0 0 0,-3 3 0 0 0,0 2-2083 0 0,-7 27-11693 0 0,11-19 8226 0 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1:54.6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158 0 4744 0 0,'3'17'3679'0'0,"0"-3"-2572"0"0,-1 0-1 0 0,-1 0 0 0 0,-1 27 1 0 0,1-10 32 0 0,-1-1 112 0 0,0 0 0 0 0,-2 0-1 0 0,-1-1 1 0 0,-12 48 0 0 0,12-65-1030 0 0,0 0 0 0 0,-1 0 0 0 0,-1-1 0 0 0,0 1 0 0 0,0-1 0 0 0,-1 0 0 0 0,-1-1 0 0 0,0 1 0 0 0,0-1 0 0 0,-1 0 0 0 0,0-1 0 0 0,-1 0 0 0 0,-15 13 0 0 0,-9-5-9132 0 0,19-13 4103 0 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1:55.6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79 122 3680 0 0,'0'-32'5244'0'0,"-2"-46"8148"0"0,-1 84-12129 0 0,-2 10-842 0 0,-16 148 1388 0 0,7-64-1458 0 0,-13 162 211 0 0,26-247-518 0 0,-1 27 57 0 0,1-31-43 0 0,0-18 8 0 0,0-146-20 0 0,2-166-173 0 0,0 312 123 0 0,-1 0 0 0 0,1 0 0 0 0,0-1 0 0 0,1 1 0 0 0,-1 0 0 0 0,1 0 0 0 0,1 0 1 0 0,-1 0-1 0 0,1 0 0 0 0,1 1 0 0 0,-1-1 0 0 0,1 1 0 0 0,6-8 0 0 0,-6 10 7 0 0,0 0-1 0 0,0 0 1 0 0,1 1 0 0 0,-1-1-1 0 0,1 1 1 0 0,0 0 0 0 0,0 0-1 0 0,0 1 1 0 0,0-1-1 0 0,1 1 1 0 0,-1 0 0 0 0,1 1-1 0 0,-1-1 1 0 0,1 1 0 0 0,-1 0-1 0 0,1 0 1 0 0,9 1-1 0 0,-4-1 17 0 0,1 1-1 0 0,-1 0 1 0 0,1 1-1 0 0,-1 0 1 0 0,1 1-1 0 0,16 4 1 0 0,-25-5-12 0 0,1 1-1 0 0,-1-1 1 0 0,0 1 0 0 0,0 0 0 0 0,-1-1 0 0 0,1 2 0 0 0,0-1 0 0 0,-1 0 0 0 0,1 0 0 0 0,-1 1 0 0 0,0-1-1 0 0,1 1 1 0 0,-1 0 0 0 0,0 0 0 0 0,-1-1 0 0 0,1 1 0 0 0,-1 1 0 0 0,1-1 0 0 0,-1 0 0 0 0,0 0-1 0 0,0 0 1 0 0,0 1 0 0 0,0-1 0 0 0,-1 0 0 0 0,1 1 0 0 0,-1 5 0 0 0,0 0 5 0 0,0 0 0 0 0,-1 0 0 0 0,0 0 0 0 0,-1-1 0 0 0,1 1 0 0 0,-2 0 0 0 0,-4 12 0 0 0,-29 58 68 0 0,19-45-49 0 0,-7 8 8 0 0,18-32-27 0 0,0 0 0 0 0,0 1 0 0 0,1 0 0 0 0,1-1 0 0 0,-5 17 0 0 0,9-27-11 0 0,-1 1 0 0 0,1 0 0 0 0,0 0 0 0 0,0 0 0 0 0,1 0 1 0 0,-1 0-1 0 0,0 0 0 0 0,0 0 0 0 0,0 0 0 0 0,1 0 0 0 0,-1 0 0 0 0,0 0 0 0 0,1-1 0 0 0,-1 1 0 0 0,1 0 1 0 0,-1 0-1 0 0,1 0 0 0 0,-1-1 0 0 0,1 1 0 0 0,-1 0 0 0 0,1-1 0 0 0,0 1 0 0 0,-1 0 0 0 0,1-1 1 0 0,0 1-1 0 0,0-1 0 0 0,0 1 0 0 0,-1-1 0 0 0,1 1 0 0 0,0-1 0 0 0,0 0 0 0 0,0 1 0 0 0,0-1 1 0 0,0 0-1 0 0,0 0 0 0 0,0 0 0 0 0,0 0 0 0 0,1 0 0 0 0,44 2 30 0 0,-38-2-26 0 0,1 0 4 0 0,0 0-1 0 0,-1 1 1 0 0,1 0-1 0 0,0 1 0 0 0,-1-1 1 0 0,0 2-1 0 0,1-1 1 0 0,9 5-1 0 0,-15-6 1 0 0,-1 1-1 0 0,1-1 1 0 0,-1 1 0 0 0,1 0-1 0 0,-1-1 1 0 0,1 1-1 0 0,-1 0 1 0 0,0 1-1 0 0,0-1 1 0 0,0 0 0 0 0,0 1-1 0 0,0-1 1 0 0,-1 1-1 0 0,1-1 1 0 0,-1 1-1 0 0,0 0 1 0 0,1 0 0 0 0,-1-1-1 0 0,-1 1 1 0 0,1 0-1 0 0,0 0 1 0 0,-1 0-1 0 0,1 0 1 0 0,-1 0 0 0 0,0 0-1 0 0,0 0 1 0 0,0 4-1 0 0,-2 1 14 0 0,1-1 0 0 0,-1 0 0 0 0,0 0 0 0 0,-1 1-1 0 0,1-1 1 0 0,-1-1 0 0 0,-1 1 0 0 0,1 0 0 0 0,-1-1 0 0 0,-1 0 0 0 0,-8 11-1 0 0,-1-1-145 0 0,0-2 0 0 0,-1 0 0 0 0,-20 15 0 0 0,-4-6-2023 0 0,16-15-2906 0 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1:56.0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79 4096 0 0,'0'-24'5092'0'0,"-1"22"-4903"0"0,1 0 0 0 0,0-1 0 0 0,0 1 1 0 0,1 0-1 0 0,-1 0 0 0 0,0 0 1 0 0,1 0-1 0 0,-1 0 0 0 0,1 0 1 0 0,0 0-1 0 0,0 0 0 0 0,0 0 1 0 0,0 0-1 0 0,0 0 0 0 0,0 0 1 0 0,0 0-1 0 0,0 1 0 0 0,1-1 1 0 0,-1 0-1 0 0,1 1 0 0 0,-1 0 1 0 0,1-1-1 0 0,0 1 0 0 0,-1 0 1 0 0,1-1-1 0 0,0 1 0 0 0,0 0 1 0 0,0 1-1 0 0,0-1 0 0 0,0 0 1 0 0,0 0-1 0 0,0 1 0 0 0,0-1 1 0 0,0 1-1 0 0,1 0 0 0 0,1 0 1 0 0,3-1 175 0 0,1 1 0 0 0,-1 1 0 0 0,0 0 1 0 0,0 0-1 0 0,0 0 0 0 0,0 1 0 0 0,0 0 1 0 0,0 0-1 0 0,13 6 0 0 0,-9-2-94 0 0,0 0-1 0 0,0 1 0 0 0,0 0 1 0 0,-1 1-1 0 0,0 0 1 0 0,0 0-1 0 0,-1 1 0 0 0,-1 0 1 0 0,1 1-1 0 0,-1 0 1 0 0,-1 0-1 0 0,12 21 0 0 0,-12-16-80 0 0,-1 0-1 0 0,0 1 0 0 0,-1 0 0 0 0,-1 0 1 0 0,-1 0-1 0 0,0 1 0 0 0,-1-1 0 0 0,0 30 1 0 0,-3-10 25 0 0,-1-1 0 0 0,-2 0 0 0 0,-12 48 0 0 0,-36 92 773 0 0,-17-18-416 0 0,18-47-1076 0 0,46-89-2880 0 0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1:58.0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 4 2304 0 0,'-3'0'344'0'0,"-3"0"16"0"0,4 0 0 0 0,-4 0 0 0 0,3 0-36 0 0,-3 0-4 0 0,4 0-380 0 0,-1 0-800 0 0,-1-3 0 0 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1:58.3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357 1 3912 0 0,'-16'-1'1062'0'0,"-1"2"0"0"0,0 0-1 0 0,0 1 1 0 0,1 1-1 0 0,0 1 1 0 0,-1 0-1 0 0,1 1 1 0 0,-28 13 0 0 0,34-13-734 0 0,0 1 1 0 0,0 1 0 0 0,1 0-1 0 0,0 0 1 0 0,0 0-1 0 0,0 1 1 0 0,1 1 0 0 0,1-1-1 0 0,-1 1 1 0 0,1 1 0 0 0,1-1-1 0 0,0 1 1 0 0,-8 17 0 0 0,2 3-43 0 0,2 0 0 0 0,0 1 0 0 0,2 0 0 0 0,2 0 0 0 0,1 0 0 0 0,1 1 0 0 0,1 0 1 0 0,2 0-1 0 0,2 0 0 0 0,0-1 0 0 0,3 1 0 0 0,0 0 0 0 0,2-1 0 0 0,14 45 0 0 0,-12-55-237 0 0,1 0-1 0 0,0 0 1 0 0,2-2-1 0 0,0 1 0 0 0,1-1 1 0 0,24 29-1 0 0,10-2-4012 0 0,7-7-5961 0 0,-30-25 5528 0 0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2:01.4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1 115 2648 0 0,'14'-69'5589'0'0,"-7"23"1522"0"0,-6 72-5374 0 0,-11 260 3967 0 0,0 2-4474 0 0,10-288-1262 0 0,0 1 1 0 0,0-1-1 0 0,-1 1 0 0 0,1-1 0 0 0,0 1 1 0 0,0-1-1 0 0,0 1 0 0 0,0-1 1 0 0,0 1-1 0 0,0-1 0 0 0,1 1 1 0 0,-1-1-1 0 0,0 1 0 0 0,0-1 1 0 0,0 1-1 0 0,0-1 0 0 0,1 1 1 0 0,-1-1-1 0 0,0 0 0 0 0,0 1 1 0 0,1-1-1 0 0,-1 1 0 0 0,0-1 1 0 0,1 0-1 0 0,-1 1 0 0 0,0-1 1 0 0,1 0-1 0 0,-1 1 0 0 0,1-1 1 0 0,-1 0-1 0 0,1 1 0 0 0,14-8-4421 0 0,13-23-5082 0 0,-14 10 5030 0 0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2:01.7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119 1 4072 0 0,'-4'0'371'0'0,"0"0"0"0"0,0 1 0 0 0,0-1-1 0 0,0 1 1 0 0,0 0 0 0 0,1 0-1 0 0,-1 0 1 0 0,0 0 0 0 0,1 1 0 0 0,-1 0-1 0 0,1-1 1 0 0,-1 1 0 0 0,1 1 0 0 0,0-1-1 0 0,-5 5 1 0 0,3-2-19 0 0,0 0-1 0 0,1 0 1 0 0,0 1 0 0 0,0-1 0 0 0,1 1-1 0 0,0 0 1 0 0,0 0 0 0 0,-4 10 0 0 0,3-2 76 0 0,0 0 1 0 0,1 0-1 0 0,0 0 0 0 0,1 0 1 0 0,1 1-1 0 0,0-1 1 0 0,1 0-1 0 0,2 16 1 0 0,-1-20-137 0 0,0 0 1 0 0,1 0-1 0 0,1 0 1 0 0,0-1 0 0 0,0 1-1 0 0,1-1 1 0 0,0 0 0 0 0,0 0-1 0 0,1 0 1 0 0,0 0 0 0 0,7 7-1 0 0,-8-10-219 0 0,1-1 0 0 0,0 0 0 0 0,1-1-1 0 0,-1 1 1 0 0,1-1 0 0 0,0 0 0 0 0,0-1 0 0 0,0 1-1 0 0,0-1 1 0 0,1 0 0 0 0,-1-1 0 0 0,1 0-1 0 0,0 0 1 0 0,0 0 0 0 0,0-1 0 0 0,9 1 0 0 0,-7-1-14 0 0,0 0 0 0 0,0-1 0 0 0,0-1 0 0 0,0 1 0 0 0,-1-1 0 0 0,1-1 0 0 0,0 0 0 0 0,0 0 0 0 0,-1 0 0 0 0,0-1 0 0 0,1-1 0 0 0,13-7 0 0 0,-17 8 6 0 0,0-1 1 0 0,0 1-1 0 0,0-2 0 0 0,0 1 1 0 0,-1 0-1 0 0,1-1 0 0 0,-1 0 0 0 0,0 0 1 0 0,-1 0-1 0 0,1 0 0 0 0,-1-1 0 0 0,0 1 1 0 0,0-1-1 0 0,-1 0 0 0 0,0 0 0 0 0,0 0 1 0 0,0 0-1 0 0,1-9 0 0 0,-1 2 86 0 0,-1 0 0 0 0,-1 0 0 0 0,0-1 1 0 0,-1 1-1 0 0,0 0 0 0 0,0 0 0 0 0,-2 0 0 0 0,-3-14 0 0 0,4 22-83 0 0,0 0 1 0 0,0 1-1 0 0,0-1 0 0 0,0 1 1 0 0,-1 0-1 0 0,1-1 0 0 0,-1 1 1 0 0,0 0-1 0 0,0 0 1 0 0,-7-6-1 0 0,7 8-36 0 0,0 1 0 0 0,0-1 1 0 0,0 0-1 0 0,0 0 0 0 0,0 1 1 0 0,0 0-1 0 0,0 0 0 0 0,0 0 0 0 0,-1 0 1 0 0,1 0-1 0 0,0 0 0 0 0,-1 1 1 0 0,1 0-1 0 0,-1 0 0 0 0,1 0 1 0 0,0 0-1 0 0,-6 1 0 0 0,6-1-153 0 0,1 1 1 0 0,-1 0-1 0 0,0-1 0 0 0,0 1 1 0 0,1 0-1 0 0,-1 1 0 0 0,1-1 0 0 0,-1 0 1 0 0,1 1-1 0 0,-1-1 0 0 0,1 1 1 0 0,0 0-1 0 0,0 0 0 0 0,-3 2 1 0 0,-6 15-5145 0 0,6 3-3822 0 0,5-9 3938 0 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2:01.9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197 1 5136 0 0,'-37'67'5191'0'0,"-12"36"-2065"0"0,35-74-2168 0 0,-6 19 1118 0 0,1-1 0 0 0,-18 73 0 0 0,26-74-5490 0 0,1 2-5122 0 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2:02.4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129 8 5096 0 0,'0'-7'6096'0'0,"-2"61"-2518"0"0,-2 0 0 0 0,-16 78 0 0 0,-37 104 222 0 0,19-86-2764 0 0,31-122-1099 0 0,8-42-425 0 0,11-47-219 0 0,20-62-89 0 0,61-195-514 0 0,-91 314 1325 0 0,0 0-1 0 0,0 0 1 0 0,0 0 0 0 0,0 0-1 0 0,0 0 1 0 0,1 0 0 0 0,0 1-1 0 0,-1-1 1 0 0,6-3 0 0 0,-8 6 3 0 0,1 1 0 0 0,0-1 0 0 0,-1 1 0 0 0,1-1 0 0 0,0 1 0 0 0,0 0 0 0 0,-1-1 0 0 0,1 1 0 0 0,0 0 1 0 0,0 0-1 0 0,-1 0 0 0 0,1-1 0 0 0,0 1 0 0 0,0 0 0 0 0,0 0 0 0 0,-1 0 0 0 0,1 0 0 0 0,0 0 0 0 0,0 0 0 0 0,0 1 0 0 0,1-1 0 0 0,-1 1 17 0 0,1 0 0 0 0,-1 0-1 0 0,1 0 1 0 0,-1 0-1 0 0,0 0 1 0 0,1 0-1 0 0,-1 0 1 0 0,0 1 0 0 0,0-1-1 0 0,0 0 1 0 0,0 1-1 0 0,0-1 1 0 0,0 1-1 0 0,1 1 1 0 0,10 23 374 0 0,0 0 1 0 0,-1 0-1 0 0,12 48 1 0 0,10 86 553 0 0,-22-99-674 0 0,-6-27-468 0 0,6 26 177 0 0,-10-56-924 0 0,0 0 0 0 0,1 0-1 0 0,0 0 1 0 0,0 0 0 0 0,0 0-1 0 0,4 5 1 0 0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2:02.6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 5 5000 0 0,'-11'5'5354'0'0,"10"-4"-5111"0"0,1 0-153 0 0,0-1 0 0 0,0 0 0 0 0,0 0 0 0 0,0 1 0 0 0,0-1 1 0 0,0 0-1 0 0,0 1 0 0 0,0-1 0 0 0,0 0 0 0 0,0 0 0 0 0,0 1 0 0 0,0-1 0 0 0,0 0 0 0 0,0 1 1 0 0,0-1-1 0 0,0 0 0 0 0,1 0 0 0 0,-1 1 0 0 0,0-1 0 0 0,0 0 0 0 0,0 0 0 0 0,0 1 0 0 0,1-1 0 0 0,-1 0 1 0 0,0 0-1 0 0,0 0 0 0 0,0 1 0 0 0,1-1 0 0 0,-1 0 0 0 0,0 0 0 0 0,0 0 0 0 0,1 0 0 0 0,-1 1 0 0 0,0-1 1 0 0,1 0-1 0 0,-1 0 0 0 0,0 0 0 0 0,0 0 0 0 0,1 0 0 0 0,-1 0 0 0 0,0 0 0 0 0,1 0 0 0 0,24 4 1263 0 0,0-1 0 0 0,0-1 0 0 0,0-1-1 0 0,1-1 1 0 0,45-7 0 0 0,-37 4-293 0 0,-4 1-832 0 0,70-9-14291 0 0,-76 5 9158 0 0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2:02.9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 14 4464 0 0,'0'0'164'0'0,"0"-1"0"0"0,0 1 0 0 0,0-1 0 0 0,0 0-1 0 0,0 1 1 0 0,0-1 0 0 0,0 1 0 0 0,0-1 0 0 0,0 1-1 0 0,1-1 1 0 0,-1 1 0 0 0,0-1 0 0 0,0 1 0 0 0,1-1-1 0 0,-1 1 1 0 0,0-1 0 0 0,1 1 0 0 0,-1-1 0 0 0,0 1 0 0 0,1 0-1 0 0,-1-1 1 0 0,1 1 0 0 0,-1 0 0 0 0,1-1 0 0 0,-1 1-1 0 0,1 0 1 0 0,-1-1 0 0 0,1 1 0 0 0,-1 0 0 0 0,1 0-1 0 0,22 0 2370 0 0,-17 2-2075 0 0,0-1 1 0 0,0 1-1 0 0,0 1 0 0 0,0-1 0 0 0,7 5 0 0 0,-4 0-36 0 0,-1 0 0 0 0,0 0 0 0 0,0 1 0 0 0,-1 0 0 0 0,0 0 0 0 0,0 1 0 0 0,-1 0 0 0 0,0 0 0 0 0,-1 0 0 0 0,0 1 0 0 0,0 0 0 0 0,-1 0 0 0 0,4 14 0 0 0,1 7 622 0 0,-2-1 0 0 0,-1 1 0 0 0,3 45 0 0 0,-7-30-691 0 0,-2 0 0 0 0,-2 1 1 0 0,-2-1-1 0 0,-2-1 1 0 0,-1 1-1 0 0,-3-1 1 0 0,-2 0-1 0 0,-2-1 1 0 0,-26 58-1 0 0,21-62-1872 0 0,-1-2 0 0 0,-2-1 0 0 0,-31 40 0 0 0,18-37-9658 0 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2:07.3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300 47 1788 0 0,'0'0'479'0'0,"-1"-27"5877"0"0,0 25-6118 0 0,0 1 0 0 0,-1-1 0 0 0,1 1 0 0 0,-1-1-1 0 0,0 1 1 0 0,1 0 0 0 0,-1 0 0 0 0,0 0-1 0 0,0 0 1 0 0,1 0 0 0 0,-1 0 0 0 0,0 0-1 0 0,0 0 1 0 0,0 1 0 0 0,0-1 0 0 0,0 1 0 0 0,0-1-1 0 0,0 1 1 0 0,0 0 0 0 0,-1 0 0 0 0,1 0-1 0 0,0 0 1 0 0,0 0 0 0 0,0 1 0 0 0,0-1 0 0 0,-3 1-1 0 0,-1 1 111 0 0,-1-1 1 0 0,1 1-1 0 0,0 0 0 0 0,-1 1 0 0 0,1 0 0 0 0,-10 6 0 0 0,4 0-144 0 0,1 0 0 0 0,0 1 0 0 0,1 0 0 0 0,0 1 0 0 0,1 0-1 0 0,0 1 1 0 0,1 0 0 0 0,0 0 0 0 0,1 1 0 0 0,-9 18 0 0 0,1 6 48 0 0,2 1 0 0 0,-13 59 1 0 0,17-48 56 0 0,-5 95 1 0 0,13-131-274 0 0,0 10 101 0 0,0 1-1 0 0,1-1 1 0 0,2 1-1 0 0,0-1 1 0 0,2 0-1 0 0,11 41 1 0 0,-11-53-222 0 0,0 0 0 0 0,1 0 0 0 0,1-1 0 0 0,0 0 1 0 0,14 19-1 0 0,-13-20-546 0 0,0-1 1 0 0,1 0 0 0 0,0-1 0 0 0,1 0-1 0 0,0 0 1 0 0,19 10 0 0 0,-5-4-3663 0 0,0-1 1 0 0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2:12.5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42 122 2216 0 0,'0'-27'4859'0'0,"4"14"-3534"0"0,0 0 1042 0 0,-1-1 0 0 0,0 1 0 0 0,2-28 0 0 0,-6 46-1998 0 0,0-1 1 0 0,-1 1 0 0 0,1 0 0 0 0,-1 0-1 0 0,0-1 1 0 0,-2 5 0 0 0,-6 16-26 0 0,0 12 37 0 0,1 0 0 0 0,2 1 0 0 0,2 0 0 0 0,-1 53 0 0 0,6-91-363 0 0,46-35 120 0 0,-24 20-137 0 0,0 2 0 0 0,30-13 0 0 0,-44 23-3 0 0,-1-1 0 0 0,1 2-1 0 0,0-1 1 0 0,1 1 0 0 0,-1 0-1 0 0,0 1 1 0 0,0 0 0 0 0,1 0-1 0 0,-1 1 1 0 0,17 1 0 0 0,-22 0 1 0 0,0 0 1 0 0,0 0 0 0 0,0-1-1 0 0,0 2 1 0 0,-1-1-1 0 0,1 0 1 0 0,0 0-1 0 0,-1 1 1 0 0,1 0 0 0 0,-1-1-1 0 0,1 1 1 0 0,-1 0-1 0 0,0 0 1 0 0,0 0 0 0 0,0 1-1 0 0,0-1 1 0 0,2 3-1 0 0,-1 1 2 0 0,0-1 0 0 0,0 1 0 0 0,-1 0 0 0 0,0-1-1 0 0,0 1 1 0 0,0 0 0 0 0,1 12 0 0 0,-1 4 15 0 0,-1 0 0 0 0,-1 0 1 0 0,-5 35-1 0 0,3-41 5 0 0,-1 0 1 0 0,-1 0-1 0 0,0 0 0 0 0,-1 0 1 0 0,-1-1-1 0 0,-1 1 1 0 0,0-2-1 0 0,-14 24 1 0 0,15-30 0 0 0,1 0 0 0 0,-1 0 1 0 0,0-1-1 0 0,-1 0 1 0 0,1 0-1 0 0,-1 0 1 0 0,-1-1-1 0 0,1 0 0 0 0,-1-1 1 0 0,0 0-1 0 0,-1 0 1 0 0,1 0-1 0 0,-1-1 1 0 0,0 0-1 0 0,0-1 0 0 0,-9 2 1 0 0,16-4-35 0 0,1-1 0 0 0,-1 1 0 0 0,1-1 0 0 0,-1 0 0 0 0,1 0 0 0 0,-1 0 0 0 0,1 0 1 0 0,-1 0-1 0 0,1 0 0 0 0,-1-1 0 0 0,1 1 0 0 0,-1 0 0 0 0,1-1 0 0 0,-1 1 0 0 0,1-1 0 0 0,0 1 0 0 0,-1-1 1 0 0,1 0-1 0 0,0 0 0 0 0,-1 0 0 0 0,1 1 0 0 0,0-1 0 0 0,0 0 0 0 0,0 0 0 0 0,-1-2 0 0 0,0 0 75 0 0,0 0-1 0 0,1 0 1 0 0,-1 0-1 0 0,1 0 0 0 0,0 0 1 0 0,0-1-1 0 0,0 1 1 0 0,0 0-1 0 0,1-1 1 0 0,-1-5-1 0 0,3-42-2154 0 0,6 12-6553 0 0,0 22 4273 0 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2:12.9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80 4152 0 0,'1'-9'4292'0'0,"3"-10"-2077"0"0,-1 16-1903 0 0,0 1-1 0 0,0-1 1 0 0,0 1 0 0 0,0-1 0 0 0,0 1-1 0 0,1 0 1 0 0,-1 1 0 0 0,1-1-1 0 0,-1 0 1 0 0,1 1 0 0 0,0 0 0 0 0,3-1-1 0 0,51-9 1838 0 0,-51 10-1791 0 0,52-6 2603 0 0,62 0 0 0 0,-43 7-3238 0 0,-23 2-4171 0 0,0 0-5150 0 0,-37-1 5197 0 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2:13.2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100 4 4424 0 0,'11'-4'7202'0'0,"-9"4"-6752"0"0,0 12 445 0 0,-1 0 0 0 0,0 0 0 0 0,-1 0 0 0 0,0 0-1 0 0,-1 1 1 0 0,-3 15 0 0 0,-20 73 2035 0 0,16-74-1967 0 0,-25 72 903 0 0,-1 1-2542 0 0,21-30-8698 0 0,14-59 4694 0 0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2:13.7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116 63 4344 0 0,'1'-8'1682'0'0,"1"0"-1"0"0,0 1 0 0 0,0 0 0 0 0,1-1 0 0 0,0 1 1 0 0,6-10-1 0 0,-10 28-962 0 0,0 0 1 0 0,-1 0-1 0 0,0 0 1 0 0,-1 0-1 0 0,-5 12 0 0 0,-4 17 682 0 0,-32 105 662 0 0,26-93-1648 0 0,-17 83 1 0 0,29-97-372 0 0,1 39 0 0 0,6-91-217 0 0,1 0 0 0 0,1 0 1 0 0,0 0-1 0 0,5-14 1 0 0,1-4-45 0 0,-7 25 176 0 0,11-48-372 0 0,2 1 0 0 0,3 1 0 0 0,40-87 0 0 0,-57 139 410 0 0,0-1 1 0 0,0 0 0 0 0,0 0 0 0 0,0 1 0 0 0,0-1-1 0 0,0 1 1 0 0,0-1 0 0 0,1 1 0 0 0,-1-1 0 0 0,1 1-1 0 0,-1 0 1 0 0,1 0 0 0 0,-1 0 0 0 0,1 0-1 0 0,-1 0 1 0 0,1 0 0 0 0,0 0 0 0 0,0 0 0 0 0,3-1-1 0 0,-3 2 22 0 0,-1 1 0 0 0,1-1 0 0 0,0 0 0 0 0,0 0 0 0 0,-1 0 0 0 0,1 1 0 0 0,0-1 0 0 0,-1 1 0 0 0,1 0 0 0 0,0-1 0 0 0,-1 1 0 0 0,1 0 0 0 0,-1 0 0 0 0,1 0 0 0 0,-1 0 0 0 0,0 0 0 0 0,3 2 0 0 0,1 3 79 0 0,1 0 0 0 0,-1 1 0 0 0,-1-1 1 0 0,1 1-1 0 0,-1 0 0 0 0,0 0 1 0 0,5 16-1 0 0,6 27 460 0 0,14 78 0 0 0,5 25 270 0 0,-29-137-1250 0 0,17 48 1082 0 0,-20-59-1781 0 0,0-1 0 0 0,1 1 0 0 0,0-1 0 0 0,0 1 0 0 0,6 7 0 0 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2:13.9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69 5056 0 0,'3'-2'6412'0'0,"19"-9"-4343"0"0,46-6 2821 0 0,132-14-1 0 0,-81 24-3269 0 0,-35 6-4289 0 0,-2 4-4629 0 0,-70-3 2310 0 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2:14.2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35 4360 0 0,'0'-1'194'0'0,"0"0"-1"0"0,1-1 0 0 0,-1 1 1 0 0,1 0-1 0 0,-1-1 0 0 0,1 1 1 0 0,0 0-1 0 0,0-1 0 0 0,-1 1 0 0 0,1 0 1 0 0,0 0-1 0 0,0 0 0 0 0,0 0 1 0 0,0 0-1 0 0,0 0 0 0 0,1 0 1 0 0,-1 0-1 0 0,0 0 0 0 0,0 1 0 0 0,1-1 1 0 0,-1 0-1 0 0,0 1 0 0 0,1-1 1 0 0,-1 1-1 0 0,0 0 0 0 0,1-1 1 0 0,1 1-1 0 0,40-8 1772 0 0,-35 8-1711 0 0,-1 0 0 0 0,0 0 0 0 0,0 0 0 0 0,1 1 0 0 0,-1 0 0 0 0,0 0 0 0 0,0 1 0 0 0,0-1 0 0 0,0 2 0 0 0,0-1 0 0 0,0 1 0 0 0,-1 0 0 0 0,7 4 0 0 0,-4-1 88 0 0,-1 0 1 0 0,-1 0-1 0 0,1 1 0 0 0,-1 0 1 0 0,0 1-1 0 0,-1-1 1 0 0,1 1-1 0 0,7 14 1 0 0,-3-3 282 0 0,-2 1 0 0 0,0 0 0 0 0,-1 0 0 0 0,-1 1 0 0 0,-1 0 1 0 0,-1 1-1 0 0,5 42 0 0 0,-5 37-1099 0 0,-6-58 1674 0 0,-2 0-1 0 0,-2 0 1 0 0,-16 69-1 0 0,12-79-1603 0 0,-1-1 0 0 0,-2 0 0 0 0,-17 33 0 0 0,-15 8-5034 0 0,-10-8-4488 0 0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2:15.2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465 16 4868 0 0,'-12'-4'1062'0'0,"0"1"-1"0"0,-1 0 1 0 0,0 1-1 0 0,0 0 1 0 0,0 1-1 0 0,0 1 1 0 0,0 0-1 0 0,-16 2 1 0 0,20-2-505 0 0,0 1-257 0 0,0 1-1 0 0,0-1 1 0 0,0 1-1 0 0,0 1 1 0 0,1 0-1 0 0,-1 0 1 0 0,1 1-1 0 0,0 0 1 0 0,0 0-1 0 0,1 1 1 0 0,-1 0-1 0 0,1 0 1 0 0,0 1-1 0 0,0 0 1 0 0,0 0-1 0 0,1 0 1 0 0,-6 9-1 0 0,-5 6-33 0 0,2 1 0 0 0,0 1 0 0 0,1 0 0 0 0,-15 37 0 0 0,11-14-50 0 0,2 0 1 0 0,2 1-1 0 0,2 1 0 0 0,2 0 1 0 0,2 0-1 0 0,2 1 0 0 0,3 0 1 0 0,3 77-1 0 0,1-103-73 0 0,1 0 1 0 0,1 0 0 0 0,1 0-1 0 0,1 0 1 0 0,1-1-1 0 0,1 0 1 0 0,10 23-1 0 0,-13-37-221 0 0,1 1-1 0 0,0-1 1 0 0,0 0-1 0 0,1 0 1 0 0,0 0-1 0 0,1-1 1 0 0,-1 0-1 0 0,10 8 1 0 0,-9-11-367 0 0,-1 1-1 0 0,1-1 1 0 0,0 0 0 0 0,0 0-1 0 0,1-1 1 0 0,-1 0 0 0 0,1-1 0 0 0,-1 1-1 0 0,1-1 1 0 0,0-1 0 0 0,9 2 0 0 0,33-3-8924 0 0,-27-2 4684 0 0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2:26.7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213 140 1752 0 0,'28'-29'4010'0'0,"-25"25"-3510"0"0,1 1 1 0 0,-1-1 0 0 0,0 0-1 0 0,0-1 1 0 0,-1 1-1 0 0,1 0 1 0 0,-1-1-1 0 0,0 1 1 0 0,0-1 0 0 0,-1 0-1 0 0,1 0 1 0 0,-1 0-1 0 0,0 0 1 0 0,0 1-1 0 0,-1-1 1 0 0,1-1 0 0 0,-1 1-1 0 0,-1-7 1 0 0,0 11-405 0 0,1 0 0 0 0,-1-1 1 0 0,0 1-1 0 0,0 0 0 0 0,0 0 0 0 0,0 0 1 0 0,0 0-1 0 0,0 0 0 0 0,-1 0 1 0 0,1 1-1 0 0,0-1 0 0 0,0 0 1 0 0,-1 1-1 0 0,1-1 0 0 0,0 0 0 0 0,-1 1 1 0 0,1 0-1 0 0,0-1 0 0 0,-1 1 1 0 0,1 0-1 0 0,-1 0 0 0 0,1-1 0 0 0,-1 1 1 0 0,1 0-1 0 0,-3 1 0 0 0,-39 3 812 0 0,30-1-800 0 0,1 1 0 0 0,0 1 0 0 0,0 0 0 0 0,0 1 0 0 0,1 1 0 0 0,0-1 0 0 0,0 2 0 0 0,0-1 0 0 0,1 2 0 0 0,-14 13 0 0 0,18-16-61 0 0,1 0 0 0 0,-1 0-1 0 0,2 1 1 0 0,-1-1 0 0 0,1 1 0 0 0,-1 0 0 0 0,2 0 0 0 0,-1 1-1 0 0,1-1 1 0 0,0 1 0 0 0,1 0 0 0 0,0 0 0 0 0,0 0 0 0 0,1 0 0 0 0,0 0-1 0 0,0 0 1 0 0,1 0 0 0 0,0 10 0 0 0,0-16-27 0 0,1-1-1 0 0,-1 1 1 0 0,0-1 0 0 0,1 1 0 0 0,-1-1-1 0 0,1 0 1 0 0,-1 1 0 0 0,1-1 0 0 0,0 0-1 0 0,0 1 1 0 0,-1-1 0 0 0,1 0 0 0 0,0 0 0 0 0,0 1-1 0 0,0-1 1 0 0,1 0 0 0 0,-1 0 0 0 0,0 0-1 0 0,0 0 1 0 0,0-1 0 0 0,3 2 0 0 0,-1 0 11 0 0,1-1 1 0 0,0 1 0 0 0,0-1 0 0 0,0 0 0 0 0,0-1 0 0 0,0 1 0 0 0,0-1 0 0 0,4 1-1 0 0,8-2 46 0 0,0 0 0 0 0,0-1 0 0 0,16-4 0 0 0,-21 4-52 0 0,0 0 0 0 0,0-1 0 0 0,0-1 0 0 0,-1 0 1 0 0,0-1-1 0 0,0 1 0 0 0,0-2 0 0 0,0 0 0 0 0,15-12 1 0 0,-18 12-19 0 0,-1-1 1 0 0,1 0 0 0 0,-2 0 0 0 0,1 0-1 0 0,-1-1 1 0 0,0 1 0 0 0,0-1 0 0 0,-1 0-1 0 0,0-1 1 0 0,-1 1 0 0 0,0-1 0 0 0,3-9-1 0 0,-3-7-26 0 0,1-41 0 0 0,-4 66 16 0 0,5 145 72 0 0,-1-91-14 0 0,-2 0 0 0 0,-3 0 0 0 0,-2-1 0 0 0,-12 67 0 0 0,12-107-33 0 0,-1-1-1 0 0,0 0 1 0 0,-1 0-1 0 0,0 0 1 0 0,-1 0-1 0 0,0-1 1 0 0,-1 0 0 0 0,-1 0-1 0 0,1-1 1 0 0,-2 1-1 0 0,1-2 1 0 0,-16 14-1 0 0,17-17-1 0 0,0 0-1 0 0,-1-1 0 0 0,0 1 1 0 0,0-2-1 0 0,0 1 0 0 0,-1-1 0 0 0,0 0 1 0 0,0-1-1 0 0,0 0 0 0 0,0-1 1 0 0,0 1-1 0 0,0-2 0 0 0,-1 1 0 0 0,1-1 1 0 0,-1-1-1 0 0,1 0 0 0 0,-13-1 0 0 0,19 0-15 0 0,0 0 0 0 0,1 1 0 0 0,-1-1 0 0 0,1-1-1 0 0,0 1 1 0 0,-1 0 0 0 0,1 0 0 0 0,0-1 0 0 0,0 1-1 0 0,0-1 1 0 0,0 0 0 0 0,0 0 0 0 0,0 0-1 0 0,0 0 1 0 0,1 0 0 0 0,-1 0 0 0 0,1 0 0 0 0,-1 0-1 0 0,1-1 1 0 0,0 1 0 0 0,0 0 0 0 0,0-1 0 0 0,0 1-1 0 0,0-1 1 0 0,1 0 0 0 0,-1 1 0 0 0,1-1 0 0 0,-1 1-1 0 0,1-4 1 0 0,-1-3-88 0 0,1 0 0 0 0,-1 0 0 0 0,1 0 0 0 0,1-1-1 0 0,0 1 1 0 0,3-12 0 0 0,-3 18-240 0 0,0 1 0 0 0,0-1 0 0 0,0 0-1 0 0,0 1 1 0 0,0-1 0 0 0,1 1 0 0 0,0-1 0 0 0,-1 1 0 0 0,1 0-1 0 0,0-1 1 0 0,2-1 0 0 0,0 1-750 0 0,9-13-3335 0 0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2:27.0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140 1 4784 0 0,'0'0'1755'0'0,"-6"17"2118"0"0,-68 222 4432 0 0,43-130-5208 0 0,29-101-3109 0 0,-19 71 1710 0 0,16-26-7556 0 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2:27.5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215 1 4776 0 0,'0'-1'6659'0'0,"0"5"-5398"0"0,-3 25 7 0 0,-1 0-1 0 0,-1 0 0 0 0,-2-1 0 0 0,0 0 0 0 0,-21 48 0 0 0,4-9 196 0 0,-41 112 1152 0 0,-5 16-1856 0 0,68-186-866 0 0,4-10 7 0 0,10-17-77 0 0,14-31-61 0 0,149-394-967 0 0,-173 437 1189 0 0,1-2 8 0 0,17-40-56 0 0,-19 44 73 0 0,1 1 1 0 0,0 0-1 0 0,0 1 0 0 0,0-1 0 0 0,0 0 1 0 0,0 0-1 0 0,0 1 0 0 0,1-1 0 0 0,-1 1 1 0 0,1 0-1 0 0,-1 0 0 0 0,4-2 0 0 0,-5 4-3 0 0,0-1 0 0 0,-1 1 0 0 0,1 0 0 0 0,-1 0 0 0 0,1 0 0 0 0,0 0 0 0 0,-1 0 0 0 0,1 0 0 0 0,-1 0 0 0 0,1 0 0 0 0,0 0 0 0 0,-1 0 0 0 0,1 0 0 0 0,0 0 0 0 0,-1 0 0 0 0,1 1 0 0 0,-1-1 0 0 0,1 0 0 0 0,-1 0 0 0 0,1 1 0 0 0,-1-1 0 0 0,1 0 0 0 0,-1 1 0 0 0,1-1 0 0 0,-1 0 0 0 0,1 1 0 0 0,-1-1 0 0 0,1 1 0 0 0,-1-1 0 0 0,0 1 0 0 0,1-1 0 0 0,-1 1 0 0 0,0-1 0 0 0,1 1 0 0 0,-1 0-1 0 0,11 28 193 0 0,-1 23 47 0 0,-2 0-1 0 0,-2 0 1 0 0,-2 83 0 0 0,4 51 182 0 0,-5-154-387 0 0,-3-17-102 0 0,1 0-1 0 0,1-1 0 0 0,0 1 0 0 0,1-1 0 0 0,1 0 0 0 0,0 0 0 0 0,7 15 0 0 0,-7-23-160 0 0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2:27.6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 2 4720 0 0,'-42'-1'11462'0'0,"66"1"-9675"0"0,189 6 6016 0 0,-106-2-8785 0 0,-4-2-9051 0 0,-85-3 5117 0 0,-2-2-1 0 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2:27.9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 1 4672 0 0,'21'0'3567'0'0,"-11"2"-2984"0"0,0 0-1 0 0,0 1 1 0 0,0 0 0 0 0,0 1 0 0 0,-1 0 0 0 0,1 0 0 0 0,16 11 0 0 0,-8-3 127 0 0,-2 0 1 0 0,0 1-1 0 0,15 16 0 0 0,-19-16-245 0 0,-1 1 0 0 0,-1 0-1 0 0,0 1 1 0 0,-1 0 0 0 0,0 0-1 0 0,-1 1 1 0 0,-1 0 0 0 0,-1 1 0 0 0,0-1-1 0 0,5 29 1 0 0,-4-9 555 0 0,-2 1-1 0 0,-1-1 1 0 0,-1 60 0 0 0,-4-70-763 0 0,-2-1 1 0 0,-1 0 0 0 0,-1 1-1 0 0,0-1 1 0 0,-2-1-1 0 0,-1 1 1 0 0,-12 24 0 0 0,-11 12 329 0 0,-46 70 1 0 0,72-122-537 0 0,-11 18-285 0 0,-1-2 1 0 0,-1 1-1 0 0,-22 22 0 0 0,-14 3-10254 0 0,40-41 4891 0 0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2:31.5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369 18 2720 0 0,'-19'-13'4626'0'0,"13"11"-4275"0"0,0 1 0 0 0,1 1-1 0 0,-1-1 1 0 0,0 1 0 0 0,0 0 0 0 0,0 0 0 0 0,0 1 0 0 0,0 0-1 0 0,1 0 1 0 0,-1 0 0 0 0,0 1 0 0 0,-7 2 0 0 0,4 0 98 0 0,0 1 1 0 0,0 0-1 0 0,0 0 1 0 0,1 1-1 0 0,0 0 1 0 0,-12 12-1 0 0,5-3 65 0 0,1 1 1 0 0,0 1-1 0 0,2 0 1 0 0,0 0-1 0 0,1 1 0 0 0,-11 25 1 0 0,4-3-181 0 0,2 0 1 0 0,2 1 0 0 0,1 0-1 0 0,3 1 1 0 0,1 0-1 0 0,2 1 1 0 0,2 0 0 0 0,2 0-1 0 0,3 62 1 0 0,1-96-265 0 0,0 0 0 0 0,1 1 0 0 0,0-1 0 0 0,0 0 0 0 0,1 0-1 0 0,0-1 1 0 0,0 1 0 0 0,1-1 0 0 0,0 1 0 0 0,8 9 0 0 0,-9-13-178 0 0,1 0 1 0 0,0 0-1 0 0,0-1 0 0 0,1 0 0 0 0,0 0 1 0 0,9 6-1 0 0,-9-6-458 0 0,0-2 1 0 0,0 1-1 0 0,1-1 0 0 0,-1 0 1 0 0,1 0-1 0 0,-1 0 0 0 0,11 1 1 0 0,12 0-3808 0 0,1-1 1 0 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2:32.3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627 21 3832 0 0,'-5'-20'7720'0'0,"3"19"-7508"0"0,-1 1 1 0 0,1 0-1 0 0,0 1 1 0 0,0-1-1 0 0,0 0 1 0 0,0 1-1 0 0,0-1 1 0 0,0 1-1 0 0,1-1 1 0 0,-1 1 0 0 0,0 0-1 0 0,0 0 1 0 0,0 0-1 0 0,-2 1 1 0 0,-29 20 1090 0 0,24-15-866 0 0,-265 195 4377 0 0,13-8-3838 0 0,260-194-971 0 0,1 1-1 0 0,0-1 1 0 0,0 0-1 0 0,0 0 1 0 0,-1 1-1 0 0,1-1 1 0 0,0 0-1 0 0,0 0 1 0 0,-1 0 0 0 0,1 1-1 0 0,0-1 1 0 0,0 0-1 0 0,-1 0 1 0 0,1 0-1 0 0,0 0 1 0 0,-1 0-1 0 0,1 1 1 0 0,0-1 0 0 0,0 0-1 0 0,-1 0 1 0 0,1 0-1 0 0,0 0 1 0 0,-1 0-1 0 0,1 0 1 0 0,0 0-1 0 0,-1 0 1 0 0,1 0-1 0 0,0 0 1 0 0,-1 0 0 0 0,1 0-1 0 0,0-1 1 0 0,-1 1-1 0 0,1 0 1 0 0,0 0-1 0 0,0 0 1 0 0,-1 0-1 0 0,1 0 1 0 0,0-1 0 0 0,0 1-1 0 0,-1 0 1 0 0,1-1-1 0 0,1-16 90 0 0,16-33-40 0 0,-13 39-32 0 0,5-16-10 0 0,1 1 1 0 0,1 0-1 0 0,2 1 0 0 0,0 0 1 0 0,2 1-1 0 0,1 1 1 0 0,31-38-1 0 0,-43 58-9 0 0,0-1 0 0 0,0 1 0 0 0,0 0 0 0 0,0 0 0 0 0,1 0 0 0 0,-1 0 0 0 0,1 1-1 0 0,-1 0 1 0 0,1 0 0 0 0,8-2 0 0 0,-10 3-1 0 0,-1 0 0 0 0,1 1 0 0 0,0-1-1 0 0,-1 1 1 0 0,1 0 0 0 0,0 0 0 0 0,0 0 0 0 0,-1 0-1 0 0,1 1 1 0 0,0-1 0 0 0,-1 1 0 0 0,1-1 0 0 0,-1 1-1 0 0,1 0 1 0 0,-1 0 0 0 0,1 0 0 0 0,-1 0 0 0 0,1 1-1 0 0,-1-1 1 0 0,0 0 0 0 0,0 1 0 0 0,0 0 0 0 0,4 3-1 0 0,2 5 10 0 0,0 0-1 0 0,-1 0 0 0 0,0 1 0 0 0,-1 0 1 0 0,0 0-1 0 0,4 13 0 0 0,23 78 70 0 0,-28-80-52 0 0,1 0 1 0 0,2 0 0 0 0,0-1 0 0 0,1 0 0 0 0,1-1-1 0 0,23 37 1 0 0,-30-53-13 0 0,0 0-1 0 0,1-1 1 0 0,-1 1 0 0 0,0-1-1 0 0,1 0 1 0 0,0 0 0 0 0,0 0-1 0 0,0-1 1 0 0,0 1-1 0 0,0-1 1 0 0,1 0 0 0 0,-1 0-1 0 0,1-1 1 0 0,-1 1 0 0 0,1-1-1 0 0,0 0 1 0 0,-1 0 0 0 0,1-1-1 0 0,0 1 1 0 0,0-1-1 0 0,-1 0 1 0 0,1 0 0 0 0,0-1-1 0 0,0 1 1 0 0,-1-1 0 0 0,8-2-1 0 0,-6 1 22 0 0,-1 0 0 0 0,1-1 0 0 0,-1 1 0 0 0,0-1 0 0 0,0 0 0 0 0,0 0 0 0 0,0-1 0 0 0,0 0 0 0 0,-1 0 0 0 0,1 0 0 0 0,-1 0 0 0 0,0 0 0 0 0,0-1 0 0 0,-1 0 0 0 0,1 0 0 0 0,-1 0 0 0 0,0 0 0 0 0,-1 0 0 0 0,1-1 0 0 0,2-10 0 0 0,1-5 154 0 0,-2 0 1 0 0,-1 0-1 0 0,0-1 1 0 0,-2 1-1 0 0,-1-36 0 0 0,-1 45-75 0 0,0 0 0 0 0,-1 0-1 0 0,0 0 1 0 0,-1 0 0 0 0,0 0-1 0 0,-1 1 1 0 0,-1-1 0 0 0,1 1-1 0 0,-2 0 1 0 0,1 1-1 0 0,-12-16 1 0 0,-4 6 89 0 0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2:32.5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176 0 4496 0 0,'-1'28'2841'0'0,"0"0"0"0"0,-11 50-1 0 0,4-46-1419 0 0,-1-2 0 0 0,-2 1-1 0 0,0-1 1 0 0,-3-1 0 0 0,0 0 0 0 0,-2-1-1 0 0,-29 41 1 0 0,21-33 790 0 0,14-21-5448 0 0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2:32.8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65 5200 0 0,'16'-2'10126'0'0,"22"-8"-6384"0"0,9-1-2033 0 0,-21 6-1601 0 0,144-24 7540 0 0,-113 24-10192 0 0,1 3-6887 0 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2:33.1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37 4328 0 0,'14'-7'919'0'0,"0"1"0"0"0,1 1 1 0 0,0 0-1 0 0,0 1 0 0 0,0 1 0 0 0,1 0 0 0 0,-1 1 0 0 0,1 1 0 0 0,-1 0 0 0 0,28 3 0 0 0,-35-1-665 0 0,0 0 1 0 0,-1 1-1 0 0,1 0 0 0 0,0 0 1 0 0,-1 1-1 0 0,0 0 0 0 0,1 0 1 0 0,-1 1-1 0 0,-1 0 0 0 0,1 0 1 0 0,0 0-1 0 0,-1 1 1 0 0,0 0-1 0 0,0 1 0 0 0,-1-1 1 0 0,1 1-1 0 0,-1 0 0 0 0,0 0 1 0 0,-1 1-1 0 0,1-1 0 0 0,-1 1 1 0 0,-1 0-1 0 0,4 8 1 0 0,1 5 299 0 0,-2 0 0 0 0,0 1 0 0 0,-1 0 0 0 0,-1 0 1 0 0,0 0-1 0 0,-2 0 0 0 0,0 33 0 0 0,-4-21-88 0 0,-1 0 1 0 0,-2 0-1 0 0,-1-1 0 0 0,-12 42 0 0 0,-6-7-175 0 0,-3 0-1 0 0,-2-1 1 0 0,-68 108-1 0 0,80-146-1143 0 0,-5 9-4309 0 0,-1-2-6211 0 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2:36.7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 60 3364 0 0,'-31'3'17302'0'0,"45"-3"-16160"0"0,194 3 520 0 0,43 0-993 0 0,-84-9-66 0 0,-103-1-108 0 0,110-27 0 0 0,-100 18-107 0 0,-34 11 446 0 0,-20 7-2755 0 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2:40.0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155 57 1088 0 0,'-24'0'3244'0'0,"-67"0"4037"0"0,52 0 721 0 0,54 13-5526 0 0,26-8-2099 0 0,1-1 1 0 0,0-3-1 0 0,-1-1 0 0 0,61-8 1 0 0,-10 2-66 0 0,539-6 1268 0 0,-582 10-1396 0 0,-1-3 1 0 0,67-15-1 0 0,-68 10-8 0 0,-1 3 1 0 0,67-3-1 0 0,-109 10-540 0 0,23 2 1225 0 0,-21 3-2231 0 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2:42.4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214 461 3424 0 0,'0'-6'11895'0'0,"0"-19"-8255"0"0,0 16-3334 0 0,0 1 1 0 0,-1-1-1 0 0,0 0 0 0 0,0 1 0 0 0,-1-1 1 0 0,-4-10-1 0 0,6 17-277 0 0,-1 1 0 0 0,0-1 0 0 0,1 0-1 0 0,-1 1 1 0 0,0-1 0 0 0,0 1 0 0 0,0-1 0 0 0,0 1 0 0 0,0-1 0 0 0,0 1-1 0 0,0 0 1 0 0,0 0 0 0 0,-1-1 0 0 0,1 1 0 0 0,0 0 0 0 0,-1 0 0 0 0,1 0 0 0 0,-1 1-1 0 0,1-1 1 0 0,-1 0 0 0 0,0 0 0 0 0,1 1 0 0 0,-1-1 0 0 0,0 1 0 0 0,1-1-1 0 0,-1 1 1 0 0,0 0 0 0 0,0 0 0 0 0,1 0 0 0 0,-1 0 0 0 0,0 0 0 0 0,0 0 0 0 0,1 0-1 0 0,-1 1 1 0 0,0-1 0 0 0,0 0 0 0 0,1 1 0 0 0,-3 1 0 0 0,-4 1 20 0 0,-1 2 0 0 0,2-1 0 0 0,-1 1 1 0 0,1 0-1 0 0,-1 1 0 0 0,1 0 0 0 0,1 0 1 0 0,-1 0-1 0 0,1 1 0 0 0,0 0 0 0 0,1 0 0 0 0,0 1 1 0 0,0-1-1 0 0,0 1 0 0 0,1 0 0 0 0,-5 13 1 0 0,2-3 15 0 0,1 0 1 0 0,0 0 0 0 0,2 0 0 0 0,0 1 0 0 0,1-1 0 0 0,-1 39 0 0 0,4-52-53 0 0,0 1-1 0 0,0 0 1 0 0,1-1 0 0 0,0 1-1 0 0,0-1 1 0 0,0 1 0 0 0,1-1 0 0 0,0 0-1 0 0,0 1 1 0 0,0-1 0 0 0,1 0 0 0 0,-1 0-1 0 0,1 0 1 0 0,0-1 0 0 0,1 1 0 0 0,-1-1-1 0 0,1 0 1 0 0,0 0 0 0 0,0 0-1 0 0,0 0 1 0 0,1 0 0 0 0,-1-1 0 0 0,1 0-1 0 0,0 0 1 0 0,0 0 0 0 0,0-1 0 0 0,0 0-1 0 0,0 0 1 0 0,0 0 0 0 0,1 0-1 0 0,9 1 1 0 0,3 0 12 0 0,0-1 0 0 0,1 0-1 0 0,-1-2 1 0 0,0 0 0 0 0,0-1 0 0 0,0 0-1 0 0,0-2 1 0 0,29-7 0 0 0,-25 3-23 0 0,-1 0 0 0 0,0-1 1 0 0,-1-1-1 0 0,0-1 0 0 0,0-1 1 0 0,-1-1-1 0 0,-1 0 0 0 0,0-1 1 0 0,0-2-1 0 0,-2 1 0 0 0,0-2 1 0 0,24-29-1 0 0,-20 18-50 0 0,-1-2 0 0 0,-1 1-1 0 0,-2-2 1 0 0,-1 0 0 0 0,-1-1 0 0 0,-2-1 0 0 0,15-56 0 0 0,-16 35-167 0 0,7-106 1 0 0,-17 156 204 0 0,-1 1-1 0 0,0-1 1 0 0,0 0-1 0 0,-1 0 1 0 0,1 0-1 0 0,0 0 0 0 0,-1 1 1 0 0,0-1-1 0 0,1 0 1 0 0,-1 0-1 0 0,0 1 1 0 0,-1-1-1 0 0,1 1 0 0 0,0-1 1 0 0,-1 1-1 0 0,1-1 1 0 0,-3-1-1 0 0,3 3 9 0 0,1 0 0 0 0,-1 1 0 0 0,0-1 0 0 0,1 1 0 0 0,-1 0 0 0 0,0-1 0 0 0,1 1 0 0 0,-1-1 0 0 0,0 1 1 0 0,0 0-1 0 0,0 0 0 0 0,1-1 0 0 0,-1 1 0 0 0,0 0 0 0 0,0 0 0 0 0,0 0 0 0 0,1 0 0 0 0,-1 0 0 0 0,0 0 0 0 0,0 0 0 0 0,0 0 0 0 0,-1 1 0 0 0,0-1 4 0 0,1 1 0 0 0,-1 0 0 0 0,0 0 0 0 0,0 0 1 0 0,1 0-1 0 0,-1 1 0 0 0,1-1 0 0 0,-1 0 0 0 0,1 1 0 0 0,-1-1 0 0 0,1 1 0 0 0,0-1 0 0 0,-2 3 0 0 0,-5 9 10 0 0,1 1 0 0 0,0 0-1 0 0,1 0 1 0 0,0 0-1 0 0,1 0 1 0 0,0 1 0 0 0,2 0-1 0 0,-4 22 1 0 0,1 17 28 0 0,2 57-1 0 0,2-51-4 0 0,2 170 477 0 0,0-230-507 0 0,0 0 0 0 0,0 0 0 0 0,0 0 0 0 0,0 0-1 0 0,0 1 1 0 0,0-1 0 0 0,0 0 0 0 0,0 0 0 0 0,0 0 0 0 0,0 0 0 0 0,0 1-1 0 0,0-1 1 0 0,0 0 0 0 0,0 0 0 0 0,0 0 0 0 0,0 0 0 0 0,0 1 0 0 0,0-1-1 0 0,0 0 1 0 0,1 0 0 0 0,-1 0 0 0 0,0 0 0 0 0,0 0 0 0 0,0 0 0 0 0,0 1-1 0 0,0-1 1 0 0,0 0 0 0 0,1 0 0 0 0,-1 0 0 0 0,0 0 0 0 0,0 0 0 0 0,0 0-1 0 0,0 0 1 0 0,0 0 0 0 0,1 0 0 0 0,-1 0 0 0 0,0 0 0 0 0,0 0 0 0 0,0 0-1 0 0,0 0 1 0 0,1 0 0 0 0,-1 0 0 0 0,10-4 108 0 0,8-10 10 0 0,91-109 302 0 0,2-1-57 0 0,-111 124-366 0 0,22-17 157 0 0,-21 17-153 0 0,-1 0 0 0 0,1-1 0 0 0,-1 1 0 0 0,0 0 0 0 0,1 0 0 0 0,-1 0 0 0 0,1 0 0 0 0,-1-1-1 0 0,1 1 1 0 0,-1 0 0 0 0,1 0 0 0 0,-1 0 0 0 0,1 0 0 0 0,-1 0 0 0 0,1 0 0 0 0,-1 0 0 0 0,1 0 0 0 0,-1 1 0 0 0,1-1 0 0 0,-1 0 0 0 0,1 0-1 0 0,-1 0 1 0 0,1 0 0 0 0,-1 1 0 0 0,1-1 0 0 0,-1 0 0 0 0,1 1 0 0 0,-1-1 0 0 0,0 0 0 0 0,1 1 0 0 0,-1-1 0 0 0,0 0 0 0 0,1 1 0 0 0,-1-1-1 0 0,0 0 1 0 0,1 1 0 0 0,-1-1 0 0 0,0 1 0 0 0,0-1 0 0 0,0 1 0 0 0,1-1 0 0 0,-1 1 0 0 0,0-1 0 0 0,0 1 0 0 0,0-1 0 0 0,0 1-1 0 0,0-1 1 0 0,0 1 0 0 0,0-1 0 0 0,0 1 0 0 0,0-1 0 0 0,0 2 0 0 0,4 56 433 0 0,-6 88-1 0 0,0-43 74 0 0,1-88-433 0 0,0-11-78 0 0,1 0 1 0 0,-1 0-1 0 0,1 0 1 0 0,0 0-1 0 0,0 1 0 0 0,1-1 1 0 0,-1 0-1 0 0,1 0 1 0 0,0 0-1 0 0,0 0 0 0 0,2 5 1 0 0,-1-8-60 0 0,-1-1 1 0 0,1 0-1 0 0,-1 1 1 0 0,1-1-1 0 0,-1 0 1 0 0,1 0-1 0 0,-1 0 1 0 0,1 0-1 0 0,-1-1 1 0 0,1 1-1 0 0,-1 0 1 0 0,0-1-1 0 0,1 1 1 0 0,-1-1-1 0 0,1 1 1 0 0,-1-1-1 0 0,0 0 1 0 0,1 1-1 0 0,-1-1 1 0 0,2-2-1 0 0,27-16-1124 0 0,-8 2-3909 0 0,0 0 0 0 0,20-23 0 0 0,-16 14 378 0 0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2:43.0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 69 3680 0 0,'0'26'4114'0'0,"-5"14"-1148"0"0,1 1-1 0 0,4 74 1 0 0,0-114-2846 0 0,0 0 0 0 0,0 1 0 0 0,0-1 1 0 0,1 0-1 0 0,-1 1 0 0 0,0-1 0 0 0,1 1 0 0 0,-1-1 1 0 0,1 0-1 0 0,-1 0 0 0 0,1 1 0 0 0,-1-1 0 0 0,1 0 0 0 0,0 0 1 0 0,0 0-1 0 0,0 0 0 0 0,0 0 0 0 0,-1 0 0 0 0,1 0 1 0 0,1 0-1 0 0,-1 0 0 0 0,0 0 0 0 0,0 0 0 0 0,0 0 1 0 0,2 0-1 0 0,0 0 24 0 0,0-1 0 0 0,-1 1 0 0 0,1 0 0 0 0,0-1 1 0 0,0 0-1 0 0,0 0 0 0 0,0 0 0 0 0,0 0 0 0 0,0 0 0 0 0,0-1 1 0 0,4 0-1 0 0,7-3 184 0 0,0-1 0 0 0,-1 0 0 0 0,24-12-1 0 0,-25 10-104 0 0,1 0 0 0 0,-1 0 0 0 0,-1-1-1 0 0,0-1 1 0 0,16-15 0 0 0,-22 19-100 0 0,0-1 1 0 0,-1 1-1 0 0,0-1 1 0 0,0 0-1 0 0,0 0 1 0 0,-1-1 0 0 0,0 1-1 0 0,0-1 1 0 0,-1 0-1 0 0,0 1 1 0 0,0-1-1 0 0,2-13 1 0 0,-4 14-37 0 0,1 1 0 0 0,-1-1 0 0 0,1 0 0 0 0,-2 0 0 0 0,1 0 0 0 0,-1 0 0 0 0,1 1 1 0 0,-2-1-1 0 0,1 0 0 0 0,-1 1 0 0 0,1-1 0 0 0,-2 1 0 0 0,1-1 0 0 0,-4-5 0 0 0,4 7-46 0 0,-1 1-1 0 0,0 0 0 0 0,0-1 0 0 0,0 1 0 0 0,0 1 1 0 0,-1-1-1 0 0,1 0 0 0 0,-1 1 0 0 0,0-1 0 0 0,0 1 1 0 0,0 0-1 0 0,0 1 0 0 0,0-1 0 0 0,0 1 1 0 0,0-1-1 0 0,0 1 0 0 0,-1 0 0 0 0,1 1 0 0 0,-8-1 1 0 0,3 1-40 0 0,1 0 1 0 0,-1 0-1 0 0,0 1 1 0 0,1 0-1 0 0,-1 0 1 0 0,1 1 0 0 0,0 1-1 0 0,-1-1 1 0 0,1 1-1 0 0,0 1 1 0 0,0-1 0 0 0,1 1-1 0 0,-1 1 1 0 0,1-1-1 0 0,-12 11 1 0 0,17-13-29 0 0,1-1 1 0 0,-1 1 0 0 0,1 0-1 0 0,-1-1 1 0 0,1 1-1 0 0,0 0 1 0 0,0 0-1 0 0,0 0 1 0 0,0 0-1 0 0,0 0 1 0 0,1 0-1 0 0,-1 0 1 0 0,1 0 0 0 0,-1 0-1 0 0,1 1 1 0 0,-1-1-1 0 0,1 0 1 0 0,0 0-1 0 0,1 3 1 0 0,-1-3-6 0 0,1 0 1 0 0,-1-1-1 0 0,1 1 1 0 0,0-1-1 0 0,0 1 1 0 0,-1-1-1 0 0,1 0 1 0 0,0 1-1 0 0,1-1 1 0 0,-1 0-1 0 0,0 0 1 0 0,0 0-1 0 0,0 1 1 0 0,1-1-1 0 0,-1-1 1 0 0,0 1-1 0 0,1 0 1 0 0,-1 0-1 0 0,1 0 1 0 0,-1-1-1 0 0,1 1 0 0 0,0-1 1 0 0,-1 1-1 0 0,1-1 1 0 0,-1 0-1 0 0,1 1 1 0 0,2-1-1 0 0,12 1-161 0 0,1-1-1 0 0,0 0 0 0 0,-1-1 0 0 0,1-1 1 0 0,-1-1-1 0 0,0 0 0 0 0,1-1 0 0 0,25-10 0 0 0,-20 6-33 0 0,1 1 0 0 0,0 2 0 0 0,41-5 0 0 0,-61 10 216 0 0,-1 0 0 0 0,1 1 0 0 0,0-1 0 0 0,-1 1 0 0 0,1-1 0 0 0,-1 1 0 0 0,1 0 0 0 0,-1 0 0 0 0,1 0 0 0 0,-1 0 0 0 0,1 0 0 0 0,-1 1 0 0 0,0-1 0 0 0,0 1 0 0 0,0 0 0 0 0,0-1 0 0 0,0 1 0 0 0,0 0 0 0 0,0 0 0 0 0,0 0 0 0 0,-1 1 0 0 0,1-1 0 0 0,-1 0 0 0 0,0 1 0 0 0,0-1 0 0 0,1 0 0 0 0,-2 1 0 0 0,1 0 0 0 0,0-1 0 0 0,0 5 0 0 0,3 10 22 0 0,0 0 0 0 0,-2 0-1 0 0,1 27 1 0 0,-2-34 0 0 0,-3 36 55 0 0,1-38-13 0 0,0 1 0 0 0,1 0 0 0 0,0 0 1 0 0,0 0-1 0 0,1 0 0 0 0,2 10 0 0 0,-2-19-41 0 0,-1 0 0 0 0,1 0 1 0 0,0 0-1 0 0,-1 0 0 0 0,1 0 0 0 0,0-1 1 0 0,-1 1-1 0 0,1 0 0 0 0,-1 0 0 0 0,1-1 1 0 0,0 1-1 0 0,-1 0 0 0 0,1-1 0 0 0,-1 1 1 0 0,1-1-1 0 0,-1 1 0 0 0,1-1 0 0 0,-1 1 0 0 0,0-1 1 0 0,1 1-1 0 0,-1-1 0 0 0,1 1 0 0 0,-1-2 1 0 0,17-18 102 0 0,-13 14-88 0 0,103-135 297 0 0,-91 123-270 0 0,1 0 0 0 0,0 1 1 0 0,1 1-1 0 0,1 1 0 0 0,25-16 0 0 0,-36 26-4 0 0,0 1 0 0 0,0 0 0 0 0,0 0 0 0 0,1 1 0 0 0,-1 0 0 0 0,1 1 0 0 0,0 0-1 0 0,13-2 1 0 0,-19 4-20 0 0,0 0 0 0 0,0 0 0 0 0,-1 0 0 0 0,1 0 0 0 0,0 0 0 0 0,0 1 0 0 0,0-1 0 0 0,-1 1 0 0 0,1 0 0 0 0,0 0 0 0 0,-1 0-1 0 0,1 0 1 0 0,-1 0 0 0 0,1 0 0 0 0,-1 1 0 0 0,1-1 0 0 0,-1 1 0 0 0,0 0 0 0 0,0 0 0 0 0,0 0 0 0 0,0 0 0 0 0,0 0 0 0 0,0 0 0 0 0,-1 0 0 0 0,1 1-1 0 0,-1-1 1 0 0,1 1 0 0 0,-1-1 0 0 0,0 1 0 0 0,2 5 0 0 0,2 17 210 0 0,0 0-1 0 0,-2 1 1 0 0,-1 0-1 0 0,-1-1 1 0 0,-1 1-1 0 0,-4 32 1 0 0,1 24 244 0 0,4-69-1756 0 0,-1 24 3571 0 0,-5-22-6930 0 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2:43.2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5649 0 0,'3'4'2100'0'0,"2"1"-936"0"0,1-3 52 0 0,3 3 48 0 0,0 0 16 0 0,2 3 16 0 0,-3-2 0 0 0,7 1 1 0 0,-6-2-1 0 0,2 0-56 0 0,-5-2-132 0 0,-3-1-212 0 0,3 0-544 0 0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2:57.3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326 3 4088 0 0,'0'0'737'0'0,"-32"-2"5296"0"0,22 3-5587 0 0,0 1 1 0 0,0 1-1 0 0,0-1 1 0 0,1 2 0 0 0,0-1-1 0 0,-1 2 1 0 0,1-1-1 0 0,1 1 1 0 0,-1 0-1 0 0,1 1 1 0 0,0 0 0 0 0,0 0-1 0 0,0 1 1 0 0,1 0-1 0 0,0 0 1 0 0,-11 15-1 0 0,4-1-140 0 0,0 0-1 0 0,2 1 0 0 0,0 0 1 0 0,1 1-1 0 0,-11 35 0 0 0,9-17-109 0 0,3 0 0 0 0,1 1 1 0 0,-5 68-1 0 0,10 129 600 0 0,4-216-648 0 0,2-1 1 0 0,0 1-1 0 0,8 29 0 0 0,-8-44-111 0 0,1 1-1 0 0,0-1 1 0 0,0 0 0 0 0,1 0-1 0 0,0 0 1 0 0,0 0 0 0 0,1-1-1 0 0,0 1 1 0 0,0-1-1 0 0,1-1 1 0 0,10 11 0 0 0,38 26-1682 0 0,3-5-10780 0 0,-43-29 8016 0 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3:04.4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228 134 2896 0 0,'-6'2'1158'0'0,"1"-1"0"0"0,-1 1-1 0 0,0-1 1 0 0,1 0 0 0 0,-1 0-1 0 0,0 0 1 0 0,1-1 0 0 0,-1 0-1 0 0,0 0 1 0 0,0-1 0 0 0,-6-1-1 0 0,11-1-863 0 0,0-1 0 0 0,1 0 0 0 0,-1 0 0 0 0,1 0 0 0 0,0 0 0 0 0,0 0 0 0 0,0 1 0 0 0,1-7 1 0 0,-1 3-51 0 0,0 3-200 0 0,0 0 0 0 0,0 0 1 0 0,1 0-1 0 0,-1 0 0 0 0,1 1 0 0 0,0-1 0 0 0,0 0 0 0 0,1 0 1 0 0,-1 1-1 0 0,1-1 0 0 0,-1 1 0 0 0,1-1 0 0 0,0 1 0 0 0,1 0 1 0 0,-1 0-1 0 0,1 0 0 0 0,-1 0 0 0 0,1 0 0 0 0,0 0 0 0 0,0 1 1 0 0,0-1-1 0 0,0 1 0 0 0,0 0 0 0 0,1 0 0 0 0,-1 0 0 0 0,1 0 1 0 0,-1 1-1 0 0,1-1 0 0 0,0 1 0 0 0,-1 0 0 0 0,1 0 0 0 0,0 0 1 0 0,0 1-1 0 0,0 0 0 0 0,0-1 0 0 0,4 1 0 0 0,-7 1-31 0 0,0-1 0 0 0,0 1 0 0 0,1-1 0 0 0,-1 1-1 0 0,0-1 1 0 0,0 1 0 0 0,0-1 0 0 0,0 1 0 0 0,0 0-1 0 0,0 0 1 0 0,-1-1 0 0 0,1 1 0 0 0,0 0 0 0 0,0 0-1 0 0,0 0 1 0 0,-1 0 0 0 0,1 0 0 0 0,0 0 0 0 0,-1 0 0 0 0,1 0-1 0 0,-1 0 1 0 0,0 0 0 0 0,1 1 0 0 0,-1-1 0 0 0,0 0-1 0 0,1 0 1 0 0,-1 0 0 0 0,0 0 0 0 0,0 2 0 0 0,1 42 177 0 0,-1-35-144 0 0,-2 13 7 0 0,-1-1-1 0 0,-1 1 1 0 0,0-1-1 0 0,-2 0 1 0 0,-1 0-1 0 0,-1-1 1 0 0,0 0-1 0 0,-2 0 1 0 0,0-1-1 0 0,-2 0 1 0 0,-25 34-1 0 0,25-39-9 0 0,1 0 0 0 0,-2-1 0 0 0,0 0 0 0 0,0-1 0 0 0,-1-1-1 0 0,-1 0 1 0 0,0-1 0 0 0,-21 12 0 0 0,36-23-41 0 0,-1 0 0 0 0,1 0 0 0 0,0 0 0 0 0,0 0 0 0 0,-1 0-1 0 0,1 0 1 0 0,0 0 0 0 0,0 1 0 0 0,-1-1 0 0 0,1 0 0 0 0,0 0 0 0 0,0 0 0 0 0,-1 0 0 0 0,1 0 0 0 0,0-1-1 0 0,0 1 1 0 0,-1 0 0 0 0,1 0 0 0 0,0 0 0 0 0,0 0 0 0 0,-1 0 0 0 0,1 0 0 0 0,0 0 0 0 0,0 0-1 0 0,-1-1 1 0 0,1 1 0 0 0,0 0 0 0 0,0 0 0 0 0,-1 0 0 0 0,1 0 0 0 0,0-1 0 0 0,0 1 0 0 0,0 0 0 0 0,0 0-1 0 0,0-1 1 0 0,-1 1 0 0 0,1 0 0 0 0,0-1 0 0 0,-4-16 42 0 0,3-24 7 0 0,1 34-35 0 0,0 7-14 0 0,0-1 0 0 0,0 1 1 0 0,0-1-1 0 0,0 1 0 0 0,0-1 1 0 0,0 1-1 0 0,0-1 1 0 0,0 1-1 0 0,0-1 0 0 0,0 1 1 0 0,0-1-1 0 0,0 1 0 0 0,1-1 1 0 0,-1 1-1 0 0,0-1 0 0 0,0 1 1 0 0,1-1-1 0 0,-1 1 0 0 0,0 0 1 0 0,0-1-1 0 0,1 1 0 0 0,-1-1 1 0 0,0 1-1 0 0,1 0 0 0 0,-1-1 1 0 0,1 1-1 0 0,-1 0 0 0 0,0 0 1 0 0,1-1-1 0 0,0 1 0 0 0,17 4 96 0 0,24 25 115 0 0,-32-21-149 0 0,42 36 183 0 0,-37-30-119 0 0,0-1 0 0 0,0-1 0 0 0,1 0 0 0 0,31 16 1 0 0,-42-26-139 0 0,0 0 1 0 0,0 0 0 0 0,0-1-1 0 0,0 1 1 0 0,0-1 0 0 0,1 0-1 0 0,-1 0 1 0 0,1-1 0 0 0,-1 0-1 0 0,0 0 1 0 0,1 0 0 0 0,-1 0-1 0 0,1-1 1 0 0,-1 0 0 0 0,0 0-1 0 0,0 0 1 0 0,1-1 0 0 0,-1 0-1 0 0,0 0 1 0 0,0 0 0 0 0,-1-1-1 0 0,6-3 1 0 0,38-29-388 0 0,-34 23 212 0 0,-1 0 1 0 0,20-26-1 0 0,-19 19 3 0 0,-1-1-1 0 0,-1-1 1 0 0,-1 0-1 0 0,0 0 1 0 0,-2-1 0 0 0,-1-1-1 0 0,7-24 1 0 0,-11 20-97 0 0,-4 27 273 0 0,0 0-1 0 0,-1 0 1 0 0,1 0 0 0 0,0 0 0 0 0,0 0-1 0 0,0 0 1 0 0,0 0 0 0 0,0 0-1 0 0,0 0 1 0 0,0 0 0 0 0,0 0-1 0 0,0 0 1 0 0,0 0 0 0 0,0 0 0 0 0,0 0-1 0 0,0 0 1 0 0,0 0 0 0 0,0 0-1 0 0,0 0 1 0 0,0 0 0 0 0,0 0-1 0 0,-2 17-19 0 0,-1 14 30 0 0,2-1 1 0 0,1 1 0 0 0,1-1-1 0 0,9 51 1 0 0,-9-78 2 0 0,-1 0-1 0 0,1 0 1 0 0,1 0 0 0 0,-1 0-1 0 0,0 0 1 0 0,1 0-1 0 0,-1 0 1 0 0,1 0 0 0 0,0-1-1 0 0,0 1 1 0 0,0-1 0 0 0,0 1-1 0 0,1-1 1 0 0,-1 0 0 0 0,1 0-1 0 0,-1 0 1 0 0,1 0 0 0 0,0 0-1 0 0,0 0 1 0 0,3 0 0 0 0,0 1 13 0 0,0-1 1 0 0,0-1-1 0 0,0 1 0 0 0,0-1 1 0 0,0 0-1 0 0,1-1 1 0 0,-1 0-1 0 0,0 0 1 0 0,1 0-1 0 0,6-1 1 0 0,-3 0 78 0 0,0-1 1 0 0,0 0 0 0 0,0-1-1 0 0,0 0 1 0 0,0 0-1 0 0,-1-1 1 0 0,0 0 0 0 0,0-1-1 0 0,0 0 1 0 0,0-1-1 0 0,0 1 1 0 0,13-13-1 0 0,-20 15-19 0 0,1-1-1 0 0,-1 1 0 0 0,0 0 0 0 0,0 0 0 0 0,0-1 0 0 0,0 1 0 0 0,-1-1 0 0 0,1 0 0 0 0,-1 0 0 0 0,0 1 0 0 0,0-1 0 0 0,0 0 0 0 0,-1 0 0 0 0,1 0 1 0 0,-1-7-1 0 0,-1 5 32 0 0,0-1 1 0 0,0 1 0 0 0,0 0 0 0 0,-1 0 0 0 0,0 0 0 0 0,0 0 0 0 0,0 0 0 0 0,-1 0 0 0 0,-4-6 0 0 0,0 1 69 0 0,-1 0 1 0 0,0 1-1 0 0,-1 0 0 0 0,0 0 1 0 0,0 0-1 0 0,-1 1 1 0 0,-1 1-1 0 0,-16-11 0 0 0,-11 3-416 0 0,17 14-4139 0 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3:04.7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4520 0 0,'0'0'810'0'0,"7"14"3935"0"0,-5 79 960 0 0,-1 60-3 0 0,0-107-4005 0 0,-2 18-665 0 0,1-59-2644 0 0,-1 0 0 0 0,0 0-1 0 0,0 0 1 0 0,-1 0 0 0 0,-2 8-1 0 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3:05.5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107 96 3896 0 0,'-5'-31'7072'0'0,"5"30"-6834"0"0,0 0-1 0 0,-1 0 0 0 0,1 0 1 0 0,0 0-1 0 0,0 0 0 0 0,0 0 1 0 0,-1 0-1 0 0,1 0 0 0 0,-1 0 1 0 0,1 0-1 0 0,-1 0 1 0 0,1 0-1 0 0,-1 0 0 0 0,1 0 1 0 0,-1 1-1 0 0,0-1 0 0 0,1 0 1 0 0,-1 0-1 0 0,0 1 0 0 0,0-1 1 0 0,0 0-1 0 0,0 1 0 0 0,0-1 1 0 0,-1 0-1 0 0,1 2-56 0 0,0-1-1 0 0,1 0 1 0 0,-1 1-1 0 0,0 0 1 0 0,0-1-1 0 0,0 1 1 0 0,0-1-1 0 0,1 1 1 0 0,-1 0-1 0 0,0 0 1 0 0,1-1-1 0 0,-1 1 1 0 0,1 0-1 0 0,-1 0 1 0 0,1 0-1 0 0,-1 0 1 0 0,1 0-1 0 0,-1 0 1 0 0,1 1-1 0 0,-18 58 1757 0 0,6 25-1102 0 0,3 0 0 0 0,4 136-1 0 0,5-213-759 0 0,0-8-37 0 0,-7-38 92 0 0,5 28-112 0 0,-7-53 9 0 0,2 0 0 0 0,3-88-1 0 0,4 141-26 0 0,0 0-1 0 0,1 0 1 0 0,0 0-1 0 0,1 0 0 0 0,0 0 1 0 0,0 0-1 0 0,1 1 1 0 0,1-1-1 0 0,-1 1 1 0 0,7-11-1 0 0,-7 15 0 0 0,1 0-1 0 0,-1 0 1 0 0,1 0 0 0 0,1 0 0 0 0,-1 1 0 0 0,1-1-1 0 0,-1 1 1 0 0,1 0 0 0 0,0 1 0 0 0,1-1-1 0 0,-1 1 1 0 0,0 0 0 0 0,1 0 0 0 0,0 1-1 0 0,0 0 1 0 0,0 0 0 0 0,8-2 0 0 0,-6 2 3 0 0,0 1 0 0 0,0-1 0 0 0,0 1 0 0 0,0 1 1 0 0,0 0-1 0 0,0 0 0 0 0,9 2 0 0 0,-14-2 1 0 0,-1 1-1 0 0,1-1 0 0 0,-1 1 0 0 0,0 0 1 0 0,1 0-1 0 0,-1 0 0 0 0,0 0 0 0 0,1 0 1 0 0,-1 0-1 0 0,0 1 0 0 0,0-1 0 0 0,0 1 1 0 0,0 0-1 0 0,-1-1 0 0 0,1 1 0 0 0,0 0 1 0 0,-1 0-1 0 0,1 0 0 0 0,-1 0 0 0 0,0 1 1 0 0,1-1-1 0 0,-1 0 0 0 0,0 0 0 0 0,0 1 1 0 0,-1-1-1 0 0,1 1 0 0 0,0 2 0 0 0,1 6 7 0 0,-1 1 0 0 0,-1-1 1 0 0,0 0-1 0 0,0 1 0 0 0,-1-1 0 0 0,-1 1 0 0 0,0-1 0 0 0,0 0 0 0 0,-1 0 0 0 0,-7 18 0 0 0,3-11 15 0 0,-1-1 1 0 0,-1 0-1 0 0,0 0 0 0 0,-2-1 0 0 0,-18 24 1 0 0,29-40-25 0 0,0 1 1 0 0,0-1-1 0 0,-1 0 1 0 0,1 0-1 0 0,0 1 1 0 0,0-1-1 0 0,0 0 1 0 0,0 0-1 0 0,0 1 1 0 0,0-1-1 0 0,0 0 1 0 0,0 0-1 0 0,0 1 1 0 0,0-1-1 0 0,0 0 1 0 0,0 0 0 0 0,0 1-1 0 0,0-1 1 0 0,0 0-1 0 0,0 1 1 0 0,0-1-1 0 0,0 0 1 0 0,0 0-1 0 0,0 1 1 0 0,0-1-1 0 0,0 0 1 0 0,1 0-1 0 0,-1 1 1 0 0,0-1-1 0 0,0 0 1 0 0,0 0-1 0 0,0 0 1 0 0,1 1-1 0 0,-1-1 1 0 0,0 0-1 0 0,0 0 1 0 0,0 0-1 0 0,1 0 1 0 0,-1 0-1 0 0,0 1 1 0 0,0-1-1 0 0,1 0 1 0 0,-1 0 0 0 0,0 0-1 0 0,0 0 1 0 0,1 0-1 0 0,-1 0 1 0 0,0 0-1 0 0,0 0 1 0 0,1 0-1 0 0,-1 0 1 0 0,0 0-1 0 0,1 0 1 0 0,-1 0-1 0 0,0 0 1 0 0,0 0-1 0 0,1 0 1 0 0,-1 0-1 0 0,0 0 1 0 0,0 0-1 0 0,1-1 1 0 0,26 2 6 0 0,-19-2-4 0 0,5 1 7 0 0,0 0 1 0 0,0 1-1 0 0,0 1 1 0 0,0 0-1 0 0,25 7 1 0 0,-34-8 8 0 0,1 1 0 0 0,-1 0 0 0 0,0 0-1 0 0,-1 0 1 0 0,1 0 0 0 0,0 1 0 0 0,-1 0 0 0 0,1 0 0 0 0,-1 0 0 0 0,0 0 0 0 0,0 0 0 0 0,0 1 0 0 0,0-1 0 0 0,-1 1 0 0 0,1 0 0 0 0,-1-1 0 0 0,0 1 0 0 0,0 0 0 0 0,0 1 0 0 0,-1-1 0 0 0,2 6 0 0 0,-1-1 29 0 0,0 1 0 0 0,-1 0 0 0 0,-1 0 0 0 0,1 0-1 0 0,-2 0 1 0 0,1 0 0 0 0,-1 0 0 0 0,-1 0-1 0 0,0-1 1 0 0,0 1 0 0 0,-1 0 0 0 0,0-1 0 0 0,-1 0-1 0 0,0 0 1 0 0,-5 10 0 0 0,2-7-74 0 0,0-1 1 0 0,0 0-1 0 0,-1 0 0 0 0,-1-1 1 0 0,1 0-1 0 0,-2 0 1 0 0,1-1-1 0 0,-2 0 0 0 0,1-1 1 0 0,-18 11-1 0 0,11-11-2776 0 0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3:05.9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4464 0 0,'7'0'938'0'0,"5"-1"354"0"0,-1 2-1 0 0,1-1 0 0 0,13 4 1 0 0,-21-3-1055 0 0,1 0 0 0 0,0 1 0 0 0,-1-1 0 0 0,0 1 0 0 0,1 1 0 0 0,-1-1 0 0 0,0 0 0 0 0,0 1 0 0 0,0 0 0 0 0,6 6 0 0 0,2 4 322 0 0,-1 0 0 0 0,-1 0-1 0 0,0 1 1 0 0,-1 1 0 0 0,0-1 0 0 0,-2 1 0 0 0,1 1-1 0 0,-2 0 1 0 0,0 0 0 0 0,-1 0 0 0 0,5 27-1 0 0,-2 5 1115 0 0,-2 0 0 0 0,0 89-1 0 0,-7-107-1495 0 0,-2 1-1 0 0,-1 0 1 0 0,-1-1-1 0 0,-2 0 0 0 0,-1-1 1 0 0,-2 1-1 0 0,0-2 1 0 0,-2 1-1 0 0,-1-1 1 0 0,-1-1-1 0 0,-2-1 0 0 0,-26 36 1 0 0,37-55-86 0 0,-23 32-4824 0 0,-2-2-7112 0 0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3:06.9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291 1 3728 0 0,'-14'0'1219'0'0,"0"0"0"0"0,0 1 0 0 0,0 1 1 0 0,0 0-1 0 0,1 1 0 0 0,-20 6 0 0 0,27-6-961 0 0,-1 0 0 0 0,1 0 0 0 0,-1 1 1 0 0,1 0-1 0 0,0 0 0 0 0,1 0 0 0 0,-1 0 1 0 0,1 1-1 0 0,0 0 0 0 0,0 0 0 0 0,0 1 1 0 0,1 0-1 0 0,-1-1 0 0 0,-4 12 0 0 0,-5 10 477 0 0,2 1 0 0 0,1 0 0 0 0,2 1 0 0 0,0 0 0 0 0,-7 52 0 0 0,8-15 57 0 0,-1 105 0 0 0,9-152-636 0 0,1 0 1 0 0,1 1 0 0 0,1-1-1 0 0,0 0 1 0 0,2 0 0 0 0,0-1-1 0 0,13 32 1 0 0,-7-27-431 0 0,2-1 1 0 0,0 0 0 0 0,1 0 0 0 0,1-2-1 0 0,23 25 1 0 0,14 10-12536 0 0,-40-38 8348 0 0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3:12.6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82 21 4344 0 0,'-1'-21'6743'0'0,"0"35"-2149"0"0,-1 13-3861 0 0,-12 102 3042 0 0,-18 69-2471 0 0,5-33-787 0 0,25-157-548 0 0,1-3-153 0 0,1 0 1 0 0,-1 0-1 0 0,1 0 0 0 0,-1 0 1 0 0,2 10-1 0 0,-1-15-21 0 0,0 1-1 0 0,1 0 1 0 0,-1-1-1 0 0,0 1 1 0 0,0 0 0 0 0,1-1-1 0 0,-1 1 1 0 0,0 0 0 0 0,1-1-1 0 0,-1 1 1 0 0,1-1 0 0 0,-1 1-1 0 0,0-1 1 0 0,1 1-1 0 0,0-1 1 0 0,-1 1 0 0 0,1-1-1 0 0,-1 1 1 0 0,2 0 0 0 0,18-2-8572 0 0,-6-6 4788 0 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3:12.9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 10 3716 0 0,'-14'36'2867'0'0,"8"-3"-1314"0"0,1-1 0 0 0,0 66-1 0 0,5-86-1196 0 0,1 1-1 0 0,0-1 0 0 0,1 0 1 0 0,0 1-1 0 0,1-1 0 0 0,1 0 0 0 0,0 0 1 0 0,0-1-1 0 0,1 1 0 0 0,1-1 0 0 0,7 11 1 0 0,-10-17-207 0 0,0-1-1 0 0,1 1 1 0 0,-1-1 0 0 0,1 0 0 0 0,0-1 0 0 0,0 1-1 0 0,0 0 1 0 0,1-1 0 0 0,0 0 0 0 0,-1 0-1 0 0,1-1 1 0 0,0 1 0 0 0,0-1 0 0 0,0 0 0 0 0,0 0-1 0 0,1-1 1 0 0,-1 1 0 0 0,0-1 0 0 0,1-1 0 0 0,-1 1-1 0 0,1-1 1 0 0,-1 1 0 0 0,1-2 0 0 0,-1 1 0 0 0,1 0-1 0 0,-1-1 1 0 0,1 0 0 0 0,-1-1 0 0 0,0 1 0 0 0,0-1-1 0 0,9-4 1 0 0,-7 3-32 0 0,1-1 0 0 0,-1 0 0 0 0,1 0 0 0 0,-1-1 0 0 0,-1 0 0 0 0,1-1 0 0 0,-1 1 0 0 0,1-1 0 0 0,-2 0 0 0 0,1-1 0 0 0,-1 1 0 0 0,0-1 0 0 0,0 0 0 0 0,-1-1 0 0 0,0 1 0 0 0,0-1 0 0 0,-1 1 0 0 0,0-1 0 0 0,4-15 0 0 0,-5 10 24 0 0,-2 1 0 0 0,1-1-1 0 0,-1 1 1 0 0,-1-1 0 0 0,0 1 0 0 0,-1-1-1 0 0,0 1 1 0 0,-1 0 0 0 0,-1-1 0 0 0,0 2 0 0 0,0-1-1 0 0,-1 0 1 0 0,-12-19 0 0 0,14 25-99 0 0,0 1 1 0 0,-1-1 0 0 0,0 1-1 0 0,0 0 1 0 0,0 0-1 0 0,-1 0 1 0 0,1 1-1 0 0,-1-1 1 0 0,0 1-1 0 0,0 0 1 0 0,-1 1 0 0 0,1-1-1 0 0,-1 1 1 0 0,0 0-1 0 0,0 1 1 0 0,0-1-1 0 0,0 1 1 0 0,0 0-1 0 0,-1 1 1 0 0,1-1 0 0 0,-1 1-1 0 0,1 1 1 0 0,-1-1-1 0 0,1 1 1 0 0,-1 0-1 0 0,1 1 1 0 0,-1-1-1 0 0,-7 3 1 0 0,12-3-157 0 0,-1 1 1 0 0,1 0-1 0 0,0 0 0 0 0,-1 0 0 0 0,1 0 0 0 0,0 0 1 0 0,-1 0-1 0 0,1 0 0 0 0,0 1 0 0 0,0-1 1 0 0,0 1-1 0 0,0 0 0 0 0,1 0 0 0 0,-1-1 1 0 0,0 1-1 0 0,1 0 0 0 0,-3 4 0 0 0,2-2-1133 0 0,1-1-1 0 0,-1 1 1 0 0,1 0-1 0 0,0-1 1 0 0,0 1-1 0 0,0 0 1 0 0,1 0-1 0 0,0 0 1 0 0,-1 0-1 0 0,2 7 1 0 0,1 8-3770 0 0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3:13.2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127 0 4968 0 0,'-32'69'5344'0'0,"-2"42"-1771"0"0,24-76-2415 0 0,0 0-707 0 0,-22 83 4852 0 0,24-58-4802 0 0,9-2-4641 0 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3:13.7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127 0 4712 0 0,'0'5'6986'0'0,"-3"25"-5164"0"0,-14 58 2532 0 0,-36 108 0 0 0,12-55-2678 0 0,38-128-1576 0 0,0 0 0 0 0,0 0 0 0 0,0 24 0 0 0,26-140-336 0 0,16-70-16 0 0,-34 146 215 0 0,2 0 0 0 0,1 0 0 0 0,1 1 0 0 0,1 0 0 0 0,2 1 0 0 0,27-45 0 0 0,-38 68 53 0 0,-1 1 1 0 0,1-1 0 0 0,0 1-1 0 0,0 0 1 0 0,0-1 0 0 0,1 1-1 0 0,-1 0 1 0 0,0 0 0 0 0,1 0-1 0 0,-1 0 1 0 0,0 0 0 0 0,1 0-1 0 0,-1 0 1 0 0,1 0 0 0 0,-1 0-1 0 0,1 1 1 0 0,0-1 0 0 0,-1 1-1 0 0,1-1 1 0 0,0 1 0 0 0,2-1-1 0 0,-2 1 8 0 0,-1 1 1 0 0,1-1-1 0 0,0 1 0 0 0,-1 0 0 0 0,1-1 1 0 0,-1 1-1 0 0,1 0 0 0 0,-1 0 0 0 0,0 0 0 0 0,1 0 1 0 0,-1 0-1 0 0,0 0 0 0 0,0 0 0 0 0,0 1 1 0 0,0-1-1 0 0,0 0 0 0 0,0 1 0 0 0,1 0 0 0 0,4 10 102 0 0,0-1-1 0 0,-1 1 0 0 0,0-1 0 0 0,3 18 0 0 0,-7-28-124 0 0,29 137 685 0 0,-25-105-591 0 0,2 1 1 0 0,1-2-1 0 0,1 1 1 0 0,2-1-1 0 0,21 45 0 0 0,-8-51-37 0 0,-9-17-3468 0 0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3:13.8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 97 4248 0 0,'-23'-2'6266'0'0,"35"-4"-2555"0"0,43-5-506 0 0,-50 10-2826 0 0,100-17 3929 0 0,10-2-2410 0 0,-38 1-7311 0 0,-57 12-10 0 0,6-5-3100 0 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3:14.1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 5272 0 0,'3'-1'290'0'0,"1"0"0"0"0,0 0-1 0 0,0 0 1 0 0,0 1 0 0 0,0-1-1 0 0,0 1 1 0 0,0 0-1 0 0,0 0 1 0 0,0 1 0 0 0,0-1-1 0 0,0 1 1 0 0,0 0 0 0 0,0 0-1 0 0,0 0 1 0 0,0 0-1 0 0,-1 1 1 0 0,1-1 0 0 0,0 1-1 0 0,-1 0 1 0 0,1 0 0 0 0,-1 0-1 0 0,0 1 1 0 0,0-1-1 0 0,0 1 1 0 0,0 0 0 0 0,0 0-1 0 0,3 5 1 0 0,3 3 176 0 0,0 0 1 0 0,-1 0-1 0 0,-1 1 1 0 0,0 0-1 0 0,0 0 0 0 0,7 22 1 0 0,-2 4 704 0 0,-2 1 0 0 0,-2-1 0 0 0,-2 2 0 0 0,3 61 0 0 0,-7-19 493 0 0,-10 85-1 0 0,5-138-1436 0 0,-1-1 0 0 0,-1 1 0 0 0,-2-1 0 0 0,-1 0 0 0 0,-1-1 0 0 0,-1 0 0 0 0,-15 28 0 0 0,9-25-3237 0 0,-24 32 1 0 0,17-35-7800 0 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3:17.1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394 120 1968 0 0,'1'-3'397'0'0,"-1"0"0"0"0,1-1 0 0 0,0 1 0 0 0,0 0 0 0 0,0 1 0 0 0,0-1 0 0 0,1 0 0 0 0,2-4 0 0 0,7-21 2010 0 0,-10 24-2030 0 0,0 1 0 0 0,-1-1-1 0 0,0 1 1 0 0,0-1 0 0 0,0 1 0 0 0,0 0-1 0 0,0-1 1 0 0,-1 1 0 0 0,1-1 0 0 0,-3-4-1 0 0,2 7-220 0 0,0 0-1 0 0,0-1 1 0 0,0 1-1 0 0,0 0 1 0 0,0 0-1 0 0,0 0 1 0 0,0 0-1 0 0,-1 0 1 0 0,1 0-1 0 0,0 0 0 0 0,-1 0 1 0 0,1 0-1 0 0,-1 1 1 0 0,1-1-1 0 0,-1 0 1 0 0,1 1-1 0 0,-1 0 1 0 0,0-1-1 0 0,1 1 1 0 0,-1 0-1 0 0,0 0 1 0 0,1 0-1 0 0,-1 0 1 0 0,1 0-1 0 0,-1 0 1 0 0,0 0-1 0 0,-2 1 1 0 0,-6 0 149 0 0,1 1 0 0 0,0 0 0 0 0,-1 0 0 0 0,1 1 1 0 0,0 0-1 0 0,0 1 0 0 0,0-1 0 0 0,1 2 0 0 0,-14 8 1 0 0,8-3-113 0 0,1 0 0 0 0,0 1 1 0 0,1 1-1 0 0,1 0 0 0 0,-11 14 1 0 0,-2 7-63 0 0,1 2 1 0 0,2 0-1 0 0,-30 69 1 0 0,39-75-101 0 0,1 2 0 0 0,1 0-1 0 0,1 0 1 0 0,-6 52 0 0 0,12-65-9 0 0,1 0 0 0 0,0 0 0 0 0,2 1 0 0 0,0-1 0 0 0,1 0 0 0 0,1 0 0 0 0,7 29 0 0 0,-7-40-37 0 0,0 1-1 0 0,1-1 0 0 0,0 0 1 0 0,0 0-1 0 0,1 0 1 0 0,0 0-1 0 0,0-1 0 0 0,1 0 1 0 0,0 0-1 0 0,0 0 1 0 0,0 0-1 0 0,1-1 0 0 0,-1 1 1 0 0,1-2-1 0 0,1 1 1 0 0,-1-1-1 0 0,1 0 0 0 0,-1 0 1 0 0,1 0-1 0 0,10 3 1 0 0,15 3-1593 0 0,15-2-5466 0 0,-23-6 2906 0 0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3:17.7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288 106 3728 0 0,'0'-2'286'0'0,"1"-6"825"0"0,-1-1 1 0 0,-1 0 0 0 0,0 0 0 0 0,0 1-1 0 0,-3-12 1 0 0,3 18-924 0 0,0 0 0 0 0,0 0-1 0 0,0 0 1 0 0,0-1 0 0 0,0 1-1 0 0,0 0 1 0 0,-1 1 0 0 0,1-1-1 0 0,-1 0 1 0 0,1 0 0 0 0,-1 0-1 0 0,0 1 1 0 0,1-1 0 0 0,-1 1-1 0 0,0 0 1 0 0,0-1 0 0 0,0 1-1 0 0,0 0 1 0 0,0 0 0 0 0,-1 0-1 0 0,1 0 1 0 0,0 1 0 0 0,0-1-1 0 0,-5 0 1 0 0,0 0 191 0 0,0 0-1 0 0,0 1 1 0 0,0 0-1 0 0,-1 0 1 0 0,1 0 0 0 0,0 1-1 0 0,0 0 1 0 0,0 1-1 0 0,0-1 1 0 0,0 1 0 0 0,0 1-1 0 0,-10 4 1 0 0,8-2-205 0 0,1 0 0 0 0,0 0 0 0 0,0 1 0 0 0,1 0 1 0 0,0 0-1 0 0,0 1 0 0 0,0 0 0 0 0,-10 15 0 0 0,10-12-136 0 0,0 0-1 0 0,1 1 1 0 0,0 0 0 0 0,1 0-1 0 0,0 1 1 0 0,1-1-1 0 0,0 1 1 0 0,1 0-1 0 0,0 0 1 0 0,1 0-1 0 0,1 1 1 0 0,0-1-1 0 0,0 0 1 0 0,1 1 0 0 0,2 15-1 0 0,-2-26-27 0 0,1 0 0 0 0,-1 1 0 0 0,1-1 1 0 0,0 0-1 0 0,-1 0 0 0 0,1 0 0 0 0,0 0 0 0 0,0 0 0 0 0,0 0 0 0 0,1 0 0 0 0,-1 0 0 0 0,0 0 1 0 0,1 0-1 0 0,0-1 0 0 0,-1 1 0 0 0,1 0 0 0 0,0-1 0 0 0,-1 1 0 0 0,1-1 0 0 0,4 2 0 0 0,-2-1 4 0 0,1-1-1 0 0,-1 1 0 0 0,1-1 0 0 0,-1 0 0 0 0,1 0 0 0 0,-1 0 1 0 0,1-1-1 0 0,0 0 0 0 0,8 0 0 0 0,-1-2 2 0 0,0 1-1 0 0,0-2 1 0 0,-1 1-1 0 0,1-2 1 0 0,-1 1 0 0 0,1-2-1 0 0,13-6 1 0 0,-18 6-22 0 0,1-1-1 0 0,0 0 1 0 0,-1 0 0 0 0,0 0 0 0 0,-1-1 0 0 0,1 0-1 0 0,-1 0 1 0 0,-1-1 0 0 0,1 0 0 0 0,-1 0 0 0 0,-1 0-1 0 0,1 0 1 0 0,3-13 0 0 0,-1 1-41 0 0,-1 1 0 0 0,0-1 0 0 0,-2 0 0 0 0,-1-1 1 0 0,2-22-1 0 0,1 11-94 0 0,-1 25 45 0 0,-2 22 72 0 0,4 80 149 0 0,-4 0 0 0 0,-9 99-1 0 0,4-179-77 0 0,0-1-1 0 0,-1 0 1 0 0,0 1-1 0 0,-1-1 1 0 0,-1-1-1 0 0,0 1 1 0 0,-1-1-1 0 0,-1 1 1 0 0,1-2-1 0 0,-2 1 1 0 0,-9 11-1 0 0,10-16 10 0 0,0 0 0 0 0,0 0 1 0 0,-1-1-1 0 0,0 0 0 0 0,0-1 0 0 0,-1 1 0 0 0,1-2 0 0 0,-1 1 1 0 0,-1-1-1 0 0,1-1 0 0 0,-1 1 0 0 0,0-2 0 0 0,0 1 1 0 0,0-2-1 0 0,-21 4 0 0 0,29-5-27 0 0,0-1 0 0 0,-1 1 0 0 0,1-1 0 0 0,-1 0 0 0 0,1 0 0 0 0,-1 0 0 0 0,1 0 0 0 0,-1 0 0 0 0,1-1 0 0 0,0 1 0 0 0,-1-1 0 0 0,1 0-1 0 0,0 1 1 0 0,-1-1 0 0 0,1 0 0 0 0,0 0 0 0 0,0-1 0 0 0,-4-1 0 0 0,5 1-81 0 0,0 1-1 0 0,0-1 1 0 0,0 1 0 0 0,0-1-1 0 0,0 0 1 0 0,0 1-1 0 0,1-1 1 0 0,-1 0-1 0 0,0 1 1 0 0,1-1-1 0 0,0 0 1 0 0,-1 0-1 0 0,1 0 1 0 0,0 1 0 0 0,0-1-1 0 0,0 0 1 0 0,0 0-1 0 0,0 0 1 0 0,1-2-1 0 0,0-2-696 0 0,0-1 1 0 0,1 1-1 0 0,0 0 0 0 0,0 0 0 0 0,5-9 0 0 0,18-23-9007 0 0,-9 19 5124 0 0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3:17.9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166 0 5000 0 0,'-5'22'4827'0'0,"-28"47"-1405"0"0,-54 127 4540 0 0,78-171-7387 0 0,1 0 0 0 0,2 0 0 0 0,0 1 1 0 0,1 0-1 0 0,-1 51 0 0 0,9-64-1953 0 0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3:18.4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120 21 4528 0 0,'0'0'3569'0'0,"0"11"-556"0"0,-1 10-1171 0 0,-1 1 0 0 0,-7 35 0 0 0,-34 95 2311 0 0,29-105-2709 0 0,-2 2-296 0 0,8-27-787 0 0,0 0-1 0 0,2 1 1 0 0,-7 46 0 0 0,15-81-436 0 0,-1 0-1 0 0,2-1 1 0 0,0 1 0 0 0,8-21 0 0 0,2-12-68 0 0,65-258-557 0 0,-74 289 667 0 0,10-31-73 0 0,-14 43 109 0 0,1 1 0 0 0,-1-1-1 0 0,1 1 1 0 0,0-1 0 0 0,0 1-1 0 0,0-1 1 0 0,0 1 0 0 0,0 0-1 0 0,0-1 1 0 0,0 1 0 0 0,0 0-1 0 0,1 0 1 0 0,-1 0 0 0 0,0 0-1 0 0,1 0 1 0 0,-1 0 0 0 0,1 0-1 0 0,-1 0 1 0 0,1 0 0 0 0,-1 1-1 0 0,4-2 1 0 0,-4 3 7 0 0,0-1 1 0 0,0 0-1 0 0,0 1 1 0 0,1-1-1 0 0,-1 0 1 0 0,0 1-1 0 0,0-1 1 0 0,-1 1-1 0 0,1 0 1 0 0,0-1-1 0 0,0 1 1 0 0,0 0-1 0 0,0 0 0 0 0,-1-1 1 0 0,1 1-1 0 0,0 0 1 0 0,0 0-1 0 0,-1 0 1 0 0,1 0-1 0 0,-1 0 1 0 0,1 0-1 0 0,0 1 1 0 0,10 26 214 0 0,2 23 112 0 0,-3 0 1 0 0,-2 1-1 0 0,3 68 0 0 0,11 80 513 0 0,-21-197-830 0 0,0 1 1 0 0,0 0 0 0 0,1 0-1 0 0,-1-1 1 0 0,1 1-1 0 0,0-1 1 0 0,0 1 0 0 0,0-1-1 0 0,0 0 1 0 0,5 5 0 0 0,-6-7-112 0 0,-1 0 1 0 0,1-1 0 0 0,0 1-1 0 0,0 0 1 0 0,0 0 0 0 0,0-1 0 0 0,0 1-1 0 0,0-1 1 0 0,0 1 0 0 0,1-1 0 0 0,-1 1-1 0 0,0-1 1 0 0,0 0 0 0 0,0 1-1 0 0,2-1 1 0 0,-2 0-198 0 0,1 0-1 0 0,-1-1 1 0 0,0 1-1 0 0,0 0 1 0 0,0-1-1 0 0,0 1 1 0 0,0 0-1 0 0,0-1 0 0 0,0 1 1 0 0,0-1-1 0 0,0 0 1 0 0,0 1-1 0 0,0-1 1 0 0,0 0-1 0 0,0 0 1 0 0,0 0-1 0 0,0 1 1 0 0,-1-1-1 0 0,2-1 1 0 0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3:18.5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 42 4568 0 0,'-26'0'2798'0'0,"-21"-1"6041"0"0,228-14-1879 0 0,94-7-5119 0 0,-245 20-3857 0 0,-1 2-4406 0 0,-8-1-409 0 0,-9 1 1970 0 0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3:18.8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4840 0 0,'15'0'1253'0'0,"0"1"-1"0"0,0 0 0 0 0,-1 1 0 0 0,24 7 1 0 0,-27-5-895 0 0,0-1 0 0 0,0 2 1 0 0,0 0-1 0 0,-1 0 0 0 0,0 1 1 0 0,0 0-1 0 0,0 1 0 0 0,-1 0 1 0 0,0 0-1 0 0,0 1 0 0 0,-1 1 1 0 0,0-1-1 0 0,0 1 0 0 0,-1 0 1 0 0,0 1-1 0 0,-1 0 0 0 0,7 13 1 0 0,-4-2 285 0 0,-1 0 0 0 0,0 1 0 0 0,-2 0 1 0 0,0 1-1 0 0,-1-1 0 0 0,-2 1 0 0 0,0 0 0 0 0,-1 38 1 0 0,-3-32-156 0 0,-1-1 0 0 0,-1 0 0 0 0,-1-1 1 0 0,-1 1-1 0 0,-2-1 0 0 0,-18 47 0 0 0,14-49-441 0 0,-1-1-1 0 0,-1-1 0 0 0,-1 1 0 0 0,-2-2 0 0 0,-28 34 1 0 0,13-24-3847 0 0,-1-2-3735 0 0,19-20 2298 0 0,-4-4-1 0 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3:20.3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383 28 3180 0 0,'0'-1'181'0'0,"0"0"-1"0"0,0 0 1 0 0,0 0-1 0 0,0 0 1 0 0,0 0-1 0 0,0 0 1 0 0,-1 0-1 0 0,1 0 1 0 0,0 0-1 0 0,-1 0 1 0 0,1 0-1 0 0,0 0 0 0 0,-1 0 1 0 0,1 0-1 0 0,-1 0 1 0 0,0 0-1 0 0,1 0 1 0 0,-1 1-1 0 0,0-1 1 0 0,1 0-1 0 0,-1 0 1 0 0,0 1-1 0 0,0-1 1 0 0,0 0-1 0 0,0 1 1 0 0,-1-1-1 0 0,0 0 22 0 0,-1 0 0 0 0,1 1 0 0 0,-1-1-1 0 0,1 1 1 0 0,-1 0 0 0 0,1-1 0 0 0,-1 1 0 0 0,1 0-1 0 0,-1 1 1 0 0,1-1 0 0 0,-3 1 0 0 0,-4 1 211 0 0,0 0-1 0 0,1 1 1 0 0,-1 0 0 0 0,1 0 0 0 0,-15 9 0 0 0,7-1 150 0 0,1 2 1 0 0,1-1-1 0 0,0 2 0 0 0,0 0 1 0 0,1 1-1 0 0,-15 22 1 0 0,10-11-75 0 0,2 2-1 0 0,0-1 1 0 0,2 2 0 0 0,1 0 0 0 0,-17 59 0 0 0,15-30-5 0 0,3 0-1 0 0,-4 66 1 0 0,12-87-174 0 0,2 0 0 0 0,5 70-1 0 0,-1-93-235 0 0,0 0-1 0 0,0 0 0 0 0,1 0 1 0 0,1-1-1 0 0,1 0 0 0 0,0 0 1 0 0,0 0-1 0 0,1 0 0 0 0,1-1 1 0 0,14 21-1 0 0,-16-28-79 0 0,0 0 0 0 0,0-1 0 0 0,0 1 0 0 0,1-1 0 0 0,0 0-1 0 0,0 0 1 0 0,0-1 0 0 0,0 0 0 0 0,0 0 0 0 0,1-1 0 0 0,-1 1 0 0 0,1-1 0 0 0,-1-1 0 0 0,1 1-1 0 0,0-1 1 0 0,0 0 0 0 0,0-1 0 0 0,9 0 0 0 0,-1 0-1197 0 0,0-1 0 0 0,29-5 0 0 0,22-13-9283 0 0,-40 7 6085 0 0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3:21.1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646 35 3808 0 0,'0'-2'411'0'0,"0"0"0"0"0,0 0 0 0 0,0 0 0 0 0,0 0 0 0 0,-1 0-1 0 0,1 0 1 0 0,-1 0 0 0 0,1 0 0 0 0,-1 0 0 0 0,1 0 0 0 0,-3-2 0 0 0,3 3-262 0 0,-1 0 0 0 0,1 1 0 0 0,-1-1 0 0 0,0 1 1 0 0,1-1-1 0 0,-1 1 0 0 0,1-1 0 0 0,-1 1 0 0 0,0-1 1 0 0,0 1-1 0 0,1-1 0 0 0,-1 1 0 0 0,0 0 0 0 0,1 0 1 0 0,-1-1-1 0 0,0 1 0 0 0,0 0 0 0 0,0 0 0 0 0,1 0 1 0 0,-3 0-1 0 0,0 0 120 0 0,-1 1 0 0 0,0 0 0 0 0,0 0 0 0 0,0 0 1 0 0,1 1-1 0 0,-1-1 0 0 0,0 1 0 0 0,1 0 0 0 0,0 0 1 0 0,-6 4-1 0 0,-49 39 1968 0 0,2 2 0 0 0,-73 80 0 0 0,-25 22-1350 0 0,137-134-802 0 0,-50 39 192 0 0,61-50-228 0 0,0 0 0 0 0,-1 0 0 0 0,1 0 0 0 0,-1-1 0 0 0,0 0 1 0 0,0-1-1 0 0,-1 0 0 0 0,-14 3 0 0 0,21-5-41 0 0,0 0 1 0 0,0 0-1 0 0,0 0 1 0 0,0-1 0 0 0,1 1-1 0 0,-1 0 1 0 0,0 0-1 0 0,0-1 1 0 0,0 1-1 0 0,0-1 1 0 0,0 1-1 0 0,0-1 1 0 0,0 1-1 0 0,1-1 1 0 0,-1 1 0 0 0,0-1-1 0 0,0 0 1 0 0,1 0-1 0 0,-1 1 1 0 0,1-1-1 0 0,-1 0 1 0 0,0 0-1 0 0,1 0 1 0 0,-1 1 0 0 0,1-1-1 0 0,0 0 1 0 0,-1 0-1 0 0,1 0 1 0 0,0 0-1 0 0,0 0 1 0 0,-1 0-1 0 0,1 0 1 0 0,0 0 0 0 0,0 0-1 0 0,0-2 1 0 0,0-37 118 0 0,4 15-100 0 0,0 0 1 0 0,2 0-1 0 0,0 1 1 0 0,2 0 0 0 0,1 0-1 0 0,1 0 1 0 0,0 1 0 0 0,2 1-1 0 0,1 0 1 0 0,1 1 0 0 0,0 0-1 0 0,32-33 1 0 0,-43 50-26 0 0,1 1-1 0 0,0 0 1 0 0,0 0 0 0 0,0 0 0 0 0,0 0 0 0 0,0 1-1 0 0,1-1 1 0 0,-1 1 0 0 0,7-2 0 0 0,-10 4-1 0 0,1-1 0 0 0,-1 1 0 0 0,1 0 0 0 0,-1 0 0 0 0,1 0 0 0 0,-1 0 0 0 0,1 0 0 0 0,-1 0 0 0 0,1 0 1 0 0,-1 0-1 0 0,1 1 0 0 0,-1-1 0 0 0,0 0 0 0 0,1 1 0 0 0,-1-1 0 0 0,1 1 0 0 0,-1 0 0 0 0,0 0 0 0 0,0-1 0 0 0,1 1 0 0 0,-1 0 1 0 0,0 0-1 0 0,0 0 0 0 0,0 0 0 0 0,0 0 0 0 0,0 0 0 0 0,0 0 0 0 0,0 1 0 0 0,0-1 0 0 0,-1 0 0 0 0,1 1 0 0 0,0-1 0 0 0,0 2 1 0 0,9 24 51 0 0,-1 0 1 0 0,-1 1 0 0 0,-1-1 0 0 0,4 45-1 0 0,-4-31 58 0 0,12 48-1 0 0,-15-77-75 0 0,0 1-1 0 0,1-1 1 0 0,1 0-1 0 0,0 0 1 0 0,0 0 0 0 0,1-1-1 0 0,16 20 1 0 0,-20-28-17 0 0,1 1 0 0 0,-1-1 0 0 0,1 0 1 0 0,0 0-1 0 0,0 0 0 0 0,1 0 0 0 0,-1 0 0 0 0,1-1 1 0 0,-1 0-1 0 0,1 0 0 0 0,0 0 0 0 0,-1-1 1 0 0,11 2-1 0 0,-7-2 8 0 0,1 0-1 0 0,-1-1 1 0 0,1 0 0 0 0,-1 0 0 0 0,0-1-1 0 0,1 0 1 0 0,15-4 0 0 0,-13 1 6 0 0,1 0 1 0 0,-1 0-1 0 0,0-1 1 0 0,-1 0 0 0 0,1 0-1 0 0,-1-2 1 0 0,0 1-1 0 0,-1-1 1 0 0,1-1 0 0 0,-1 1-1 0 0,-1-2 1 0 0,9-9-1 0 0,-10 7 25 0 0,0-1 0 0 0,0 0-1 0 0,-1 0 1 0 0,-1 0 0 0 0,0-1-1 0 0,-1 0 1 0 0,0 0-1 0 0,-1 0 1 0 0,2-14 0 0 0,-4 17-1 0 0,1 0-1 0 0,-2 0 1 0 0,1-1 0 0 0,-2 1 0 0 0,1 0 0 0 0,-1 0 0 0 0,-1 0 0 0 0,0 0 0 0 0,0 0 0 0 0,-1 0-1 0 0,0 1 1 0 0,-8-17 0 0 0,9 23-30 0 0,0 0 0 0 0,-1 0 1 0 0,0 0-1 0 0,1 1 0 0 0,-1-1 0 0 0,0 0 0 0 0,-1 1 0 0 0,1 0 0 0 0,0 0 1 0 0,-1 0-1 0 0,1 0 0 0 0,-6-2 0 0 0,7 3-65 0 0,0 1 0 0 0,-1-1 0 0 0,1 0-1 0 0,0 0 1 0 0,-1 1 0 0 0,1-1 0 0 0,0 1 0 0 0,-1 0 0 0 0,1 0 0 0 0,-1 0 0 0 0,1 0-1 0 0,0 0 1 0 0,-1 0 0 0 0,1 1 0 0 0,0-1 0 0 0,-1 1 0 0 0,1 0 0 0 0,0-1-1 0 0,0 1 1 0 0,-5 3 0 0 0,2 4-1033 0 0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3:21.4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183 0 5184 0 0,'-1'20'1920'0'0,"0"0"0"0"0,-5 21-1 0 0,1-15-895 0 0,-2 0 1 0 0,-1 0-1 0 0,-1-1 1 0 0,-1 0-1 0 0,-15 28 1 0 0,4-16 1512 0 0,-1-1 1 0 0,-35 45-1 0 0,53-76-2873 0 0,-3 5 520 0 0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3:21.7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29 4976 0 0,'2'0'8649'0'0,"17"0"-3560"0"0,123 2 1116 0 0,-81-2-4445 0 0,-29 1-1170 0 0,1-2 0 0 0,44-7 0 0 0,-49-2-785 0 0,-13-2-2688 0 0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3:21.9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 0 4888 0 0,'12'0'668'0'0,"0"1"-1"0"0,0 0 0 0 0,1 1 0 0 0,-2 0 0 0 0,1 1 0 0 0,0 0 0 0 0,0 1 1 0 0,-1 0-1 0 0,0 1 0 0 0,0 0 0 0 0,0 1 0 0 0,-1 0 0 0 0,0 1 0 0 0,0 0 1 0 0,14 13-1 0 0,-14-10-236 0 0,0 1 1 0 0,0 0 0 0 0,-2 1-1 0 0,1 0 1 0 0,-2 0 0 0 0,1 1-1 0 0,-2 0 1 0 0,0 0-1 0 0,0 1 1 0 0,-1 0 0 0 0,-1 0-1 0 0,5 22 1 0 0,-6-15 42 0 0,0-1 0 0 0,0 1 0 0 0,-2 0 1 0 0,-1 0-1 0 0,-1-1 0 0 0,0 1 0 0 0,-2 0 0 0 0,0-1 0 0 0,-1 1 0 0 0,-1-1 1 0 0,-1 0-1 0 0,-13 28 0 0 0,-4-3-28 0 0,-1-2-1 0 0,-54 71 1 0 0,-15-3-1410 0 0,62-81-2660 0 0,-2 1-4186 0 0,19-20 2386 0 0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3:23.4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53 137 5092 0 0,'-52'0'13550'0'0,"77"0"-10844"0"0,229-1 239 0 0,326-42-1589 0 0,-270 15-995 0 0,-269 24-359 0 0,927-46-52 0 0,-925 50-1764 0 0,20-5-7021 0 0,-33-1 3731 0 0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3:24.0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20 4264 0 0,'144'0'10446'0'0,"4"1"-3781"0"0,157 0-1507 0 0,199-7-6137 0 0,-291-2 3002 0 0,-26 1-1543 0 0,-107 6-2861 0 0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3:28.1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158 564 2952 0 0,'5'1'5517'0'0,"13"-12"-3823"0"0,-12 5-1320 0 0,1 0 0 0 0,-1 0 1 0 0,0 0-1 0 0,-1-1 0 0 0,0 0 0 0 0,0 0 1 0 0,-1-1-1 0 0,1 1 0 0 0,-1-1 0 0 0,-1 0 1 0 0,0 0-1 0 0,0 0 0 0 0,0 0 0 0 0,-1-1 1 0 0,-1 1-1 0 0,1-1 0 0 0,-1 1 0 0 0,-1-1 1 0 0,1 1-1 0 0,-1-1 0 0 0,-2-12 0 0 0,1 19-336 0 0,1 1-1 0 0,-1-1 1 0 0,1 1-1 0 0,-1 0 1 0 0,0-1-1 0 0,1 1 1 0 0,-1 0-1 0 0,0-1 1 0 0,0 1-1 0 0,0 0 0 0 0,0 0 1 0 0,0 0-1 0 0,0 0 1 0 0,0 0-1 0 0,0 0 1 0 0,-1 0-1 0 0,1 0 1 0 0,0 0-1 0 0,0 0 1 0 0,-1 1-1 0 0,1-1 1 0 0,-1 0-1 0 0,1 1 1 0 0,-1 0-1 0 0,1-1 0 0 0,-1 1 1 0 0,1 0-1 0 0,-1 0 1 0 0,1-1-1 0 0,-1 1 1 0 0,1 0-1 0 0,-1 1 1 0 0,1-1-1 0 0,-1 0 1 0 0,1 0-1 0 0,-3 1 1 0 0,-2 0 56 0 0,0 0 1 0 0,0 1-1 0 0,0 0 1 0 0,0 0-1 0 0,0 0 1 0 0,0 1-1 0 0,-9 5 1 0 0,3 1 16 0 0,-1 0 1 0 0,2 1 0 0 0,-1 1-1 0 0,1 0 1 0 0,1 0 0 0 0,0 1-1 0 0,0 0 1 0 0,1 1 0 0 0,-11 21-1 0 0,15-25-63 0 0,1 1-1 0 0,0-1 1 0 0,0 1-1 0 0,1 0 1 0 0,0 1-1 0 0,1-1 1 0 0,0 0-1 0 0,1 1 1 0 0,0 0-1 0 0,0-1 1 0 0,1 1-1 0 0,1-1 0 0 0,0 1 1 0 0,4 20-1 0 0,-3-27-31 0 0,-1 1 0 0 0,1-1 0 0 0,0 1 0 0 0,0-1 0 0 0,0 1 1 0 0,1-1-1 0 0,-1 0 0 0 0,1 0 0 0 0,0 0 0 0 0,0-1 0 0 0,1 1 0 0 0,-1-1 0 0 0,1 0 0 0 0,5 5 0 0 0,-1-4 3 0 0,-1 0 0 0 0,0 0 0 0 0,1 0 0 0 0,0-1 0 0 0,0 0 0 0 0,0-1 0 0 0,15 3 0 0 0,0-2 8 0 0,0-1 0 0 0,1-1 0 0 0,-1-1 0 0 0,0-1 0 0 0,27-5 0 0 0,-32 3-40 0 0,0 0-1 0 0,0-2 1 0 0,-1 0-1 0 0,1-1 1 0 0,-1 0-1 0 0,-1-2 1 0 0,1 0-1 0 0,-1-1 0 0 0,25-18 1 0 0,-21 10-49 0 0,0 0 0 0 0,-2-2 1 0 0,0 0-1 0 0,0-1 0 0 0,-2-1 0 0 0,15-25 1 0 0,-14 19-45 0 0,-2-2 1 0 0,0 0 0 0 0,-2 0-1 0 0,-2-1 1 0 0,12-45-1 0 0,-10 19-119 0 0,-4 0-1 0 0,4-69 0 0 0,-12 119 217 0 0,-1 1-1 0 0,-1-1 1 0 0,1 0 0 0 0,-1 1 0 0 0,0-1 0 0 0,0 1 0 0 0,0 0 0 0 0,-4-8 0 0 0,5 12 10 0 0,0 0 0 0 0,-1 1 0 0 0,1-1 0 0 0,-1 0 0 0 0,1 0 0 0 0,-1 1 0 0 0,1-1 0 0 0,-1 0 0 0 0,1 1 0 0 0,-1-1 0 0 0,0 0 0 0 0,1 1-1 0 0,-1-1 1 0 0,0 1 0 0 0,1-1 0 0 0,-1 1 0 0 0,0 0 0 0 0,0-1 0 0 0,1 1 0 0 0,-1 0 0 0 0,0-1 0 0 0,0 1 0 0 0,-1 0 0 0 0,1 0 3 0 0,0 0-1 0 0,-1 1 1 0 0,1-1 0 0 0,-1 1 0 0 0,1-1 0 0 0,0 1-1 0 0,-1 0 1 0 0,1 0 0 0 0,0-1 0 0 0,-1 1 0 0 0,1 0-1 0 0,0 0 1 0 0,0 0 0 0 0,0 0 0 0 0,0 0 0 0 0,0 1-1 0 0,0-1 1 0 0,-1 2 0 0 0,-4 6 24 0 0,0 0 0 0 0,1 0 1 0 0,0 1-1 0 0,0 0 0 0 0,1 0 0 0 0,0 0 1 0 0,1 0-1 0 0,-3 17 0 0 0,0 11 69 0 0,-2 41 0 0 0,4-20-1 0 0,-39 394 757 0 0,43-452-847 0 0,0-1 0 0 0,-1 1 0 0 0,1 0 1 0 0,0 0-1 0 0,0 0 0 0 0,0 0 0 0 0,0-1 1 0 0,0 1-1 0 0,0 0 0 0 0,0 0 1 0 0,1 0-1 0 0,-1 0 0 0 0,0-1 0 0 0,0 1 1 0 0,1 0-1 0 0,-1 0 0 0 0,0 0 0 0 0,1 1 1 0 0,0-2-3 0 0,-1 0-1 0 0,1 0 1 0 0,-1 0 0 0 0,0 0 0 0 0,1 0 0 0 0,-1 0 0 0 0,1 0 0 0 0,-1 0 0 0 0,0 0 0 0 0,1 0 0 0 0,-1 0 0 0 0,1 0 0 0 0,-1 0 0 0 0,0 0 0 0 0,1 0 0 0 0,-1 0 0 0 0,1 0 0 0 0,-1 0 0 0 0,0-1 0 0 0,1 1 0 0 0,-1 0 0 0 0,0 0 0 0 0,1 0 0 0 0,-1-1 0 0 0,1 1 0 0 0,21-23 97 0 0,8-24-3 0 0,25-53 0 0 0,-32 54 91 0 0,46-66-1 0 0,-67 109-155 0 0,0 0-1 0 0,1 0 0 0 0,-1 0 0 0 0,1 1 0 0 0,0-1 0 0 0,-1 1 1 0 0,1 0-1 0 0,0 0 0 0 0,4-3 0 0 0,-6 5-19 0 0,-1 0-1 0 0,1 0 0 0 0,0 0 1 0 0,-1-1-1 0 0,1 1 1 0 0,-1 0-1 0 0,1 0 0 0 0,0 0 1 0 0,-1 0-1 0 0,1 0 1 0 0,0 0-1 0 0,-1 0 0 0 0,1 0 1 0 0,-1 0-1 0 0,1 0 1 0 0,0 0-1 0 0,-1 1 1 0 0,1-1-1 0 0,0 0 0 0 0,-1 0 1 0 0,1 1-1 0 0,0-1 1 0 0,0 1 3 0 0,0 0 1 0 0,0 0 0 0 0,0 1 0 0 0,-1-1-1 0 0,1 0 1 0 0,0 0 0 0 0,-1 0-1 0 0,1 0 1 0 0,-1 1 0 0 0,1-1 0 0 0,-1 0-1 0 0,1 1 1 0 0,-1-1 0 0 0,0 3 0 0 0,4 32 344 0 0,-2-1 0 0 0,-3 61 1 0 0,-1-23 32 0 0,2-64-348 0 0,0 0 0 0 0,1 0 0 0 0,0-1 1 0 0,0 1-1 0 0,1 0 0 0 0,0-1 0 0 0,0 0 0 0 0,6 14 0 0 0,-6-19-67 0 0,-1-1 1 0 0,1 1-1 0 0,0 0 1 0 0,0-1-1 0 0,0 1 0 0 0,0-1 1 0 0,0 0-1 0 0,1 1 1 0 0,-1-1-1 0 0,1 0 1 0 0,-1 0-1 0 0,1-1 1 0 0,0 1-1 0 0,0-1 1 0 0,-1 1-1 0 0,1-1 1 0 0,0 0-1 0 0,0 0 1 0 0,1 0-1 0 0,-1 0 1 0 0,0-1-1 0 0,0 1 0 0 0,0-1 1 0 0,0 0-1 0 0,1 0 1 0 0,3 0-1 0 0,2-1-55 0 0,0-1-1 0 0,1 0 0 0 0,-1 0 0 0 0,0-1 0 0 0,0 0 1 0 0,-1 0-1 0 0,1-1 0 0 0,-1 0 0 0 0,0-1 0 0 0,0 0 0 0 0,0 0 1 0 0,0-1-1 0 0,-1 0 0 0 0,0 0 0 0 0,0 0 0 0 0,8-12 1 0 0,9-12-197 0 0,-1-1 0 0 0,32-58-1 0 0,-32 50 90 0 0,-7 8 86 0 0,-13 24 80 0 0,0 0 0 0 0,0 1-1 0 0,1-1 1 0 0,0 1 0 0 0,0 0-1 0 0,9-11 1 0 0,-13 17 18 0 0,0 0 1 0 0,1 0 0 0 0,-1 0-1 0 0,0 0 1 0 0,0-1-1 0 0,0 1 1 0 0,0 0 0 0 0,0 0-1 0 0,0 0 1 0 0,0 0-1 0 0,1 0 1 0 0,-1 0 0 0 0,0 0-1 0 0,0 0 1 0 0,0 0 0 0 0,0 0-1 0 0,0 0 1 0 0,0 0-1 0 0,1 0 1 0 0,-1 0 0 0 0,0 0-1 0 0,0 0 1 0 0,0 0-1 0 0,0 0 1 0 0,0 0 0 0 0,1 0-1 0 0,-1 0 1 0 0,0 0-1 0 0,0 0 1 0 0,0 0 0 0 0,0 0-1 0 0,0 0 1 0 0,1 0-1 0 0,-1 0 1 0 0,0 0 0 0 0,0 0-1 0 0,0 0 1 0 0,0 1-1 0 0,0-1 1 0 0,0 0 0 0 0,0 0-1 0 0,0 0 1 0 0,1 0 0 0 0,-1 0-1 0 0,0 0 1 0 0,0 0-1 0 0,0 1 1 0 0,0-1 0 0 0,0 0-1 0 0,2 11 35 0 0,-2 13 38 0 0,0-21-66 0 0,-2 16 43 0 0,1 0 0 0 0,0 1 0 0 0,2-1 0 0 0,5 37 0 0 0,-5-51-38 0 0,0-1 0 0 0,1 0 0 0 0,-1 0 0 0 0,1 0-1 0 0,-1 0 1 0 0,1 0 0 0 0,0 0 0 0 0,1 0 0 0 0,-1 0 0 0 0,1-1 0 0 0,-1 1 0 0 0,1-1 0 0 0,0 0 0 0 0,1 0 0 0 0,-1 0 0 0 0,0 0 0 0 0,1 0 0 0 0,-1-1 0 0 0,1 0 0 0 0,0 1 0 0 0,0-1-1 0 0,0-1 1 0 0,0 1 0 0 0,0-1 0 0 0,1 1 0 0 0,-1-1 0 0 0,7 1 0 0 0,-4-1 33 0 0,1 0-1 0 0,-1-1 1 0 0,0 0-1 0 0,1 0 1 0 0,-1 0-1 0 0,0-1 1 0 0,1 0-1 0 0,-1-1 1 0 0,0 1-1 0 0,0-1 1 0 0,0-1-1 0 0,0 1 1 0 0,0-1-1 0 0,-1-1 1 0 0,1 1-1 0 0,-1-1 1 0 0,0 0-1 0 0,0 0 1 0 0,0-1-1 0 0,-1 0 1 0 0,1 0-1 0 0,-1 0 1 0 0,0-1-1 0 0,-1 0 1 0 0,1 1-1 0 0,-1-2 1 0 0,0 1-1 0 0,-1 0 1 0 0,0-1-1 0 0,0 0 1 0 0,0 0-1 0 0,-1 0 1 0 0,0 0-1 0 0,0 0 1 0 0,2-14-1 0 0,-4 7 48 0 0,1 1 1 0 0,-2-1-1 0 0,0 1 0 0 0,0-1 0 0 0,-1 1 0 0 0,-1-1 0 0 0,0 1 0 0 0,-1 0 0 0 0,-9-21 0 0 0,11 29-78 0 0,0 1-1 0 0,0 0 0 0 0,-1 0 0 0 0,1 0 0 0 0,-1 1 0 0 0,0-1 1 0 0,0 1-1 0 0,0-1 0 0 0,-1 1 0 0 0,1 0 0 0 0,-1 0 1 0 0,0 1-1 0 0,0-1 0 0 0,1 1 0 0 0,-2 0 0 0 0,1 0 0 0 0,0 0 1 0 0,0 0-1 0 0,-1 1 0 0 0,1-1 0 0 0,-1 1 0 0 0,1 1 1 0 0,-1-1-1 0 0,1 0 0 0 0,-1 1 0 0 0,0 0 0 0 0,1 0 0 0 0,-1 1 1 0 0,1-1-1 0 0,-1 1 0 0 0,-8 2 0 0 0,9-2-19 0 0,0 1 0 0 0,0-1 1 0 0,0 1-1 0 0,1 0 0 0 0,-1-1 0 0 0,0 2 0 0 0,1-1 0 0 0,0 0 1 0 0,-1 1-1 0 0,1-1 0 0 0,0 1 0 0 0,1 0 0 0 0,-1 0 1 0 0,0 0-1 0 0,1 1 0 0 0,-1-1 0 0 0,1 1 0 0 0,0-1 0 0 0,0 1 1 0 0,1 0-1 0 0,-1-1 0 0 0,1 1 0 0 0,0 0 0 0 0,0 0 0 0 0,0 0 1 0 0,0 0-1 0 0,1 0 0 0 0,-1 0 0 0 0,1 1 0 0 0,0-1 0 0 0,1 0 1 0 0,0 5-1 0 0,-1-4-35 0 0,1 0 1 0 0,0 0-1 0 0,0 0 0 0 0,0 0 1 0 0,1 0-1 0 0,-1 0 1 0 0,1 0-1 0 0,0-1 1 0 0,1 1-1 0 0,-1-1 0 0 0,1 0 1 0 0,0 0-1 0 0,0 0 1 0 0,0 0-1 0 0,0 0 0 0 0,1 0 1 0 0,0-1-1 0 0,-1 0 1 0 0,1 0-1 0 0,0 0 0 0 0,1 0 1 0 0,-1 0-1 0 0,0-1 1 0 0,1 0-1 0 0,0 0 1 0 0,6 2-1 0 0,1-2-56 0 0,0 0 0 0 0,0-1 0 0 0,0 0-1 0 0,0-1 1 0 0,0-1 0 0 0,0 0 0 0 0,0 0 0 0 0,0-1 0 0 0,22-7 0 0 0,1-4-283 0 0,62-31 1 0 0,-63 28 241 0 0,-31 14 124 0 0,46-17-115 0 0,-47 18 130 0 0,-1 1 0 0 0,0 0 0 0 0,0-1 0 0 0,0 1 0 0 0,1 0 0 0 0,-1-1 0 0 0,0 1 0 0 0,0 0 0 0 0,0 0 0 0 0,1 0-1 0 0,-1 0 1 0 0,0 0 0 0 0,0 1 0 0 0,1-1 0 0 0,-1 0 0 0 0,0 0 0 0 0,0 1 0 0 0,0-1 0 0 0,1 1 0 0 0,-1-1 0 0 0,0 1-1 0 0,0-1 1 0 0,0 1 0 0 0,0 0 0 0 0,0 0 0 0 0,0-1 0 0 0,0 1 0 0 0,0 0 0 0 0,-1 0 0 0 0,1 0 0 0 0,0 0 0 0 0,0 0 0 0 0,-1 0-1 0 0,1 0 1 0 0,0 0 0 0 0,0 2 0 0 0,1 8 23 0 0,-1 1 0 0 0,0 0 0 0 0,0 0 0 0 0,-1-1 0 0 0,0 1 0 0 0,-1 0 0 0 0,-1-1 0 0 0,0 1 0 0 0,-3 11 0 0 0,-6 42 141 0 0,6-49 19 0 0,11-28 15 0 0,40-57-75 0 0,-9 13 39 0 0,68-79 0 0 0,-88 117-46 0 0,0 1 1 0 0,30-24-1 0 0,-41 36-60 0 0,1 1 0 0 0,-1 0-1 0 0,1 1 1 0 0,-1-1 0 0 0,1 1 0 0 0,0 0-1 0 0,0 1 1 0 0,0 0 0 0 0,1 0-1 0 0,-1 0 1 0 0,1 1 0 0 0,11-1 0 0 0,-17 2-21 0 0,1 1 0 0 0,0-1 0 0 0,0 0 0 0 0,0 1 0 0 0,-1 0 0 0 0,1 0 0 0 0,0 0 0 0 0,-1 0 0 0 0,1 0 0 0 0,-1 0 0 0 0,1 1 0 0 0,-1-1 0 0 0,1 1 0 0 0,-1-1 0 0 0,0 1 0 0 0,0 0 0 0 0,0 0 0 0 0,0 0 0 0 0,0 0 0 0 0,0 1 0 0 0,-1-1 0 0 0,1 0 0 0 0,-1 1 0 0 0,0-1 0 0 0,1 1 0 0 0,-1-1 0 0 0,0 1 0 0 0,0 0 0 0 0,-1-1 0 0 0,1 1 0 0 0,-1 0 0 0 0,1 3 0 0 0,2 11 169 0 0,-2 0-1 0 0,0 1 1 0 0,-2 34-1 0 0,0-37-115 0 0,0 18-120 0 0,-3 1 1 0 0,0-1-1 0 0,-15 52 1 0 0,17-77-1025 0 0,-7 18 223 0 0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3:28.3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4928 0 0,'1'7'918'0'0,"0"0"-1"0"0,0 0 0 0 0,1 0 0 0 0,0 0 0 0 0,0-1 0 0 0,1 1 0 0 0,0-1 0 0 0,0 1 0 0 0,1-1 0 0 0,6 9 0 0 0,-6-9-279 0 0,0 0 0 0 0,0 0 0 0 0,-1 1-1 0 0,1-1 1 0 0,-2 1 0 0 0,1 0-1 0 0,-1-1 1 0 0,0 1 0 0 0,0 1 0 0 0,1 11-1 0 0,-3-15 340 0 0,0 7-2826 0 0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3:30.2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74 162 4584 0 0,'-34'0'2628'0'0,"30"0"-2189"0"0,0-1-1 0 0,1 1 1 0 0,-1 0 0 0 0,0 0 0 0 0,0 0-1 0 0,1 1 1 0 0,-1-1 0 0 0,-6 2-1 0 0,48-9 7120 0 0,40 5-6374 0 0,-41 2-550 0 0,373-15 1008 0 0,206-25-625 0 0,-124-11-358 0 0,-118 10 61 0 0,-262 33-358 0 0,-112 8-472 0 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3:43.9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367 87 3212 0 0,'0'-17'2472'0'0,"1"13"-1758"0"0,-1-1 0 0 0,0 0 0 0 0,0 0 0 0 0,0 0-1 0 0,-1 0 1 0 0,0 1 0 0 0,0-1 0 0 0,-2-5 0 0 0,2 8-524 0 0,0 0 0 0 0,0 1 1 0 0,0-1-1 0 0,0 1 0 0 0,-1 0 1 0 0,1-1-1 0 0,-1 1 0 0 0,1 0 0 0 0,-1 0 1 0 0,1 0-1 0 0,-1 0 0 0 0,1 0 1 0 0,-1 0-1 0 0,0 0 0 0 0,0 1 0 0 0,1-1 1 0 0,-1 1-1 0 0,0-1 0 0 0,0 1 1 0 0,0 0-1 0 0,0-1 0 0 0,0 1 0 0 0,0 0 1 0 0,1 0-1 0 0,-4 1 0 0 0,-7 0-4 0 0,1 0 1 0 0,0 1-1 0 0,0 1 0 0 0,0 0 0 0 0,1 0 1 0 0,-1 1-1 0 0,1 0 0 0 0,0 1 1 0 0,0 0-1 0 0,0 1 0 0 0,1 0 0 0 0,-1 0 1 0 0,2 1-1 0 0,-1 0 0 0 0,-15 17 0 0 0,10-9-101 0 0,1 1 0 0 0,0 0 0 0 0,1 1 0 0 0,0 0 0 0 0,2 1 0 0 0,0 0-1 0 0,-13 36 1 0 0,15-28 8 0 0,1 0 0 0 0,2 0 0 0 0,-5 50 0 0 0,7 80 321 0 0,3-113-284 0 0,0-28-73 0 0,1 0 1 0 0,0 1-1 0 0,1-1 1 0 0,1 0 0 0 0,0 0-1 0 0,1 0 1 0 0,0-1-1 0 0,12 24 1 0 0,-13-31-30 0 0,1-1 1 0 0,-1 0-1 0 0,1 0 1 0 0,1 0-1 0 0,-1 0 1 0 0,1-1-1 0 0,0 0 1 0 0,0 0-1 0 0,1 0 1 0 0,-1-1-1 0 0,1 1 1 0 0,0-1-1 0 0,1-1 1 0 0,-1 1-1 0 0,0-1 1 0 0,1 0-1 0 0,0-1 1 0 0,0 1-1 0 0,-1-1 1 0 0,10 1-1 0 0,-4-1-251 0 0,1-1 0 0 0,0 0-1 0 0,-1-1 1 0 0,1 0-1 0 0,-1-1 1 0 0,26-5 0 0 0,-3-5-4043 0 0,-1-6-3967 0 0,-18 6 3892 0 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3:44.3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11 3832 0 0,'5'-10'10254'0'0,"-3"22"-9098"0"0,0 0 0 0 0,-1 1 0 0 0,0-1 1 0 0,-1 1-1 0 0,-1 15 0 0 0,0 4 112 0 0,1-1-766 0 0,-7 240 2026 0 0,-1-187-2301 0 0,12-90-1229 0 0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3:44.8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77 35 3944 0 0,'-2'-35'10372'0'0,"-10"105"-4823"0"0,-26 126-1915 0 0,35-184-3489 0 0,-18 77 631 0 0,21-89-774 0 0,0 0 0 0 0,0 0 1 0 0,0 0-1 0 0,0 0 0 0 0,0 0 0 0 0,0 0 1 0 0,0 0-1 0 0,0 1 0 0 0,0-1 1 0 0,0 0-1 0 0,0 0 0 0 0,0 0 1 0 0,0 0-1 0 0,0 0 0 0 0,0 0 1 0 0,0 0-1 0 0,0 0 0 0 0,0 0 1 0 0,0 0-1 0 0,0 0 0 0 0,0 1 1 0 0,0-1-1 0 0,0 0 0 0 0,0 0 1 0 0,0 0-1 0 0,0 0 0 0 0,0 0 1 0 0,0 0-1 0 0,0 0 0 0 0,0 0 0 0 0,0 0 1 0 0,1 0-1 0 0,-1 0 0 0 0,0 0 1 0 0,0 0-1 0 0,0 0 0 0 0,0 0 1 0 0,0 0-1 0 0,0 0 0 0 0,0 0 1 0 0,0 0-1 0 0,0 0 0 0 0,0 0 1 0 0,0 0-1 0 0,1 0 0 0 0,-1 0 1 0 0,0 0-1 0 0,0 0 0 0 0,0 0 1 0 0,0 0-1 0 0,0 0 0 0 0,0 0 1 0 0,0 0-1 0 0,0 0 0 0 0,0 0 1 0 0,0 0-1 0 0,0 0 0 0 0,1 0 0 0 0,-1 0 1 0 0,0 0-1 0 0,0 0 0 0 0,0 0 1 0 0,0 0-1 0 0,0 0 0 0 0,0 0 1 0 0,0-1-1 0 0,10-5 60 0 0,9-10-13 0 0,-10 6-38 0 0,0 0 1 0 0,1 1 0 0 0,0 0 0 0 0,0 1-1 0 0,1 0 1 0 0,0 0 0 0 0,1 2 0 0 0,-1-1-1 0 0,1 1 1 0 0,19-6 0 0 0,-30 12-12 0 0,0-1 1 0 0,0 1-1 0 0,1 0 0 0 0,-1-1 1 0 0,0 1-1 0 0,1 0 0 0 0,-1 0 1 0 0,0 0-1 0 0,1 0 0 0 0,-1 0 1 0 0,0 0-1 0 0,1 1 0 0 0,-1-1 1 0 0,0 0-1 0 0,1 1 0 0 0,-1-1 1 0 0,0 1-1 0 0,0-1 0 0 0,0 1 1 0 0,1 0-1 0 0,-1-1 0 0 0,1 2 1 0 0,0 0-1 0 0,0 0 1 0 0,0 1 0 0 0,0-1-1 0 0,-1 0 1 0 0,1 0 0 0 0,-1 1-1 0 0,0-1 1 0 0,1 1 0 0 0,-1-1-1 0 0,1 5 1 0 0,0 3 1 0 0,1 1-1 0 0,-2 0 1 0 0,1 0 0 0 0,-1 16-1 0 0,-1 6 3 0 0,-6 126 71 0 0,4-143-67 0 0,0 1 1 0 0,-2-1 0 0 0,1 0-1 0 0,-2 0 1 0 0,-1-1-1 0 0,0 1 1 0 0,-12 21 0 0 0,17-35-6 0 0,-1 1 0 0 0,0 0-1 0 0,0-1 1 0 0,-1 0 0 0 0,1 1 0 0 0,0-1 0 0 0,-1 0 0 0 0,1 0 0 0 0,-1-1 0 0 0,0 1 0 0 0,-4 2 0 0 0,6-4-16 0 0,1 0-1 0 0,-1 1 1 0 0,0-1 0 0 0,0 0-1 0 0,1 1 1 0 0,-1-1 0 0 0,0 0-1 0 0,0 0 1 0 0,0 0 0 0 0,1 0-1 0 0,-1 0 1 0 0,0 0 0 0 0,0 0-1 0 0,1 0 1 0 0,-1 0 0 0 0,0 0-1 0 0,0 0 1 0 0,0-1 0 0 0,1 1-1 0 0,-1 0 1 0 0,0 0 0 0 0,1-1-1 0 0,-1 1 1 0 0,0 0 0 0 0,1-1-1 0 0,-1 1 1 0 0,0-1 0 0 0,1 1-1 0 0,-1-1 1 0 0,1 1 0 0 0,-1-1-1 0 0,0 0 1 0 0,1 1 0 0 0,0-1-1 0 0,-1 0 1 0 0,1 1 0 0 0,-1-1-1 0 0,1 0 1 0 0,0 1 0 0 0,0-1-1 0 0,-1 0 1 0 0,1 0 0 0 0,0 0-1 0 0,0 1 1 0 0,0-1 0 0 0,0 0-1 0 0,0 0 1 0 0,0 0 0 0 0,-2-32-2007 0 0,4-18-7047 0 0,0 24 5119 0 0,-1-8-717 0 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3:45.0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81 4736 0 0,'0'0'866'0'0,"6"-12"4088"0"0,4 5-4231 0 0,1 1 0 0 0,-1 0 0 0 0,1 0 0 0 0,0 1 0 0 0,1 1 1 0 0,-1 0-1 0 0,25-5 0 0 0,85-9 2489 0 0,-121 18-3183 0 0,31-3 750 0 0,0 2 1 0 0,0 1-1 0 0,41 6 1 0 0,-18 2-4617 0 0,-1 5-5957 0 0,-32-8 5261 0 0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3:45.3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 0 5232 0 0,'-9'193'10500'0'0,"-3"-66"-8482"0"0,1-19-7419 0 0,11-97 1289 0 0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3:48.5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89 109 768 0 0,'0'0'19313'0'0,"8"-4"-17563"0"0,-2-100-832 0 0,-6 104-704 0 0,0 23 246 0 0,-4 42-309 0 0,-2-1-1 0 0,-3 1 0 0 0,-3-1 1 0 0,-25 79-1 0 0,28-113-116 0 0,1 0 0 0 0,2 0 1 0 0,0 0-1 0 0,0 33 0 0 0,7-72-3 0 0,1-1 0 0 0,0 1 0 0 0,5-15 0 0 0,-2 5-27 0 0,10-53-5 0 0,7-92 0 0 0,8-39-77 0 0,-27 189 68 0 0,0 0-15 0 0,0 1 0 0 0,1-24 1 0 0,-3 42 23 0 0,0 1 1 0 0,0-1-1 0 0,0 0 1 0 0,1 0-1 0 0,3 8 1 0 0,4 13-1 0 0,8 44 6 0 0,3 19 46 0 0,58 155-1 0 0,-76-239-22 0 0,0 0 0 0 0,1 0 1 0 0,0-1-1 0 0,0 1 1 0 0,0 0-1 0 0,0-1 0 0 0,1 0 1 0 0,0 0-1 0 0,0 0 1 0 0,6 5-1 0 0,-8-8-8 0 0,-1 0-1 0 0,1 0 1 0 0,-1 0-1 0 0,1 0 1 0 0,0 0-1 0 0,-1-1 1 0 0,1 1 0 0 0,0-1-1 0 0,0 1 1 0 0,-1-1-1 0 0,1 0 1 0 0,0 1-1 0 0,0-1 1 0 0,-1 0-1 0 0,1 0 1 0 0,0 0 0 0 0,0-1-1 0 0,0 1 1 0 0,-1 0-1 0 0,1-1 1 0 0,0 1-1 0 0,0-1 1 0 0,-1 0 0 0 0,1 1-1 0 0,-1-1 1 0 0,1 0-1 0 0,0 0 1 0 0,-1 0-1 0 0,1 0 1 0 0,-1 0 0 0 0,0 0-1 0 0,1-1 1 0 0,-1 1-1 0 0,0 0 1 0 0,1-2-1 0 0,5-6 71 0 0,-2 1 0 0 0,1 0-1 0 0,-1-1 1 0 0,0 0 0 0 0,-1 0-1 0 0,0-1 1 0 0,0 1 0 0 0,2-14-1 0 0,13-84 513 0 0,-15 77-436 0 0,3-34 515 0 0,-2-90-1 0 0,-5 164-4772 0 0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3:48.8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 4048 0 0,'20'-7'6281'0'0,"-16"8"-5925"0"0,0 0 1 0 0,0 0-1 0 0,-1 0 1 0 0,1 0-1 0 0,-1 0 1 0 0,1 1-1 0 0,-1-1 1 0 0,1 1-1 0 0,-1 0 0 0 0,0 0 1 0 0,0 1-1 0 0,0-1 1 0 0,0 0-1 0 0,3 4 1 0 0,34 40 2466 0 0,-22-21-1949 0 0,-2 1 0 0 0,-1 1 0 0 0,-1 0-1 0 0,-1 1 1 0 0,-1 1 0 0 0,-2-1 0 0 0,9 39 0 0 0,-10-24-418 0 0,-2 1 0 0 0,-1-1 0 0 0,-3 1 0 0 0,-2 64 1 0 0,-3-81-248 0 0,-2 0 1 0 0,0 0-1 0 0,-2 0 1 0 0,-11 29 0 0 0,9-32-75 0 0,-1-1 1 0 0,-1 0 0 0 0,-25 41 0 0 0,25-47-139 0 0,3-4-301 0 0,-2 1 0 0 0,1-2 0 0 0,-1 1 0 0 0,-1-2 1 0 0,-15 16-1 0 0,-15 6-10258 0 0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4:02.8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299 48 3472 0 0,'0'-5'917'0'0,"0"3"-336"0"0,0-1 0 0 0,0 0 0 0 0,0 1 0 0 0,0-1 0 0 0,0 0 0 0 0,-1 1 0 0 0,1-1 0 0 0,-1 0 0 0 0,0 1 0 0 0,-1-4 0 0 0,1 5-405 0 0,0 0 0 0 0,0 0 0 0 0,0 0 0 0 0,-1 0 0 0 0,1 0 0 0 0,0 1 0 0 0,-1-1 0 0 0,1 0 0 0 0,0 1 0 0 0,-1-1 0 0 0,1 1 0 0 0,-1 0 0 0 0,1-1 0 0 0,-1 1 0 0 0,1 0 0 0 0,-1 0 0 0 0,1 0 0 0 0,-1 0 1 0 0,1 0-1 0 0,-1 0 0 0 0,-2 1 0 0 0,-7 0 162 0 0,0 1 1 0 0,0 0 0 0 0,0 0 0 0 0,1 1-1 0 0,-1 1 1 0 0,1 0 0 0 0,-1 0 0 0 0,1 1-1 0 0,1 0 1 0 0,-1 1 0 0 0,1 0 0 0 0,0 0-1 0 0,0 1 1 0 0,1 1 0 0 0,-13 12 0 0 0,12-9-280 0 0,1 0 1 0 0,-1 0-1 0 0,2 0 1 0 0,0 1-1 0 0,0 0 1 0 0,1 0-1 0 0,1 1 1 0 0,0 0-1 0 0,1 0 0 0 0,0 0 1 0 0,1 1-1 0 0,-2 16 1 0 0,-2 38 294 0 0,4 0 0 0 0,3 0 0 0 0,2 0 1 0 0,23 129-1 0 0,5-72 212 0 0,-24-106-460 0 0,0-1 0 0 0,2 1 0 0 0,0-2 0 0 0,16 27 0 0 0,-19-38-48 0 0,-1-1 0 0 0,1 0 1 0 0,0 0-1 0 0,0 0 0 0 0,1 0 0 0 0,0-1 1 0 0,-1 0-1 0 0,2 0 0 0 0,-1-1 0 0 0,11 5 1 0 0,-10-5-647 0 0,0-1-1 0 0,-1 0 1 0 0,1 0 0 0 0,12 1 0 0 0,-15-2-778 0 0,1-1-1 0 0,-1 0 0 0 0,0 0 0 0 0,1-1 1 0 0,-1 1-1 0 0,0-1 0 0 0,0 0 1 0 0,5-1-1 0 0,3-5-3182 0 0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4:03.1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 17 4312 0 0,'0'-16'9669'0'0,"1"80"-4577"0"0,-1 43-1072 0 0,-15 141-2606 0 0,-3-94-1333 0 0,20-142-1902 0 0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4:03.4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68 70 3728 0 0,'0'0'1480'0'0,"-11"14"2060"0"0,2 4-2715 0 0,0 0-1 0 0,2 1 1 0 0,0 1-1 0 0,1-1 1 0 0,0 1-1 0 0,2 0 1 0 0,1 0-1 0 0,0 0 1 0 0,1 0-1 0 0,2 1 1 0 0,2 34-1 0 0,-2-50-691 0 0,1-1 1 0 0,0 0-1 0 0,-1 0 0 0 0,1 0 0 0 0,1 1 0 0 0,-1-1 0 0 0,1-1 0 0 0,-1 1 0 0 0,1 0 1 0 0,1 0-1 0 0,-1-1 0 0 0,0 1 0 0 0,1-1 0 0 0,-1 1 0 0 0,1-1 0 0 0,0 0 0 0 0,7 5 0 0 0,-5-5-47 0 0,0 0-1 0 0,0 0 0 0 0,0-1 0 0 0,1 0 0 0 0,-1 0 0 0 0,1 0 0 0 0,0-1 1 0 0,-1 0-1 0 0,1 0 0 0 0,0 0 0 0 0,10-1 0 0 0,1 0 53 0 0,0-2 0 0 0,0 0 0 0 0,0-1 0 0 0,0-1-1 0 0,0-1 1 0 0,-1 0 0 0 0,30-13 0 0 0,-33 11-15 0 0,-1-1 1 0 0,1 0 0 0 0,-1-1-1 0 0,0 0 1 0 0,-1 0 0 0 0,0-1-1 0 0,-1-1 1 0 0,0 0-1 0 0,0 0 1 0 0,-1-1 0 0 0,-1-1-1 0 0,7-12 1 0 0,-10 15-12 0 0,0 1 1 0 0,-1-1-1 0 0,0 1 0 0 0,0-1 0 0 0,-1 0 1 0 0,-1-1-1 0 0,0 1 0 0 0,0 0 1 0 0,-1-1-1 0 0,0 1 0 0 0,-1-1 1 0 0,0 1-1 0 0,-1-1 0 0 0,0 1 1 0 0,0-1-1 0 0,-1 1 0 0 0,-6-17 1 0 0,6 23-67 0 0,1 0 0 0 0,-1 0 1 0 0,-1 0-1 0 0,1 0 0 0 0,0 0 1 0 0,-1 1-1 0 0,0-1 0 0 0,0 1 1 0 0,0 0-1 0 0,0 0 0 0 0,-1 0 1 0 0,1 0-1 0 0,-1 1 0 0 0,1-1 1 0 0,-1 1-1 0 0,0 0 0 0 0,0 0 1 0 0,0 0-1 0 0,0 1 0 0 0,0 0 1 0 0,-1-1-1 0 0,1 1 0 0 0,0 1 1 0 0,-1-1-1 0 0,1 1 0 0 0,-1-1 1 0 0,1 1-1 0 0,0 0 0 0 0,-1 1 1 0 0,-8 1-1 0 0,2 0-35 0 0,-1 0 0 0 0,0 1 0 0 0,1 1-1 0 0,0 0 1 0 0,0 0 0 0 0,0 1 0 0 0,0 0 0 0 0,1 1 0 0 0,0 0-1 0 0,-15 13 1 0 0,13-9-642 0 0,0 2-1 0 0,-17 22 0 0 0,21-23-1572 0 0,1 0-1 0 0,-1 0 1 0 0,2 1-1 0 0,0 0 1 0 0,0 0 0 0 0,-5 21-1 0 0,4-1-3303 0 0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4:03.6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175 0 5120 0 0,'0'0'909'0'0,"0"17"3311"0"0,-9 46 150 0 0,-3 0 0 0 0,-31 94-1 0 0,-6-19-3952 0 0,22-70-5110 0 0,-1-1-4548 0 0,22-52 4328 0 0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4:04.1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203 84 4864 0 0,'-4'1'6549'0'0,"-6"4"-5127"0"0,3 9-465 0 0,0 1 0 0 0,0 0 0 0 0,1 0 0 0 0,1 0 0 0 0,-5 24 0 0 0,-4 10 438 0 0,-3 3 35 0 0,-89 292 3685 0 0,96-306-4750 0 0,82-262-1510 0 0,-40 121 822 0 0,-10 24-8 0 0,4 2 0 0 0,40-83 0 0 0,-65 157 339 0 0,0 0-1 0 0,1 0 1 0 0,0 0-1 0 0,0 0 1 0 0,0 0 0 0 0,0 0-1 0 0,0 1 1 0 0,1-1-1 0 0,-1 1 1 0 0,1-1 0 0 0,-1 1-1 0 0,1 0 1 0 0,0 0-1 0 0,5-2 1 0 0,-7 3 11 0 0,1 1 0 0 0,-1 0 0 0 0,1 0 1 0 0,-1 0-1 0 0,1 0 0 0 0,-1 0 0 0 0,1 0 0 0 0,-1 1 0 0 0,0-1 0 0 0,1 0 1 0 0,-1 1-1 0 0,1-1 0 0 0,-1 1 0 0 0,0 0 0 0 0,1-1 0 0 0,-1 1 1 0 0,0 0-1 0 0,0 0 0 0 0,1 0 0 0 0,-1 0 0 0 0,0 0 0 0 0,0 0 0 0 0,0 0 1 0 0,0 0-1 0 0,0 0 0 0 0,0 0 0 0 0,-1 0 0 0 0,1 1 0 0 0,0-1 0 0 0,-1 0 1 0 0,1 1-1 0 0,0 1 0 0 0,29 61 580 0 0,-3 0 0 0 0,20 77 0 0 0,-5-17 221 0 0,-40-119-1440 0 0,19 48 2487 0 0,-6-29-4174 0 0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4:04.3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40 4968 0 0,'-5'0'7492'0'0,"114"-4"293"0"0,0-7-3559 0 0,49-2-1565 0 0,-122 12-2635 0 0,3 0-2885 0 0,-3-3-5359 0 0,-18-1 2858 0 0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4:04.6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17 4544 0 0,'0'0'815'0'0,"13"-6"1912"0"0,-3 3-2284 0 0,0 1-1 0 0,0 0 1 0 0,1 0-1 0 0,-1 1 0 0 0,1 1 1 0 0,-1-1-1 0 0,1 2 1 0 0,-1-1-1 0 0,1 2 1 0 0,-1-1-1 0 0,0 1 1 0 0,1 1-1 0 0,-1 0 1 0 0,0 0-1 0 0,-1 1 1 0 0,1 0-1 0 0,-1 1 1 0 0,1 0-1 0 0,-1 1 1 0 0,-1 0-1 0 0,1 0 1 0 0,-1 0-1 0 0,0 1 1 0 0,0 1-1 0 0,-1-1 1 0 0,0 1-1 0 0,-1 1 1 0 0,0-1-1 0 0,0 1 1 0 0,0 0-1 0 0,-1 0 1 0 0,5 14-1 0 0,-1 3 32 0 0,-1 0-1 0 0,-1 0 1 0 0,-1 1 0 0 0,-1 0-1 0 0,-2-1 1 0 0,-1 2-1 0 0,-1-1 1 0 0,-1 0 0 0 0,-1 0-1 0 0,-2 0 1 0 0,0 0-1 0 0,-2 0 1 0 0,-15 47 0 0 0,8-40-358 0 0,0-1-1 0 0,-3 0 1 0 0,0-1 0 0 0,-2-1 0 0 0,-2 0 0 0 0,0-1-1 0 0,-2-2 1 0 0,-2 0 0 0 0,0-1 0 0 0,-29 26 0 0 0,35-40-2075 0 0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4:10.6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300 61 3100 0 0,'0'-6'1008'0'0,"0"0"0"0"0,0-1 0 0 0,-1 1 0 0 0,0 0 0 0 0,-3-8-1 0 0,4 13-912 0 0,0 0 0 0 0,0 0 0 0 0,-1 0 0 0 0,1 0 0 0 0,0 1 0 0 0,-1-1 0 0 0,1 0-1 0 0,-1 0 1 0 0,1 1 0 0 0,-1-1 0 0 0,1 0 0 0 0,-1 1 0 0 0,0-1 0 0 0,1 1-1 0 0,-1-1 1 0 0,0 1 0 0 0,0-1 0 0 0,1 1 0 0 0,-1-1 0 0 0,0 1 0 0 0,0-1 0 0 0,1 1-1 0 0,-1 0 1 0 0,0 0 0 0 0,0-1 0 0 0,0 1 0 0 0,0 0 0 0 0,0 0 0 0 0,0 0-1 0 0,1 0 1 0 0,-1 0 0 0 0,0 0 0 0 0,0 0 0 0 0,0 0 0 0 0,0 1 0 0 0,0-1 0 0 0,1 0-1 0 0,-1 0 1 0 0,0 1 0 0 0,0-1 0 0 0,0 0 0 0 0,1 1 0 0 0,-1-1 0 0 0,0 1-1 0 0,0-1 1 0 0,1 1 0 0 0,-1 0 0 0 0,0 0 0 0 0,-11 8 574 0 0,1 0 0 0 0,0 0 0 0 0,1 1-1 0 0,0 1 1 0 0,-11 13 0 0 0,-33 53 1238 0 0,34-45-1516 0 0,2 0 0 0 0,1 1 0 0 0,1 1 0 0 0,-15 50 0 0 0,23-59-256 0 0,2 0 0 0 0,1 1 0 0 0,0 0 0 0 0,2-1 0 0 0,2 1 0 0 0,1 48-1 0 0,1-69-120 0 0,0 0-1 0 0,0 1 1 0 0,0-1-1 0 0,0 0 1 0 0,1 0-1 0 0,0 0 0 0 0,0 0 1 0 0,0 0-1 0 0,1-1 1 0 0,-1 1-1 0 0,1-1 1 0 0,0 1-1 0 0,1-1 1 0 0,-1 0-1 0 0,1 0 0 0 0,0 0 1 0 0,-1-1-1 0 0,2 1 1 0 0,-1-1-1 0 0,0 0 1 0 0,1 0-1 0 0,-1-1 0 0 0,1 1 1 0 0,0-1-1 0 0,9 3 1 0 0,-3-2-670 0 0,-1 0 1 0 0,1 0 0 0 0,1-1 0 0 0,18 1-1 0 0,-14-3-2978 0 0,0 0-1 0 0,26-4 1 0 0,-13-1-751 0 0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4:11.3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610 53 3920 0 0,'1'-15'2511'0'0,"-1"-16"2356"0"0,-7 25-2824 0 0,-10 12-455 0 0,0 7-377 0 0,1 0 0 0 0,0 1 1 0 0,-27 31-1 0 0,-35 51 698 0 0,55-65-1658 0 0,-22 27 118 0 0,-73 88 360 0 0,92-118-565 0 0,0-1 1 0 0,-57 43 0 0 0,77-66-138 0 0,0 0-1 0 0,-1 0 1 0 0,1-1-1 0 0,-1 1 0 0 0,1-1 1 0 0,-1-1-1 0 0,0 1 1 0 0,0-1-1 0 0,-12 2 1 0 0,18-4-23 0 0,0-1 0 0 0,0 1 0 0 0,0 0 0 0 0,0-1 0 0 0,1 1 0 0 0,-1 0 1 0 0,0-1-1 0 0,0 1 0 0 0,0-1 0 0 0,1 1 0 0 0,-1-1 0 0 0,0 1 0 0 0,1-1 0 0 0,-1 0 0 0 0,0 1 1 0 0,1-1-1 0 0,-1 0 0 0 0,1 0 0 0 0,-1 1 0 0 0,1-1 0 0 0,0 0 0 0 0,-1 0 0 0 0,1 0 0 0 0,0 1 1 0 0,-1-1-1 0 0,1 0 0 0 0,0 0 0 0 0,0 0 0 0 0,0 0 0 0 0,0 0 0 0 0,0 0 0 0 0,0 0 0 0 0,0-1 0 0 0,-1-41 80 0 0,2 34-72 0 0,-1-16 12 0 0,1 1 0 0 0,1 0 0 0 0,6-26 0 0 0,-8 44-21 0 0,1 1 0 0 0,1-1 0 0 0,-1 1 0 0 0,1-1 0 0 0,0 1 0 0 0,0 0 0 0 0,1 0 0 0 0,-1 0 0 0 0,1 0-1 0 0,0 1 1 0 0,1-1 0 0 0,-1 1 0 0 0,1 0 0 0 0,0 0 0 0 0,0 0 0 0 0,0 0 0 0 0,0 0 0 0 0,1 1 0 0 0,7-5 0 0 0,-7 6-3 0 0,0 0 0 0 0,0 1 0 0 0,0-1 0 0 0,1 1 0 0 0,-1 0 0 0 0,0 0 0 0 0,0 1 0 0 0,1-1 0 0 0,-1 1 0 0 0,0 1 0 0 0,0-1 0 0 0,1 1 0 0 0,-1 0 0 0 0,0 0 0 0 0,0 0 0 0 0,0 1 0 0 0,0-1 0 0 0,0 1 0 0 0,0 1 1 0 0,5 2-1 0 0,-2 0-1 0 0,-1 1 1 0 0,0-1 0 0 0,0 2-1 0 0,0-1 1 0 0,-1 0 0 0 0,0 1-1 0 0,0 1 1 0 0,-1-1 0 0 0,0 1 0 0 0,8 14-1 0 0,-5-4 10 0 0,1-1 0 0 0,1 0-1 0 0,1-1 1 0 0,0 0 0 0 0,18 20-1 0 0,-23-31-3 0 0,1 1 0 0 0,-1-1-1 0 0,1 0 1 0 0,0-1 0 0 0,0 1 0 0 0,0-1-1 0 0,0-1 1 0 0,1 1 0 0 0,0-1 0 0 0,-1-1-1 0 0,1 1 1 0 0,0-1 0 0 0,0-1 0 0 0,1 0-1 0 0,13 1 1 0 0,-12-2 33 0 0,0 0-1 0 0,1-1 1 0 0,-1 0-1 0 0,0 0 1 0 0,0-1-1 0 0,0-1 1 0 0,0 0-1 0 0,0 0 1 0 0,-1 0-1 0 0,15-9 1 0 0,-19 9 3 0 0,1 0 0 0 0,-1-1 1 0 0,0 1-1 0 0,0-1 0 0 0,0-1 0 0 0,-1 1 1 0 0,1-1-1 0 0,-1 0 0 0 0,0 0 0 0 0,-1 0 1 0 0,1 0-1 0 0,-1 0 0 0 0,0-1 1 0 0,0 0-1 0 0,-1 0 0 0 0,1 0 0 0 0,2-12 1 0 0,-2 2 60 0 0,-1-1 0 0 0,0 0 0 0 0,-1 0 1 0 0,-1 1-1 0 0,0-1 0 0 0,-2 0 0 0 0,0 0 0 0 0,0 1 1 0 0,-2-1-1 0 0,0 1 0 0 0,-7-18 0 0 0,8 27-68 0 0,0-1 0 0 0,-1 1-1 0 0,0 0 1 0 0,0-1-1 0 0,-1 2 1 0 0,0-1-1 0 0,0 0 1 0 0,0 1 0 0 0,-1 0-1 0 0,0 1 1 0 0,0-1-1 0 0,-1 1 1 0 0,1 0-1 0 0,-1 0 1 0 0,0 1 0 0 0,0 0-1 0 0,-1 0 1 0 0,1 1-1 0 0,-1 0 1 0 0,0 0 0 0 0,0 1-1 0 0,0 0 1 0 0,0 0-1 0 0,-11 0 1 0 0,16 2-62 0 0,1-1-1 0 0,-1 1 1 0 0,0 0 0 0 0,0 0 0 0 0,1 0-1 0 0,-1 0 1 0 0,0 0 0 0 0,1 1 0 0 0,-1-1-1 0 0,0 1 1 0 0,1 0 0 0 0,-6 2 0 0 0,7-2-111 0 0,0 0 0 0 0,0 1 0 0 0,0-1 0 0 0,0 0 0 0 0,0 1 1 0 0,1-1-1 0 0,-1 1 0 0 0,0-1 0 0 0,1 1 0 0 0,-1-1 0 0 0,1 1 1 0 0,-1-1-1 0 0,1 1 0 0 0,0 0 0 0 0,0-1 0 0 0,-1 1 0 0 0,1 0 0 0 0,1-1 1 0 0,-1 1-1 0 0,0 0 0 0 0,0-1 0 0 0,0 1 0 0 0,1-1 0 0 0,0 3 1 0 0,11 47-13447 0 0,-6-29 8536 0 0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4:11.6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126 0 4272 0 0,'2'2'604'0'0,"0"0"-1"0"0,-1 0 1 0 0,1-1 0 0 0,-1 1-1 0 0,0 0 1 0 0,1 0-1 0 0,-1 1 1 0 0,1 3-1 0 0,2 12 479 0 0,-1 0 0 0 0,-1 1-1 0 0,-1-1 1 0 0,-1 0 0 0 0,-1 1 0 0 0,0-1-1 0 0,-5 25 1 0 0,-1-12 361 0 0,0-1 1 0 0,-2 0-1 0 0,-21 45 1 0 0,24-63-1240 0 0,-1 1 1 0 0,0-2-1 0 0,-1 1 1 0 0,0-1 0 0 0,-14 14-1 0 0,-9 1-6377 0 0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4:12.0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 15 4424 0 0,'-10'0'10370'0'0,"145"-3"-610"0"0,67-9-6875 0 0,-193 12-4183 0 0,11 1 4410 0 0,-9 0-6674 0 0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4:12.3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29 4152 0 0,'15'-13'4134'0'0,"-7"10"-3737"0"0,0 0 0 0 0,0 1 0 0 0,0 0-1 0 0,0 0 1 0 0,1 0 0 0 0,-1 1 0 0 0,0 1 0 0 0,1-1 0 0 0,-1 2-1 0 0,1-1 1 0 0,-1 1 0 0 0,0 0 0 0 0,1 0 0 0 0,-1 1 0 0 0,0 1-1 0 0,0-1 1 0 0,0 1 0 0 0,0 0 0 0 0,-1 1 0 0 0,9 5-1 0 0,-6-3 12 0 0,0 1 0 0 0,0 1-1 0 0,-1 0 1 0 0,0 0-1 0 0,0 1 1 0 0,-1 0-1 0 0,0 0 1 0 0,0 1-1 0 0,-1 0 1 0 0,0 0-1 0 0,-1 1 1 0 0,-1 0-1 0 0,7 15 1 0 0,-3 3-82 0 0,-1 1 0 0 0,-1 0 1 0 0,-1 0-1 0 0,-2 0 1 0 0,-1 1-1 0 0,-1 0 0 0 0,-2 0 1 0 0,-1-1-1 0 0,-2 1 1 0 0,-6 34-1 0 0,3-44-209 0 0,0 0 0 0 0,-2-1-1 0 0,0 0 1 0 0,-1-1 0 0 0,-1 0 0 0 0,-1 0 0 0 0,0-1-1 0 0,-2 0 1 0 0,0-1 0 0 0,-29 29 0 0 0,-2 11-1136 0 0,28-31-5380 0 0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4:16.1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35 186 5753 0 0,'-34'3'9949'0'0,"47"-1"-8604"0"0,343-7 1145 0 0,-48-30-1664 0 0,46-24-168 0 0,162-21 236 0 0,-496 78-853 0 0,17-3 32 0 0,-1 2 0 0 0,1 1 0 0 0,0 2 1 0 0,46 6-1 0 0,-71-4-336 0 0,1 1 0 0 0,-1 0 0 0 0,1 1 0 0 0,-1 1 0 0 0,19 9 1 0 0,-3 2-3872 0 0,0 2-4000 0 0,-16-10 3897 0 0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4:16.8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209 32 2680 0 0,'-10'3'564'0'0,"-1"-1"-1"0"0,1 0 1 0 0,0 0-1 0 0,-1-1 1 0 0,-16-1-1 0 0,4 1 247 0 0,-83 3 10057 0 0,549-27-7070 0 0,-352 15-3485 0 0,426-7 231 0 0,-296 21-5487 0 0,-115-3-3777 0 0,-57-2 4360 0 0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4:17.6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1 560 0 0,'-3'0'40'0'0,"0"0"-280"0"0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4:17.8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1192 0 0,'0'0'1160'0'0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4:18.2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62 105 2296 0 0,'-7'0'1086'0'0,"4"0"-544"0"0,-1-1 0 0 0,1 1 0 0 0,0 0 0 0 0,-1 0 0 0 0,1 1 0 0 0,-1-1 0 0 0,1 1 0 0 0,0-1 0 0 0,-1 1 0 0 0,1 0 0 0 0,0 0 0 0 0,0 1 0 0 0,0-1 0 0 0,-5 4 0 0 0,50-2 4083 0 0,732-63-515 0 0,-335 12-2807 0 0,-219 36-2397 0 0,1 13-6977 0 0,-191-1 3943 0 0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4:18.9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 90 1872 0 0,'-49'0'9150'0'0,"48"-1"-8824"0"0,1 0 1 0 0,0 1-1 0 0,0-1 0 0 0,0 0 1 0 0,0 0-1 0 0,0 0 1 0 0,0 0-1 0 0,0 0 1 0 0,0 1-1 0 0,0-1 0 0 0,0 0 1 0 0,0 0-1 0 0,0 0 1 0 0,1 1-1 0 0,-1-1 1 0 0,0 0-1 0 0,1-1 1 0 0,11-3-10 0 0,0 1 1 0 0,-1 1 0 0 0,2 0-1 0 0,-1 0 1 0 0,0 1-1 0 0,0 1 1 0 0,1 0 0 0 0,16 1-1 0 0,-6-1-87 0 0,663-19 1438 0 0,55-2-923 0 0,-480 14-233 0 0,-277 10-4486 0 0,9-1 1972 0 0,1 0 1 0 0,-1 0-1 0 0,1-1 0 0 0,-14-1 1 0 0,-10-3-2460 0 0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4:22.1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158 382 3440 0 0,'0'24'4169'0'0,"-1"-16"-3388"0"0,1 6 3460 0 0,7-25-1069 0 0,-2-4-2642 0 0,-1-1-1 0 0,0 0 0 0 0,-1-1 0 0 0,-1 1 0 0 0,-1-1 0 0 0,0 1 0 0 0,-2-26 1 0 0,1 42-521 0 0,0-1 0 0 0,0 1 0 0 0,0-1 0 0 0,0 1 0 0 0,0-1 0 0 0,0 1 0 0 0,0 0 0 0 0,0-1 1 0 0,-1 1-1 0 0,1-1 0 0 0,0 1 0 0 0,0-1 0 0 0,0 1 0 0 0,-1 0 0 0 0,1-1 0 0 0,0 1 0 0 0,0-1 1 0 0,-1 1-1 0 0,1 0 0 0 0,0-1 0 0 0,-1 1 0 0 0,1 0 0 0 0,0-1 0 0 0,-1 1 0 0 0,1 0 1 0 0,-1 0-1 0 0,1-1 0 0 0,0 1 0 0 0,-1 0 0 0 0,1 0 0 0 0,-1 0 0 0 0,1 0 0 0 0,-1 0 0 0 0,1-1 1 0 0,-1 1-1 0 0,1 0 0 0 0,0 0 0 0 0,-1 0 0 0 0,1 0 0 0 0,-1 0 0 0 0,1 0 0 0 0,-1 0 1 0 0,1 1-1 0 0,-1-1 0 0 0,1 0 0 0 0,-1 0 0 0 0,1 0 0 0 0,0 0 0 0 0,-1 1 0 0 0,1-1 0 0 0,-1 0 1 0 0,1 0-1 0 0,0 1 0 0 0,-1-1 0 0 0,0 1 0 0 0,-20 16 180 0 0,6 3-119 0 0,0-1 0 0 0,2 2 0 0 0,0 0 0 0 0,1 0 0 0 0,2 1 0 0 0,-14 39 0 0 0,16-40-30 0 0,0 0 1 0 0,2 0-1 0 0,0 1 0 0 0,2 0 1 0 0,0 0-1 0 0,2 0 1 0 0,0 0-1 0 0,1 1 0 0 0,1-1 1 0 0,4 23-1 0 0,-3-41-27 0 0,0 1 0 0 0,0-1-1 0 0,0 0 1 0 0,1 0 0 0 0,-1 0 0 0 0,1 0-1 0 0,0 0 1 0 0,1-1 0 0 0,-1 1 0 0 0,0 0 0 0 0,1-1-1 0 0,0 0 1 0 0,0 0 0 0 0,0 0 0 0 0,0 0-1 0 0,6 4 1 0 0,-4-4 5 0 0,1 0 0 0 0,0 0 1 0 0,0 0-1 0 0,0-1 0 0 0,1 0 0 0 0,-1 0 0 0 0,0 0 0 0 0,1-1 0 0 0,12 1 0 0 0,2-2 21 0 0,1-1-1 0 0,0-1 1 0 0,-1 0-1 0 0,1-2 0 0 0,31-9 1 0 0,-10-1-55 0 0,-2-2 0 0 0,0-1 1 0 0,64-38-1 0 0,-84 41-68 0 0,1 0 1 0 0,-2-1-1 0 0,0-2 0 0 0,-1 0 0 0 0,0 0 1 0 0,-1-2-1 0 0,-2 0 0 0 0,0-1 0 0 0,-1-1 1 0 0,0-1-1 0 0,-2 0 0 0 0,-1 0 0 0 0,-1-1 1 0 0,-1-1-1 0 0,0 0 0 0 0,-2 0 1 0 0,-1-1-1 0 0,-1 0 0 0 0,-1 0 0 0 0,-2 0 1 0 0,2-52-1 0 0,-5 64 40 0 0,-1 0 0 0 0,0 0 1 0 0,-1 1-1 0 0,0-1 0 0 0,-1 0 0 0 0,-1 1 0 0 0,-9-23 1 0 0,12 32 45 0 0,0 0 1 0 0,-1 0-1 0 0,1 0 1 0 0,-1 1 0 0 0,1-1-1 0 0,-1 0 1 0 0,0 1-1 0 0,0 0 1 0 0,-1-1-1 0 0,1 1 1 0 0,0 0 0 0 0,-1 0-1 0 0,1 0 1 0 0,-1 0-1 0 0,0 1 1 0 0,1-1 0 0 0,-1 1-1 0 0,0-1 1 0 0,0 1-1 0 0,0 0 1 0 0,0 0 0 0 0,0 0-1 0 0,0 1 1 0 0,0-1-1 0 0,-1 1 1 0 0,1 0-1 0 0,0 0 1 0 0,0 0 0 0 0,0 0-1 0 0,-1 0 1 0 0,1 1-1 0 0,0-1 1 0 0,0 1 0 0 0,0 0-1 0 0,0 0 1 0 0,0 0-1 0 0,-4 2 1 0 0,1 1 11 0 0,0-1 1 0 0,0 1-1 0 0,0 0 0 0 0,1 1 1 0 0,-1-1-1 0 0,1 1 0 0 0,0 0 1 0 0,0 1-1 0 0,1-1 1 0 0,0 1-1 0 0,0 0 0 0 0,0 0 1 0 0,1 0-1 0 0,-1 0 0 0 0,2 1 1 0 0,-4 9-1 0 0,-4 13 64 0 0,2 0 0 0 0,-6 43 0 0 0,12-62-59 0 0,-15 85 195 0 0,5 1-1 0 0,4 1 1 0 0,5 125-1 0 0,8-199-55 0 0,-5-22-152 0 0,0-1 0 0 0,0 1 0 0 0,0-1 0 0 0,1 0-1 0 0,-1 1 1 0 0,0-1 0 0 0,0 0 0 0 0,1 1 0 0 0,-1-1 0 0 0,0 0-1 0 0,1 1 1 0 0,-1-1 0 0 0,0 0 0 0 0,1 0 0 0 0,-1 1 0 0 0,1-1-1 0 0,-1 0 1 0 0,0 0 0 0 0,1 0 0 0 0,-1 0 0 0 0,1 1 0 0 0,-1-1-1 0 0,1 0 1 0 0,-1 0 0 0 0,1 0 0 0 0,-1 0 0 0 0,3-1 5 0 0,0 0 0 0 0,0 0 0 0 0,-1-1 0 0 0,1 1 1 0 0,-1 0-1 0 0,1-1 0 0 0,-1 0 0 0 0,0 0 0 0 0,1 0 0 0 0,-1 0 1 0 0,2-3-1 0 0,29-31 35 0 0,-2-1 0 0 0,-2-2 0 0 0,-1 0 0 0 0,26-52 0 0 0,-17 29 34 0 0,-36 60-72 0 0,0 0 1 0 0,0 0-1 0 0,0 0 1 0 0,1 0-1 0 0,-1 0 1 0 0,0 1-1 0 0,1-1 1 0 0,-1 0-1 0 0,1 1 0 0 0,0-1 1 0 0,0 1-1 0 0,-1 0 1 0 0,1 0-1 0 0,0-1 1 0 0,0 1-1 0 0,0 1 1 0 0,0-1-1 0 0,0 0 1 0 0,1 0-1 0 0,-1 1 1 0 0,3-1-1 0 0,-3 1 3 0 0,-1 1 0 0 0,1-1 0 0 0,-1 1 0 0 0,1-1 0 0 0,-1 1 1 0 0,1 0-1 0 0,-1 0 0 0 0,0 0 0 0 0,1 0 0 0 0,-1 0 0 0 0,0 0 0 0 0,0 0 0 0 0,0 0 0 0 0,0 0 0 0 0,0 1 0 0 0,0-1 0 0 0,0 0 0 0 0,0 1 0 0 0,0-1 0 0 0,-1 0 0 0 0,1 1 0 0 0,-1-1 0 0 0,1 1 0 0 0,-1 0 1 0 0,1-1-1 0 0,-1 1 0 0 0,0-1 0 0 0,0 1 0 0 0,0 2 0 0 0,14 142 567 0 0,-13-108-373 0 0,2 0 0 0 0,2-1 0 0 0,16 65 1 0 0,-21-99-213 0 0,1-1 0 0 0,0 1 0 0 0,0 0 1 0 0,1 0-1 0 0,-1 0 0 0 0,1-1 0 0 0,-1 1 1 0 0,1-1-1 0 0,0 1 0 0 0,0-1 0 0 0,0 0 1 0 0,0 1-1 0 0,0-1 0 0 0,1 0 0 0 0,-1 0 1 0 0,0-1-1 0 0,1 1 0 0 0,0 0 1 0 0,5 1-1 0 0,-4-1-50 0 0,0-1 0 0 0,1-1-1 0 0,-1 1 1 0 0,0-1 0 0 0,1 1 0 0 0,-1-1 0 0 0,1-1 0 0 0,-1 1 0 0 0,0 0 0 0 0,1-1 0 0 0,-1 0-1 0 0,6-2 1 0 0,3-2-174 0 0,0 0 0 0 0,-1-1 0 0 0,0 0-1 0 0,0-1 1 0 0,0 0 0 0 0,-1-1 0 0 0,20-18 0 0 0,-14 8-130 0 0,-1 0 1 0 0,-1-2-1 0 0,-1 0 1 0 0,0 0-1 0 0,-1-2 1 0 0,-2 1-1 0 0,0-2 1 0 0,-1 1 0 0 0,-1-1-1 0 0,7-30 1 0 0,-23 74-215 0 0,-3 8 687 0 0,-7 38 0 0 0,12-40 67 0 0,2-17-75 0 0,1 0 0 0 0,0-1 1 0 0,1 1-1 0 0,0 0 1 0 0,1 0-1 0 0,0 0 0 0 0,0 0 1 0 0,1 0-1 0 0,4 19 1 0 0,-5-28-76 0 0,1 1 1 0 0,0-1-1 0 0,-1 0 0 0 0,1 1 1 0 0,0-1-1 0 0,0 0 1 0 0,0 0-1 0 0,0 0 1 0 0,0 1-1 0 0,0-1 1 0 0,0 0-1 0 0,1 0 0 0 0,-1-1 1 0 0,0 1-1 0 0,0 0 1 0 0,1 0-1 0 0,-1-1 1 0 0,0 1-1 0 0,1 0 1 0 0,2 0-1 0 0,-1-1 22 0 0,1 1 0 0 0,0-1-1 0 0,-1 0 1 0 0,1 0 0 0 0,0 0 0 0 0,-1 0 0 0 0,1-1-1 0 0,5-1 1 0 0,2-1 68 0 0,0 0-1 0 0,0-2 0 0 0,0 1 1 0 0,12-8-1 0 0,3-3 177 0 0,-1 0 0 0 0,-1-2-1 0 0,40-34 1 0 0,-58 45-215 0 0,0 1-1 0 0,0-1 1 0 0,-1-1-1 0 0,0 1 1 0 0,0-1-1 0 0,0 0 1 0 0,-1 0-1 0 0,0 0 1 0 0,0-1-1 0 0,-1 1 1 0 0,0-1-1 0 0,0 0 1 0 0,-1 0-1 0 0,0 0 1 0 0,0 0-1 0 0,-1 0 1 0 0,0 0-1 0 0,0-13 1 0 0,-2 15-38 0 0,0 0-1 0 0,-1-1 1 0 0,0 1 0 0 0,0 0 0 0 0,0 0 0 0 0,0 0-1 0 0,-1 1 1 0 0,0-1 0 0 0,0 0 0 0 0,-1 1 0 0 0,0 0-1 0 0,0 0 1 0 0,0 0 0 0 0,0 0 0 0 0,-1 1 0 0 0,1-1-1 0 0,-1 1 1 0 0,-11-6 0 0 0,12 7-37 0 0,0 0 0 0 0,0 1 0 0 0,-1 0 0 0 0,1 0 0 0 0,-1 1 0 0 0,1-1 0 0 0,-1 1 0 0 0,1 0 0 0 0,-1 0 0 0 0,0 0 0 0 0,0 1 0 0 0,1-1 0 0 0,-1 1 0 0 0,0 0 0 0 0,0 1 0 0 0,0-1 0 0 0,1 1 0 0 0,-1 0 0 0 0,0 0 0 0 0,1 1 0 0 0,-1-1 0 0 0,1 1 0 0 0,-1 0 0 0 0,1 0 0 0 0,-7 5 0 0 0,8-5-15 0 0,1 0 1 0 0,0 0 0 0 0,-1 1-1 0 0,1-1 1 0 0,0 1-1 0 0,0-1 1 0 0,0 1 0 0 0,1 0-1 0 0,-1-1 1 0 0,1 1 0 0 0,-1 0-1 0 0,1 0 1 0 0,0 0-1 0 0,0 0 1 0 0,0 0 0 0 0,0 1-1 0 0,0 3 1 0 0,1-5 2 0 0,0 0-1 0 0,0-1 1 0 0,0 1 0 0 0,0 0-1 0 0,0 0 1 0 0,1 0 0 0 0,-1 0-1 0 0,0 0 1 0 0,1-1 0 0 0,0 1 0 0 0,-1 0-1 0 0,1 0 1 0 0,0-1 0 0 0,0 1-1 0 0,0 0 1 0 0,0-1 0 0 0,0 1-1 0 0,0-1 1 0 0,0 1 0 0 0,0-1 0 0 0,1 0-1 0 0,-1 1 1 0 0,1-1 0 0 0,-1 0-1 0 0,1 0 1 0 0,-1 0 0 0 0,1 0-1 0 0,3 1 1 0 0,5 1-23 0 0,0 0-1 0 0,0 0 0 0 0,1-1 1 0 0,-1-1-1 0 0,1 0 0 0 0,-1 0 1 0 0,15-1-1 0 0,77-13-109 0 0,-15 1 44 0 0,-76 11 85 0 0,0 1 1 0 0,0 0 0 0 0,0 0 0 0 0,0 1-1 0 0,0 0 1 0 0,0 1 0 0 0,19 5-1 0 0,-26-5 10 0 0,0 0-1 0 0,0 0 1 0 0,0 1-1 0 0,0-1 0 0 0,0 1 1 0 0,0 0-1 0 0,-1 0 1 0 0,1 0-1 0 0,-1 0 1 0 0,0 1-1 0 0,0-1 1 0 0,0 1-1 0 0,0 0 0 0 0,-1 0 1 0 0,0 0-1 0 0,1 0 1 0 0,-1 0-1 0 0,-1 1 1 0 0,1-1-1 0 0,1 9 0 0 0,5 13 35 0 0,-2 0 0 0 0,-1 1 0 0 0,2 47 0 0 0,-7-74-32 0 0,0 0 0 0 0,0 0 0 0 0,0 0 0 0 0,0 0 0 0 0,0 0 0 0 0,0 0 0 0 0,0 1 0 0 0,0-1 0 0 0,0 0 0 0 0,0 0 0 0 0,0 0 0 0 0,0 0 0 0 0,0 0 0 0 0,0 0 0 0 0,0 0 0 0 0,1 0 0 0 0,-1 0 0 0 0,0 0 0 0 0,0 1 0 0 0,0-1 0 0 0,0 0 0 0 0,0 0 0 0 0,0 0 0 0 0,0 0 0 0 0,0 0 0 0 0,0 0 0 0 0,0 0 0 0 0,0 0 0 0 0,0 0 0 0 0,0 0 0 0 0,0 0 0 0 0,1 0 0 0 0,-1 0 0 0 0,0 0 0 0 0,0 0 0 0 0,0 0 0 0 0,0 0 0 0 0,0 0 0 0 0,0 0 0 0 0,0 0 0 0 0,0 0 0 0 0,0 0 0 0 0,0 0 0 0 0,1 0 0 0 0,-1 0 0 0 0,0 0 0 0 0,0 0 1 0 0,0 0-1 0 0,0 0 0 0 0,0 0 0 0 0,0 0 0 0 0,0 0 0 0 0,0 0 0 0 0,0 0 0 0 0,0 0 0 0 0,0 0 0 0 0,1 0 0 0 0,-1 0 0 0 0,0 0 0 0 0,0 0 0 0 0,0-1 0 0 0,8-5 26 0 0,6-11 1 0 0,46-59 50 0 0,-22 23-50 0 0,57-60 0 0 0,-78 94 1 0 0,2 1 1 0 0,0 0-1 0 0,1 2 1 0 0,0 0-1 0 0,2 1 0 0 0,31-16 1 0 0,-51 29-16 0 0,1 1-1 0 0,0 0 1 0 0,-1-1 0 0 0,1 1 0 0 0,0 0 0 0 0,0 0 0 0 0,0 1-1 0 0,0-1 1 0 0,0 1 0 0 0,0-1 0 0 0,0 1 0 0 0,0 0 0 0 0,0 0-1 0 0,0 0 1 0 0,0 0 0 0 0,0 1 0 0 0,0-1 0 0 0,0 1 0 0 0,5 2-1 0 0,-5-2 8 0 0,-1 1 0 0 0,0 0 1 0 0,-1 0-1 0 0,1-1 0 0 0,0 1 0 0 0,0 1 0 0 0,-1-1 0 0 0,1 0 0 0 0,-1 0 0 0 0,0 0 0 0 0,1 1 0 0 0,-1-1 0 0 0,0 1 0 0 0,-1-1 0 0 0,1 1 0 0 0,0-1 0 0 0,0 6 0 0 0,1 7 95 0 0,-2 1 0 0 0,0-1 0 0 0,0 1 1 0 0,-1-1-1 0 0,-7 29 0 0 0,4-24-57 0 0,-2 0-1 0 0,-1 0 1 0 0,0 0 0 0 0,-1-1 0 0 0,-1 0-1 0 0,-1-1 1 0 0,-1 0 0 0 0,-15 21 0 0 0,-4-5-5203 0 0,-3-4-5283 0 0,19-20 5654 0 0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4:22.3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 5208 0 0,'0'0'1905'0'0,"20"0"2466"0"0,4-1-1621 0 0,-17 0-1916 0 0,0 1 1 0 0,0 0-1 0 0,0 0 0 0 0,0 0 1 0 0,0 1-1 0 0,0 0 0 0 0,0 0 0 0 0,7 2 1 0 0,-9 2-2459 0 0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4:33.4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335 0 3520 0 0,'0'0'644'0'0,"-27"0"4247"0"0,18 1-4398 0 0,0-1 0 0 0,0 1-1 0 0,0 1 1 0 0,1-1-1 0 0,-1 1 1 0 0,0 1-1 0 0,1 0 1 0 0,-1 0-1 0 0,1 1 1 0 0,0 0-1 0 0,0 0 1 0 0,-12 10-1 0 0,10-7-115 0 0,0 2-1 0 0,1-1 0 0 0,0 1 1 0 0,1 1-1 0 0,0-1 1 0 0,1 2-1 0 0,0-1 0 0 0,-10 19 1 0 0,4-3-170 0 0,2 0 0 0 0,0 0 0 0 0,2 1 0 0 0,1 0 0 0 0,1 1 0 0 0,-5 40 0 0 0,3 7 38 0 0,0-15 25 0 0,1 70 1 0 0,7-88-156 0 0,-1-11 14 0 0,5 37 0 0 0,-3-60-100 0 0,2 0 1 0 0,-1 0 0 0 0,1 0-1 0 0,0 0 1 0 0,0-1 0 0 0,1 1 0 0 0,0-1-1 0 0,1 1 1 0 0,6 10 0 0 0,-3-8-2 0 0,0-1 1 0 0,1 0-1 0 0,0 0 1 0 0,1-1-1 0 0,-1 0 0 0 0,1-1 1 0 0,1 0-1 0 0,0 0 1 0 0,0-1-1 0 0,0 0 1 0 0,0 0-1 0 0,1-2 1 0 0,0 1-1 0 0,0-1 1 0 0,17 3-1 0 0,-17-4-256 0 0,0-1 0 0 0,0-1 0 0 0,0 1-1 0 0,0-2 1 0 0,13 0 0 0 0,2-4-3933 0 0,-1-4-4134 0 0,-10 1 4110 0 0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4:33.8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41 28 3744 0 0,'0'-28'10015'0'0,"0"107"-4438"0"0,0 59-1245 0 0,-2-56-3460 0 0,-22 157 0 0 0,21-225-801 0 0,-1 9-23 0 0,-4 45-1 0 0,25-85-2308 0 0,15-26-11483 0 0,-20 26 8959 0 0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4:34.1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155 1 4504 0 0,'20'6'7692'0'0,"-20"-4"-7494"0"0,1 1 0 0 0,-1-1 0 0 0,0 0-1 0 0,0 1 1 0 0,0-1 0 0 0,0 0 0 0 0,0 1-1 0 0,0-1 1 0 0,0 0 0 0 0,-1 1-1 0 0,1-1 1 0 0,-1 0 0 0 0,0 0 0 0 0,0 1-1 0 0,0-1 1 0 0,0 0 0 0 0,-2 4-1 0 0,-3 8 618 0 0,-6 18 525 0 0,-2 0 0 0 0,-1-1-1 0 0,-20 31 1 0 0,18-33-770 0 0,1 1 0 0 0,1 0-1 0 0,-15 47 1 0 0,28-74-537 0 0,1 0 1 0 0,0 0-1 0 0,0 0 0 0 0,1 1 0 0 0,-1-1 1 0 0,1 0-1 0 0,-1 0 0 0 0,1 1 0 0 0,0-1 1 0 0,0 0-1 0 0,1 0 0 0 0,-1 1 0 0 0,1-1 1 0 0,-1 0-1 0 0,1 0 0 0 0,2 5 0 0 0,-1-6-4 0 0,0 0 1 0 0,0 0-1 0 0,0 0 0 0 0,0-1 0 0 0,0 1 0 0 0,0 0 0 0 0,1-1 0 0 0,-1 1 1 0 0,1-1-1 0 0,-1 0 0 0 0,1 0 0 0 0,0 0 0 0 0,-1 0 0 0 0,1-1 1 0 0,0 1-1 0 0,0-1 0 0 0,-1 1 0 0 0,1-1 0 0 0,4 0 0 0 0,167 3 807 0 0,-94-4-562 0 0,-74 1-565 0 0,10 0 151 0 0,1-1-1 0 0,27-4 1 0 0,-7-8-4191 0 0,-34 12 3002 0 0,0-1 1 0 0,19-20-7973 0 0,-13 9 4576 0 0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4:34.3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108 17 3656 0 0,'-20'-16'9988'0'0,"19"17"-9672"0"0,-1 1 0 0 0,1 0 0 0 0,0-1 0 0 0,-1 1 0 0 0,1 0 0 0 0,0-1 0 0 0,0 1 0 0 0,0 0 0 0 0,0 0 0 0 0,1 0 0 0 0,-1 0 1 0 0,0 0-1 0 0,1 0 0 0 0,-1 0 0 0 0,1 3 0 0 0,-3 38 2270 0 0,2-21-1270 0 0,-42 269 2743 0 0,33-244-4098 0 0,-3 59 0 0 0,11-72-3837 0 0,1-1-3867 0 0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4:34.6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0 5104 0 0,'0'4'4373'0'0,"2"18"-2705"0"0,-2 21-470 0 0,-3 181 7812 0 0,-1-150-10142 0 0,-2-1-4888 0 0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4:36.7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0 456 0 0,'0'0'268'0'0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4:37.4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50 62 2264 0 0,'0'0'473'0'0,"0"-31"6736"0"0,0 0 3414 0 0,0 49-10241 0 0,-3 52 110 0 0,-17 95 0 0 0,9-95-114 0 0,-1 95 0 0 0,9-138-151 0 0,4-43-699 0 0,1-19-2544 0 0,0 3-8181 0 0,-1 19 7084 0 0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4:37.8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59 2648 0 0,'0'-32'7460'0'0,"1"31"-7317"0"0,-1 0 1 0 0,0 0 0 0 0,1 0-1 0 0,-1 1 1 0 0,1-1 0 0 0,-1 0-1 0 0,1 0 1 0 0,-1 0 0 0 0,1 0 0 0 0,0 0-1 0 0,-1 1 1 0 0,1-1 0 0 0,0 0-1 0 0,-1 1 1 0 0,1-1 0 0 0,0 0-1 0 0,0 1 1 0 0,0-1 0 0 0,0 1 0 0 0,0-1-1 0 0,0 1 1 0 0,0 0 0 0 0,0-1-1 0 0,0 1 1 0 0,0 0 0 0 0,0 0-1 0 0,2-1 1 0 0,33-3 1850 0 0,-31 3-1611 0 0,15-1 195 0 0,0 1 0 0 0,0 1 0 0 0,1 0 0 0 0,-1 2 0 0 0,0 0 0 0 0,-1 1 0 0 0,1 1-1 0 0,34 12 1 0 0,-48-14-513 0 0,0 1-1 0 0,0 0 1 0 0,0 0 0 0 0,-1 1-1 0 0,1-1 1 0 0,-1 1-1 0 0,0 0 1 0 0,0 1 0 0 0,0 0-1 0 0,-1-1 1 0 0,0 1-1 0 0,1 1 1 0 0,-2-1-1 0 0,1 0 1 0 0,2 7 0 0 0,-2-3 1 0 0,0 0 0 0 0,-1 0 0 0 0,0 0 0 0 0,-1 0 0 0 0,0 1 0 0 0,-1-1 0 0 0,0 1 1 0 0,0-1-1 0 0,-2 15 0 0 0,0-3 26 0 0,-2-1 1 0 0,-1 0 0 0 0,0 0-1 0 0,-2 0 1 0 0,0 0 0 0 0,-1-1-1 0 0,-1 0 1 0 0,-19 35 0 0 0,11-31 12 0 0,-1 0 0 0 0,0-1 0 0 0,-2-1 0 0 0,0-1 0 0 0,-1 0 0 0 0,-2-2 0 0 0,-23 17 0 0 0,35-31-638 0 0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4:38.1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4016 0 0,'0'0'2378'0'0,"10"0"339"0"0,2 0-2180 0 0,-1 1 0 0 0,1 0 0 0 0,0 1 0 0 0,-1 1 0 0 0,0 0 0 0 0,1 0-1 0 0,-1 1 1 0 0,0 0 0 0 0,-1 1 0 0 0,1 0 0 0 0,-1 1 0 0 0,0 0 0 0 0,0 1 0 0 0,-1 0 0 0 0,14 13 0 0 0,-13-9-145 0 0,0 0 1 0 0,0 0-1 0 0,-1 1 1 0 0,0 1-1 0 0,-1-1 1 0 0,-1 1-1 0 0,0 1 1 0 0,0-1-1 0 0,-2 1 0 0 0,0 0 1 0 0,6 26-1 0 0,-5-7 16 0 0,-2 1 0 0 0,-1 0 1 0 0,-2 0-1 0 0,-1-1 0 0 0,-2 1 0 0 0,-1 0 0 0 0,-1 0 0 0 0,-2-1 0 0 0,-19 58 0 0 0,11-51-892 0 0,-1-2-1 0 0,-37 66 1 0 0,-1-20-4478 0 0,-8-8-4104 0 0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4:42.1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252 10 3672 0 0,'0'0'626'0'0,"-20"-9"4800"0"0,14 9-5106 0 0,1 0 1 0 0,0 0-1 0 0,0 0 0 0 0,0 0 0 0 0,0 1 1 0 0,0 0-1 0 0,0 0 0 0 0,0 1 0 0 0,0-1 1 0 0,0 1-1 0 0,0 0 0 0 0,1 1 1 0 0,-1-1-1 0 0,-6 5 0 0 0,4-1 20 0 0,0 0 1 0 0,0 0-1 0 0,1 1 0 0 0,0 0 0 0 0,0 0 0 0 0,0 0 1 0 0,-6 13-1 0 0,0 3 0 0 0,1 1-1 0 0,1 0 1 0 0,1 1 0 0 0,-10 46-1 0 0,6 3-73 0 0,3-1 0 0 0,4 1 0 0 0,2 1 0 0 0,8 76 0 0 0,-3-136-69 0 0,0 0 0 0 0,1 0 0 0 0,1 0 0 0 0,1 0 0 0 0,0-1 0 0 0,1 1 0 0 0,6 13 0 0 0,-7-20-506 0 0,1 0 0 0 0,-1-1 1 0 0,1 1-1 0 0,1-1 0 0 0,9 11 1 0 0,12 3-4065 0 0,5-5-3359 0 0,-19-13 3787 0 0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4:50.7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175 52 1832 0 0,'-65'-7'16328'0'0,"66"-20"-14948"0"0,2 25-1337 0 0,0 0 0 0 0,0 0 0 0 0,0 0 0 0 0,0 1 1 0 0,0-1-1 0 0,0 1 0 0 0,0 0 0 0 0,0 0 0 0 0,1 0 0 0 0,-1 0 0 0 0,0 0 0 0 0,1 1 0 0 0,-1 0 0 0 0,7 0 0 0 0,-5-1-14 0 0,1 1 0 0 0,0 1 1 0 0,-1-1-1 0 0,1 1 0 0 0,-1 0 1 0 0,1 0-1 0 0,-1 1 1 0 0,9 2-1 0 0,-13-3-18 0 0,0 0 0 0 0,1 0 0 0 0,-1 1 0 0 0,0-1-1 0 0,0 0 1 0 0,0 0 0 0 0,0 0 0 0 0,0 1 0 0 0,-1-1 0 0 0,1 0 0 0 0,0 1 0 0 0,0-1 0 0 0,-1 1 0 0 0,1-1 0 0 0,-1 1 0 0 0,0-1 0 0 0,1 1 0 0 0,-1-1-1 0 0,0 1 1 0 0,0 0 0 0 0,0-1 0 0 0,0 1 0 0 0,0-1 0 0 0,0 1 0 0 0,0-1 0 0 0,-1 1 0 0 0,1 0 0 0 0,-1 1 0 0 0,-1 4 27 0 0,0 0 1 0 0,0 0-1 0 0,-1-1 1 0 0,-6 13-1 0 0,-5 3 25 0 0,-2-1-1 0 0,-1 0 0 0 0,0-1 1 0 0,-1-1-1 0 0,-27 22 0 0 0,-25 25 67 0 0,54-45-93 0 0,18-17-13 0 0,12-7 2 0 0,-13 3-25 0 0,17-6 16 0 0,-1 0 0 0 0,2 1 1 0 0,-1 0-1 0 0,34-2 0 0 0,-49 6-14 0 0,1 1 0 0 0,0 0 1 0 0,-1 0-1 0 0,1 0 0 0 0,0 1 0 0 0,-1-1 1 0 0,1 1-1 0 0,-1 0 0 0 0,1 0 1 0 0,-1 0-1 0 0,1 0 0 0 0,-1 1 0 0 0,0 0 1 0 0,1-1-1 0 0,-1 1 0 0 0,0 0 0 0 0,0 0 1 0 0,0 1-1 0 0,-1-1 0 0 0,1 1 0 0 0,-1-1 1 0 0,1 1-1 0 0,-1 0 0 0 0,0 0 1 0 0,0 0-1 0 0,0 0 0 0 0,0 0 0 0 0,0 0 1 0 0,-1 1-1 0 0,1-1 0 0 0,0 7 0 0 0,0-2 5 0 0,0 1 1 0 0,-1-1-1 0 0,0 0 0 0 0,-1 1 0 0 0,0-1 0 0 0,0 1 0 0 0,-1-1 0 0 0,0 0 0 0 0,-1 1 0 0 0,0-1 0 0 0,0 0 0 0 0,0 0 1 0 0,-1 0-1 0 0,0 0 0 0 0,-1 0 0 0 0,0-1 0 0 0,0 0 0 0 0,-1 0 0 0 0,0 0 0 0 0,0 0 0 0 0,-8 8 0 0 0,5-7 3 0 0,0 0 0 0 0,0-1 0 0 0,0 0 0 0 0,-1-1 0 0 0,0 0 0 0 0,0 0 0 0 0,0-1-1 0 0,-1 0 1 0 0,0-1 0 0 0,0 0 0 0 0,0 0 0 0 0,0-1 0 0 0,-1 0 0 0 0,1-1 0 0 0,-1 0-1 0 0,-16 0 1 0 0,27-2-11 0 0,-1 0-1 0 0,1 0 1 0 0,0 0-1 0 0,-1 0 1 0 0,1 0-1 0 0,-1 0 1 0 0,1 0-1 0 0,0 0 0 0 0,-1 0 1 0 0,1 0-1 0 0,0 0 1 0 0,-1 0-1 0 0,1 0 1 0 0,0-1-1 0 0,-1 1 1 0 0,1 0-1 0 0,0 0 1 0 0,-1 0-1 0 0,1-1 1 0 0,0 1-1 0 0,-1 0 0 0 0,1 0 1 0 0,0-1-1 0 0,0 1 1 0 0,-1 0-1 0 0,1 0 1 0 0,0-1-1 0 0,0 1 1 0 0,0 0-1 0 0,-1-1 1 0 0,1 1-1 0 0,0 0 1 0 0,0-1-1 0 0,0 0 0 0 0,4-14-189 0 0,14-11-1754 0 0,22-17-9739 0 0,-25 28 7615 0 0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4:51.2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101 1 2840 0 0,'-26'4'7608'0'0,"24"-3"-7427"0"0,0 1-1 0 0,0-1 0 0 0,0 1 0 0 0,0-1 1 0 0,0 1-1 0 0,1-1 0 0 0,-1 1 1 0 0,0 0-1 0 0,1 0 0 0 0,0 0 0 0 0,-1 0 1 0 0,1 0-1 0 0,0 0 0 0 0,-1 4 1 0 0,-9 21 406 0 0,2 0 0 0 0,1 0 0 0 0,2 1 0 0 0,0 0 0 0 0,2 0 0 0 0,1 0 0 0 0,1 0 0 0 0,2 39 0 0 0,0-61-530 0 0,1 0 1 0 0,-1 0-1 0 0,1 0 1 0 0,0 0-1 0 0,1 0 1 0 0,-1 0-1 0 0,1 0 1 0 0,0 0-1 0 0,1 0 1 0 0,-1-1-1 0 0,1 1 1 0 0,5 6-1 0 0,-5-9-28 0 0,0-1-1 0 0,0 1 0 0 0,0 0 1 0 0,0-1-1 0 0,0 0 0 0 0,1 0 1 0 0,-1 0-1 0 0,1 0 0 0 0,-1 0 1 0 0,1-1-1 0 0,0 0 0 0 0,-1 0 1 0 0,1 0-1 0 0,0 0 0 0 0,0 0 1 0 0,0-1-1 0 0,0 0 0 0 0,0 0 0 0 0,7 0 1 0 0,8-2 59 0 0,0 0 1 0 0,-1-1 0 0 0,1-1-1 0 0,-1-1 1 0 0,0 0-1 0 0,33-16 1 0 0,-37 15 22 0 0,1-2 0 0 0,-1 1 0 0 0,-1-2 0 0 0,0 0-1 0 0,0-1 1 0 0,-1 0 0 0 0,0-1 0 0 0,15-18 0 0 0,-24 26-56 0 0,0 0 0 0 0,-1-1-1 0 0,1 1 1 0 0,-1-1 0 0 0,0 0 0 0 0,0 0 0 0 0,0 0-1 0 0,-1 0 1 0 0,1 0 0 0 0,-1 0 0 0 0,0 0-1 0 0,0-1 1 0 0,-1 1 0 0 0,1 0 0 0 0,-1 0 0 0 0,0-1-1 0 0,0-5 1 0 0,-2 5-4 0 0,1 0 0 0 0,0 0 0 0 0,-1 0 0 0 0,0 1 0 0 0,0-1 0 0 0,-1 1 1 0 0,1 0-1 0 0,-1 0 0 0 0,0-1 0 0 0,0 2 0 0 0,0-1 0 0 0,-1 0 0 0 0,-3-3 0 0 0,-12-8 109 0 0,-1 1 0 0 0,-1 1-1 0 0,0 0 1 0 0,-44-18 0 0 0,43 21-82 0 0,0-1-31 0 0,-15-6-335 0 0,37 20-663 0 0,-1 0 1 0 0,1 0-1 0 0,0 0 1 0 0,0 1-1 0 0,0-1 1 0 0,1 0-1 0 0,-1 0 1 0 0,1 0-1 0 0,0-1 1 0 0,1 6-1 0 0,6 7-3461 0 0,0 2-1 0 0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4:51.6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159 0 4216 0 0,'10'11'3365'0'0,"-6"-1"-2563"0"0,0 1 0 0 0,-1 0 0 0 0,0-1 0 0 0,-1 1 0 0 0,0 0 0 0 0,-1 0 0 0 0,0 21 0 0 0,-1-13 353 0 0,-1 1 0 0 0,-1-1 1 0 0,-8 35-1 0 0,7-44-913 0 0,0 0-1 0 0,-1-1 1 0 0,0 0 0 0 0,-1 0-1 0 0,0 0 1 0 0,0 0-1 0 0,-1 0 1 0 0,0-1-1 0 0,-1 0 1 0 0,1-1-1 0 0,-1 1 1 0 0,-1-1-1 0 0,0-1 1 0 0,0 1 0 0 0,0-1-1 0 0,-1-1 1 0 0,1 0-1 0 0,-1 0 1 0 0,0 0-1 0 0,-13 3 1 0 0,-3 3-2030 0 0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4:52.9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54 3512 0 0,'0'-54'14930'0'0,"0"68"-11534"0"0,0 49-3228 0 0,1 56 107 0 0,-5 204 517 0 0,3-269-543 0 0,0-29-85 0 0,1-23-105 0 0,0-8-27 0 0,0-6-794 0 0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4:53.3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 10 3328 0 0,'0'0'346'0'0,"-25"-8"5397"0"0,17 6-2716 0 0,17 8-1049 0 0,85 42 2611 0 0,36 34-3023 0 0,-114-71-1454 0 0,-1 2 0 0 0,-1 0 1 0 0,0 0-1 0 0,17 23 0 0 0,-23-26-57 0 0,1-1 0 0 0,-1 1-1 0 0,-1 1 1 0 0,0-1 0 0 0,0 1-1 0 0,-1 0 1 0 0,-1 1-1 0 0,1-1 1 0 0,-2 1-1 0 0,0 0 1 0 0,0 0 0 0 0,-1 1-1 0 0,-1-1 1 0 0,0 1-1 0 0,-1-1 1 0 0,0 1-1 0 0,-1 19 1 0 0,-2-20-9 0 0,0 0 1 0 0,0 0-1 0 0,-2 0 0 0 0,1 0 1 0 0,-1 0-1 0 0,-1-1 0 0 0,0 1 0 0 0,-1-1 1 0 0,0-1-1 0 0,-1 1 0 0 0,0-1 1 0 0,0 0-1 0 0,-1 0 0 0 0,-1-1 0 0 0,1 0 1 0 0,-12 8-1 0 0,1-3 60 0 0,0-1-1 0 0,-1 0 1 0 0,-41 17-1 0 0,18-8-201 0 0,65-31-4592 0 0,7-5-5077 0 0,-14 3 5376 0 0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4:53.7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 4016 0 0,'7'-7'4143'0'0,"-6"6"-3867"0"0,-1 1 0 0 0,1 0 1 0 0,0-1-1 0 0,-1 1 0 0 0,2 0 0 0 0,16-1 294 0 0,-1 2 0 0 0,0 0-1 0 0,1 1 1 0 0,-1 1 0 0 0,0 0 0 0 0,0 1-1 0 0,-1 1 1 0 0,1 1 0 0 0,-1 0 0 0 0,0 1-1 0 0,-1 1 1 0 0,1 1 0 0 0,24 17-1 0 0,-27-16-316 0 0,0 0 0 0 0,-1 1 0 0 0,0 1-1 0 0,0 0 1 0 0,-1 0 0 0 0,-1 1 0 0 0,0 0-1 0 0,-1 1 1 0 0,-1 0 0 0 0,0 0-1 0 0,0 1 1 0 0,-2 0 0 0 0,0 1 0 0 0,7 24-1 0 0,-10-23-138 0 0,0 0 0 0 0,-1 0 0 0 0,0 1 0 0 0,-2-1-1 0 0,0 1 1 0 0,-1-1 0 0 0,0 0 0 0 0,-2 1 0 0 0,0-1 0 0 0,-1 0-1 0 0,0 0 1 0 0,-2-1 0 0 0,0 1 0 0 0,-1-1 0 0 0,0-1-1 0 0,-1 1 1 0 0,-20 27 0 0 0,15-26 28 0 0,-1-1 0 0 0,-1-1 1 0 0,0 0-1 0 0,-29 21 0 0 0,19-15-38 0 0,20-18-1006 0 0,-12 11 1462 0 0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4:55.1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76 1 4044 0 0,'-29'6'3963'0'0,"23"-6"-3047"0"0,-21 4 1586 0 0,15 1 2721 0 0,12-4-5115 0 0,-1-1 0 0 0,1 1 0 0 0,0-1 1 0 0,0 1-1 0 0,0 0 0 0 0,0-1 0 0 0,0 1 0 0 0,0-1 0 0 0,0 1 0 0 0,0-1 0 0 0,0 1 0 0 0,0 0 0 0 0,0-1 0 0 0,0 1 0 0 0,0-1 0 0 0,1 1 1 0 0,-1-1-1 0 0,0 1 0 0 0,0-1 0 0 0,1 1 0 0 0,-1-1 0 0 0,0 1 0 0 0,1-1 0 0 0,-1 1 0 0 0,0-1 0 0 0,1 1 0 0 0,-1-1 0 0 0,1 0 0 0 0,-1 1 1 0 0,0-1-1 0 0,1 1 0 0 0,-1-1 0 0 0,1 0 0 0 0,0 0 0 0 0,-1 1 0 0 0,1-1 0 0 0,0 0 0 0 0,21 12 196 0 0,-22-12-298 0 0,17 6 151 0 0,0-1 0 0 0,0 0 0 0 0,1-1 0 0 0,-1-1 0 0 0,23 2 0 0 0,92-3 208 0 0,-92-2-231 0 0,410-28 767 0 0,6-1-382 0 0,-361 28-3486 0 0,-33-2-9147 0 0,-44 1 7693 0 0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4:55.7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199 1 3600 0 0,'-80'33'5579'0'0,"55"-23"-3452"0"0,1 0 1 0 0,-35 20-1 0 0,58-30-2008 0 0,1 0 0 0 0,-1 0 0 0 0,1 1-1 0 0,-1-1 1 0 0,1 0 0 0 0,-1 0 0 0 0,1 1 0 0 0,-1-1 0 0 0,1 0 0 0 0,-1 1 0 0 0,1-1 0 0 0,-1 0 0 0 0,1 1 0 0 0,0-1 0 0 0,-1 1 0 0 0,1-1 0 0 0,0 1-1 0 0,-1-1 1 0 0,1 1 0 0 0,0-1 0 0 0,0 1 0 0 0,-1-1 0 0 0,1 1 0 0 0,0-1 0 0 0,0 1 0 0 0,0 0 0 0 0,0-1 0 0 0,0 1 0 0 0,0 0 0 0 0,14 6 1744 0 0,30-4-853 0 0,-40-3-937 0 0,457-27 2421 0 0,-322 13-1884 0 0,234 4 0 0 0,-312 18-219 0 0,-33 4-3534 0 0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5:00.2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245 335 4316 0 0,'0'0'3972'0'0,"-10"-14"537"0"0,8 12-4265 0 0,0 0 0 0 0,0 1 1 0 0,0-1-1 0 0,-1 0 0 0 0,1 0 1 0 0,0 1-1 0 0,-1 0 0 0 0,1-1 1 0 0,-1 1-1 0 0,0 0 0 0 0,1 0 1 0 0,-1 0-1 0 0,0 1 0 0 0,1-1 1 0 0,-1 1-1 0 0,0-1 1 0 0,0 1-1 0 0,0 0 0 0 0,1 0 1 0 0,-6 1-1 0 0,3-1-33 0 0,-1 1 0 0 0,1 0 0 0 0,-1 0 1 0 0,1 0-1 0 0,-1 1 0 0 0,1 0 0 0 0,0 0 0 0 0,0 0 1 0 0,-7 5-1 0 0,4-1-121 0 0,0 1 0 0 0,1 0 1 0 0,-1 0-1 0 0,1 1 0 0 0,1 0 0 0 0,-1 0 1 0 0,1 1-1 0 0,1 0 0 0 0,0 0 0 0 0,0 0 1 0 0,0 1-1 0 0,-3 12 0 0 0,1 1 35 0 0,0 0 1 0 0,2 0-1 0 0,1 1 0 0 0,-2 30 0 0 0,4-35-29 0 0,2 0-1 0 0,0 1 1 0 0,4 24-1 0 0,-4-39-74 0 0,1 0 0 0 0,0-1 0 0 0,0 1-1 0 0,0-1 1 0 0,0 1 0 0 0,1-1 0 0 0,0 1 0 0 0,0-1-1 0 0,0 0 1 0 0,1 0 0 0 0,-1 0 0 0 0,1 0 0 0 0,0 0-1 0 0,0-1 1 0 0,0 1 0 0 0,0-1 0 0 0,1 0 0 0 0,0 0-1 0 0,-1 0 1 0 0,5 2 0 0 0,1-1 8 0 0,1 0-1 0 0,-1-1 1 0 0,1 0 0 0 0,-1 0-1 0 0,1-1 1 0 0,0-1-1 0 0,0 1 1 0 0,0-1 0 0 0,0-1-1 0 0,10-1 1 0 0,-4 0-38 0 0,-1-1 0 0 0,1-1 0 0 0,-1-1 0 0 0,0 0 0 0 0,27-12 0 0 0,-15 3-151 0 0,-1-1 1 0 0,0-1-1 0 0,-1-1 0 0 0,-1-1 0 0 0,0-1 0 0 0,26-28 1 0 0,-27 23-206 0 0,-2 0 0 0 0,-1-2 0 0 0,-1 0 1 0 0,0-1-1 0 0,26-53 0 0 0,-35 58 112 0 0,-1-1-1 0 0,-1-1 0 0 0,-1 0 1 0 0,-1 0-1 0 0,-1 0 1 0 0,-1-1-1 0 0,-1 1 1 0 0,0-34-1 0 0,-5-120 597 0 0,2 177-320 0 0,0 0-1 0 0,0-1 1 0 0,0 1 0 0 0,0 0-1 0 0,0 0 1 0 0,0-1 0 0 0,0 1-1 0 0,0 0 1 0 0,0 0 0 0 0,1 0-1 0 0,-1-1 1 0 0,0 1 0 0 0,0 0-1 0 0,-1 0 1 0 0,1-1 0 0 0,0 1-1 0 0,0 0 1 0 0,0 0 0 0 0,0-1-1 0 0,0 1 1 0 0,0 0 0 0 0,0 0-1 0 0,0 0 1 0 0,0-1 0 0 0,0 1-1 0 0,0 0 1 0 0,-1 0 0 0 0,1 0-1 0 0,0-1 1 0 0,0 1 0 0 0,0 0-1 0 0,0 0 1 0 0,-1 0 0 0 0,1 0-1 0 0,0 0 1 0 0,0 0 0 0 0,0-1-1 0 0,-1 1 1 0 0,1 0 0 0 0,0 0-1 0 0,0 0 1 0 0,-1 0 0 0 0,1 0-1 0 0,0 0 1 0 0,0 0 0 0 0,-1 0-1 0 0,-9 9 384 0 0,-7 18-229 0 0,8-6-107 0 0,0-1 1 0 0,2 1-1 0 0,1 1 0 0 0,0-1 0 0 0,-2 28 1 0 0,-5 113 197 0 0,9-85-146 0 0,2 68 222 0 0,3-82-12 0 0,-1-63-325 0 0,0 1-1 0 0,0-1 0 0 0,0 1 1 0 0,0-1-1 0 0,0 1 0 0 0,0-1 1 0 0,0 1-1 0 0,0-1 0 0 0,0 1 1 0 0,0-1-1 0 0,0 1 0 0 0,0-1 1 0 0,1 1-1 0 0,-1-1 0 0 0,0 1 0 0 0,0-1 1 0 0,0 1-1 0 0,1-1 0 0 0,-1 1 1 0 0,0-1-1 0 0,1 0 0 0 0,-1 1 1 0 0,0-1-1 0 0,1 0 0 0 0,-1 1 1 0 0,0-1-1 0 0,1 0 0 0 0,-1 1 1 0 0,1-1-1 0 0,-1 0 0 0 0,1 0 1 0 0,-1 0-1 0 0,1 1 0 0 0,0-1 1 0 0,18-6 126 0 0,16-19 22 0 0,-6-6-46 0 0,-2 0 1 0 0,-2-2-1 0 0,35-56 0 0 0,-11 14 176 0 0,-48 74-270 0 0,0-1-1 0 0,-1 1 1 0 0,1 0 0 0 0,0-1 0 0 0,0 1 0 0 0,1 0 0 0 0,-1 0 0 0 0,0 0-1 0 0,0 0 1 0 0,0 0 0 0 0,1 0 0 0 0,-1 0 0 0 0,1 0 0 0 0,-1 0 0 0 0,3 0-1 0 0,-4 1-6 0 0,1 0 0 0 0,-1 0 0 0 0,1 0 0 0 0,-1 0 0 0 0,1 1 0 0 0,-1-1 0 0 0,0 0 0 0 0,1 0 0 0 0,-1 1 0 0 0,1-1 0 0 0,-1 0 0 0 0,1 0-1 0 0,-1 1 1 0 0,0-1 0 0 0,1 1 0 0 0,-1-1 0 0 0,0 0 0 0 0,1 1 0 0 0,-1-1 0 0 0,0 1 0 0 0,0-1 0 0 0,1 1 0 0 0,-1-1 0 0 0,0 0 0 0 0,0 1-1 0 0,0-1 1 0 0,0 1 0 0 0,0-1 0 0 0,1 1 0 0 0,-1 0 0 0 0,1 8 79 0 0,0 1-1 0 0,0-1 0 0 0,-2 16 1 0 0,1-16-62 0 0,0 19 81 0 0,-1 25 129 0 0,3-1 1 0 0,1 1-1 0 0,12 52 1 0 0,-14-99-214 0 0,0-1 1 0 0,1 1-1 0 0,0-1 0 0 0,0 1 1 0 0,0-1-1 0 0,1 0 0 0 0,0 0 1 0 0,0 0-1 0 0,0 0 0 0 0,1 0 1 0 0,-1-1-1 0 0,1 1 1 0 0,0-1-1 0 0,8 6 0 0 0,-9-8-20 0 0,0 0 0 0 0,0 0-1 0 0,1-1 1 0 0,-1 1-1 0 0,1-1 1 0 0,-1 0 0 0 0,1 0-1 0 0,-1 0 1 0 0,1 0 0 0 0,0-1-1 0 0,-1 1 1 0 0,1-1 0 0 0,0 0-1 0 0,-1 0 1 0 0,1 0-1 0 0,0-1 1 0 0,-1 1 0 0 0,1-1-1 0 0,0 0 1 0 0,-1 0 0 0 0,1 0-1 0 0,-1 0 1 0 0,5-3 0 0 0,4-3-59 0 0,0 0 0 0 0,0 0 1 0 0,-1-1-1 0 0,0-1 1 0 0,-1 0-1 0 0,0 0 0 0 0,0-1 1 0 0,10-13-1 0 0,-4 1-90 0 0,-1 0-1 0 0,-1-2 1 0 0,14-28-1 0 0,-8 10-486 0 0,26-80-1 0 0,-41 150 126 0 0,-6-7 454 0 0,-2 7 44 0 0,1 0-1 0 0,2 0 1 0 0,1 0 0 0 0,8 49 0 0 0,-9-76 16 0 0,0 0 0 0 0,0 0 1 0 0,1 0-1 0 0,-1 0 0 0 0,0 0 0 0 0,1 0 0 0 0,-1 0 0 0 0,1 0 0 0 0,-1 0 0 0 0,1 0 0 0 0,0 0 0 0 0,-1-1 0 0 0,1 1 0 0 0,0 0 0 0 0,0 0 0 0 0,-1-1 1 0 0,1 1-1 0 0,0 0 0 0 0,0-1 0 0 0,0 1 0 0 0,0-1 0 0 0,0 1 0 0 0,0-1 0 0 0,0 0 0 0 0,1 1 0 0 0,0-1 7 0 0,1 1 0 0 0,-1-1 0 0 0,1 0 0 0 0,-1 0 0 0 0,1-1 0 0 0,-1 1 0 0 0,1-1-1 0 0,-1 1 1 0 0,0-1 0 0 0,4-1 0 0 0,3-2 36 0 0,0 0-1 0 0,0 0 1 0 0,-1-1-1 0 0,11-8 1 0 0,-15 9-15 0 0,1 0 0 0 0,-1 0-1 0 0,0 0 1 0 0,0 0 0 0 0,-1 0 0 0 0,1-1 0 0 0,-1 1-1 0 0,0-1 1 0 0,0 0 0 0 0,-1 0 0 0 0,0-1 0 0 0,1 1-1 0 0,-2 0 1 0 0,1-1 0 0 0,-1 1 0 0 0,1-1 0 0 0,-1 1-1 0 0,-1-1 1 0 0,1 0 0 0 0,-1 1 0 0 0,0-1 0 0 0,-1 0-1 0 0,1 1 1 0 0,-1-1 0 0 0,-2-8 0 0 0,-1 0 37 0 0,2 1 0 0 0,-3-26 0 0 0,1 8 12 0 0,4 29-79 0 0,0-1 0 0 0,0 1 0 0 0,0 0-1 0 0,0-1 1 0 0,0 1 0 0 0,0 0-1 0 0,1-1 1 0 0,-1 1 0 0 0,1 0 0 0 0,-1-1-1 0 0,1 1 1 0 0,0 0 0 0 0,0 0-1 0 0,0 0 1 0 0,0 0 0 0 0,0 0 0 0 0,1 0-1 0 0,-1 0 1 0 0,1 0 0 0 0,-1 0-1 0 0,1 1 1 0 0,0-1 0 0 0,-1 1 0 0 0,1-1-1 0 0,0 1 1 0 0,0-1 0 0 0,0 1-1 0 0,0 0 1 0 0,0 0 0 0 0,0 0-1 0 0,1 0 1 0 0,-1 1 0 0 0,0-1 0 0 0,0 0-1 0 0,1 1 1 0 0,4-1 0 0 0,-3 1 1 0 0,1-1 0 0 0,0 1-1 0 0,0-1 1 0 0,0 1 0 0 0,0 1 0 0 0,-1-1 0 0 0,1 1 0 0 0,0 0 0 0 0,0 0 0 0 0,0 0 0 0 0,-1 0 0 0 0,1 1-1 0 0,-1 0 1 0 0,1 0 0 0 0,-1 0 0 0 0,8 6 0 0 0,-8-4 5 0 0,-1 0 0 0 0,1 1 0 0 0,-1-1 0 0 0,0 1 0 0 0,0 0 0 0 0,0 0 0 0 0,0 0 0 0 0,-1 0 0 0 0,0 0-1 0 0,0 0 1 0 0,-1 1 0 0 0,1-1 0 0 0,0 12 0 0 0,0 5 45 0 0,-1 1-1 0 0,-2 27 1 0 0,0-10 79 0 0,4-41-10 0 0,5-8-64 0 0,7-13-14 0 0,-6 8-25 0 0,81-121 93 0 0,-74 113-65 0 0,2 0 1 0 0,0 2-1 0 0,41-34 0 0 0,-53 49-24 0 0,1 0 0 0 0,0 1 0 0 0,0 0 0 0 0,1 0 1 0 0,-1 1-1 0 0,13-5 0 0 0,-19 8-13 0 0,1-1 0 0 0,0 0 0 0 0,-1 1 0 0 0,1-1 0 0 0,0 1 0 0 0,0 0 0 0 0,0 0 0 0 0,0-1 0 0 0,-1 1 0 0 0,1 0 0 0 0,0 0-1 0 0,0 1 1 0 0,0-1 0 0 0,0 0 0 0 0,-1 1 0 0 0,1-1 0 0 0,0 1 0 0 0,0-1 0 0 0,-1 1 0 0 0,1 0 0 0 0,0 0 0 0 0,-1 0 0 0 0,1 0 0 0 0,-1 0 0 0 0,1 0 0 0 0,-1 0 0 0 0,0 0 0 0 0,1 1 0 0 0,-1-1 0 0 0,0 1-1 0 0,0-1 1 0 0,0 1 0 0 0,0-1 0 0 0,1 3 0 0 0,3 13 71 0 0,-1 0 0 0 0,-1-1 0 0 0,0 1-1 0 0,-1 0 1 0 0,-1 0 0 0 0,-1 0 0 0 0,-1 1 0 0 0,-3 22 0 0 0,1 31 200 0 0,4-49-281 0 0,0-15-234 0 0,-1-1-1 0 0,1 1 1 0 0,-1-1-1 0 0,-1 1 0 0 0,1-1 1 0 0,-1 1-1 0 0,0-1 1 0 0,-2 7-1 0 0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5:00.4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5248 0 0,'0'4'1889'0'0,"0"-1"-873"0"0,0 0 32 0 0,0 0 56 0 0,0 1 32 0 0,0 0 4 0 0,0 3 1152 0 0,0 2 1073 0 0,4-6-2453 0 0,-4 0-312 0 0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5:01.0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63 119 3376 0 0,'-62'3'13785'0'0,"91"0"-10879"0"0,89 3-1755 0 0,0-5 1 0 0,124-16-1 0 0,228-59-252 0 0,-465 73-1143 0 0,186-33 2146 0 0,-95 27-4172 0 0,-48 7-2852 0 0,-1 3-3871 0 0,-35-2 4148 0 0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5:01.6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142 0 3872 0 0,'-6'3'729'0'0,"-1"0"-1"0"0,0 0 1 0 0,1 0 0 0 0,-1-1-1 0 0,0 0 1 0 0,-11 1-1 0 0,12-2-291 0 0,0 0 0 0 0,0 0 0 0 0,1 0 0 0 0,-1 1 0 0 0,0 0 0 0 0,1 0 0 0 0,-1 0 0 0 0,1 1 0 0 0,0 0 0 0 0,0 0 0 0 0,-8 6 0 0 0,13-8-326 0 0,-1-1 0 0 0,0 1-1 0 0,0-1 1 0 0,1 1 0 0 0,-1 0 0 0 0,0-1 0 0 0,1 1 0 0 0,-1 0-1 0 0,1 0 1 0 0,-1-1 0 0 0,1 1 0 0 0,-1 0 0 0 0,1 0-1 0 0,0 0 1 0 0,-1 0 0 0 0,1 0 0 0 0,0-1 0 0 0,0 1 0 0 0,0 0-1 0 0,0 0 1 0 0,-1 0 0 0 0,1 0 0 0 0,0 0 0 0 0,1 0 0 0 0,-1 0-1 0 0,0 0 1 0 0,0 0 0 0 0,1 1 0 0 0,0-1 42 0 0,0 1 0 0 0,0-1 0 0 0,0 1 0 0 0,0-1 0 0 0,1 0 1 0 0,-1 1-1 0 0,1-1 0 0 0,-1 0 0 0 0,1 0 0 0 0,-1 0 0 0 0,1 0 0 0 0,0 0 0 0 0,2 0 1 0 0,8 4 449 0 0,1-1 1 0 0,0-1 0 0 0,14 3 0 0 0,-24-6-481 0 0,56 8 357 0 0,0-3 0 0 0,0-3 0 0 0,64-5 0 0 0,-45 1-225 0 0,146-3 180 0 0,88 10-746 0 0,-209 0-2654 0 0,1 3-4120 0 0,-36-3 2301 0 0,1-2-1 0 0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5:02.2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80 119 3184 0 0,'-80'0'11435'0'0,"346"-2"-3841"0"0,3-4-5593 0 0,271-37-972 0 0,-497 38-848 0 0,-1-2 0 0 0,1-1 0 0 0,52-19 0 0 0,-93 27-157 0 0,-1-1 0 0 0,1 1-1 0 0,-1-1 1 0 0,1 1 0 0 0,-1-1 0 0 0,1 0 0 0 0,-1 1 0 0 0,0-1-1 0 0,1 0 1 0 0,-1 0 0 0 0,0 0 0 0 0,0 0 0 0 0,0 0-1 0 0,0 0 1 0 0,2-3 0 0 0,-8 0-1098 0 0,-13 2-3882 0 0,2 2-121 0 0,-4 0 1 0 0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5:17.4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 76 4952 0 0,'-31'0'9683'0'0,"49"0"-8213"0"0,122-7 2895 0 0,66-19-2758 0 0,-48 5-1208 0 0,-22 8-84 0 0,157 5-1 0 0,-109 20-5161 0 0,-113-4 282 0 0,-4-1 1 0 0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5:17.8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47 12 4480 0 0,'-6'0'1085'0'0,"1"0"0"0"0,-1 1 0 0 0,1 0 0 0 0,-1 0 0 0 0,1 0 0 0 0,-9 4 0 0 0,77-1 3538 0 0,316-12 2724 0 0,-187 3-7226 0 0,-1 3-5081 0 0,-37-1-4641 0 0,-82-4 4800 0 0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5:18.5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 89 2776 0 0,'0'0'2388'0'0,"-35"0"6961"0"0,67 3-2919 0 0,32 2-5590 0 0,477-38 1357 0 0,-358 14-1793 0 0,-123 14-391 0 0,346-19-1285 0 0,-382 24-272 0 0,15 0-4484 0 0,57-7 0 0 0,-49-2 1271 0 0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5:18.9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110 0 4752 0 0,'-22'7'2234'0'0,"8"-3"-917"0"0,0 0 0 0 0,0 1 0 0 0,1 1 0 0 0,-19 10 0 0 0,35-15-948 0 0,1 0 0 0 0,0 1-1 0 0,-1-1 1 0 0,1 0 0 0 0,0-1-1 0 0,0 1 1 0 0,0-1 0 0 0,4 0 0 0 0,370 2 4915 0 0,-212-2-5482 0 0,0 2-3424 0 0,-17 0-967 0 0,3 0 1 0 0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5:19.3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 0 4920 0 0,'0'0'132'0'0,"-1"0"0"0"0,1 1 0 0 0,-1-1 0 0 0,1 0 0 0 0,-1 0 0 0 0,1 0 0 0 0,0 0-1 0 0,-1 0 1 0 0,1 0 0 0 0,-1 1 0 0 0,1-1 0 0 0,0 0 0 0 0,-1 0 0 0 0,1 1-1 0 0,0-1 1 0 0,-1 0 0 0 0,1 1 0 0 0,0-1 0 0 0,-1 0 0 0 0,1 1 0 0 0,0-1 0 0 0,0 0-1 0 0,-1 1 1 0 0,1-1 0 0 0,0 1 0 0 0,0-1 0 0 0,0 0 0 0 0,0 1 0 0 0,-1-1-1 0 0,1 1 1 0 0,0-1 0 0 0,0 1 0 0 0,0-1 0 0 0,0 0 0 0 0,0 1 0 0 0,0-1 0 0 0,0 1-1 0 0,0-1 1 0 0,0 1 0 0 0,0-1 0 0 0,0 0 0 0 0,1 1 0 0 0,-1-1 0 0 0,0 1-1 0 0,0-1 1 0 0,0 1 0 0 0,1-1 0 0 0,-1 0 0 0 0,0 1 0 0 0,0-1 0 0 0,1 0 0 0 0,-1 1-1 0 0,0-1 1 0 0,1 0 0 0 0,-1 1 0 0 0,0-1 0 0 0,1 0 0 0 0,-1 0 0 0 0,0 1-1 0 0,1-1 1 0 0,-1 0 0 0 0,1 0 0 0 0,-1 0 0 0 0,0 0 0 0 0,1 1 0 0 0,-1-1 0 0 0,1 0-1 0 0,0 0 1 0 0,36 5 1375 0 0,1-1 1 0 0,0-2-1 0 0,44-4 0 0 0,12 1 59 0 0,10 1-154 0 0,290 2-86 0 0,-390-2-1475 0 0,316 1-13977 0 0,-217-6 9089 0 0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5:19.8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61 5184 0 0,'8'-12'5674'0'0,"-8"12"-5438"0"0,2-1 0 0 0,69-14 2274 0 0,0 3 0 0 0,78-4 0 0 0,148 12 994 0 0,-220 7-3599 0 0,37 6-4490 0 0,41 1-3862 0 0,-69-7 3834 0 0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5:14.0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432 72 3072 0 0,'0'-14'2108'0'0,"0"9"-1267"0"0,1 1 0 0 0,-1-1 0 0 0,-1 1 0 0 0,1-1 0 0 0,0 1 0 0 0,-1 0 0 0 0,-2-8-1 0 0,2 11-700 0 0,1 0 0 0 0,-1 0-1 0 0,0 0 1 0 0,0 0-1 0 0,1 0 1 0 0,-1 0-1 0 0,0 1 1 0 0,0-1 0 0 0,0 0-1 0 0,0 0 1 0 0,0 1-1 0 0,0-1 1 0 0,0 1-1 0 0,0-1 1 0 0,-1 1 0 0 0,1-1-1 0 0,0 1 1 0 0,0 0-1 0 0,0-1 1 0 0,0 1-1 0 0,-1 0 1 0 0,1 0 0 0 0,0 0-1 0 0,0 0 1 0 0,-1 0-1 0 0,1 0 1 0 0,0 0-1 0 0,0 0 1 0 0,0 1 0 0 0,0-1-1 0 0,-1 0 1 0 0,1 1-1 0 0,-2 0 1 0 0,-13 4 88 0 0,0 1 1 0 0,1 0-1 0 0,0 1 1 0 0,0 1-1 0 0,-24 16 1 0 0,10-3-13 0 0,-42 41 1 0 0,58-50-149 0 0,1 0 1 0 0,0 1-1 0 0,0 1 1 0 0,1 0-1 0 0,1 1 0 0 0,1 0 1 0 0,-11 22-1 0 0,10-19 0 0 0,-1 4 28 0 0,2 1-1 0 0,0 1 1 0 0,1-1 0 0 0,1 1-1 0 0,2 1 1 0 0,0-1-1 0 0,-2 31 1 0 0,4 5 303 0 0,7 110 0 0 0,-2-140-244 0 0,2 0 1 0 0,1 0-1 0 0,16 53 0 0 0,-16-68-118 0 0,1 0 0 0 0,0 0-1 0 0,2-1 1 0 0,-1 0 0 0 0,2 0-1 0 0,0-1 1 0 0,0 0 0 0 0,1-1 0 0 0,12 11-1 0 0,7-2-1668 0 0,0-10-4931 0 0,-10-8 1616 0 0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5:14.8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103 122 3480 0 0,'-1'-1'200'0'0,"0"1"0"0"0,0-1 0 0 0,0 0-1 0 0,1 1 1 0 0,-1-1 0 0 0,0 0 0 0 0,0 1-1 0 0,1-1 1 0 0,-1 0 0 0 0,1 0 0 0 0,-1 1 0 0 0,1-1-1 0 0,-1 0 1 0 0,1 0 0 0 0,-1 0 0 0 0,1 0-1 0 0,0 0 1 0 0,-1 0 0 0 0,1 0 0 0 0,0 0-1 0 0,0 0 1 0 0,0 0 0 0 0,0 1 0 0 0,0-1 0 0 0,0 0-1 0 0,0-2 1 0 0,0-1 148 0 0,0 1-1 0 0,0 0 1 0 0,0 0 0 0 0,0 0-1 0 0,1 0 1 0 0,-1-1 0 0 0,1 1-1 0 0,1-3 1 0 0,1 1 45 0 0,0 1-1 0 0,1 0 1 0 0,0 0-1 0 0,0 0 1 0 0,0 0-1 0 0,0 0 0 0 0,1 1 1 0 0,-1 0-1 0 0,1 0 1 0 0,0 0-1 0 0,0 0 1 0 0,0 1-1 0 0,8-3 1 0 0,-3 2 12 0 0,-1 0 1 0 0,0 0-1 0 0,1 1 1 0 0,-1 1-1 0 0,1 0 1 0 0,0 0-1 0 0,12 1 1 0 0,-19-1-381 0 0,-1 2 0 0 0,0-1-1 0 0,0 0 1 0 0,1 0 0 0 0,-1 1 0 0 0,0-1 0 0 0,0 1-1 0 0,0 0 1 0 0,0-1 0 0 0,1 1 0 0 0,-1 0 0 0 0,0 0-1 0 0,0 1 1 0 0,-1-1 0 0 0,1 0 0 0 0,0 1 0 0 0,0-1-1 0 0,-1 1 1 0 0,1-1 0 0 0,-1 1 0 0 0,1 0 0 0 0,-1 0-1 0 0,0 0 1 0 0,1 0 0 0 0,-1 0 0 0 0,0 0 0 0 0,0 0-1 0 0,0 0 1 0 0,-1 0 0 0 0,1 0 0 0 0,-1 0 0 0 0,1 1-1 0 0,-1-1 1 0 0,0 0 0 0 0,1 0 0 0 0,-1 1 0 0 0,0-1-1 0 0,-1 0 1 0 0,1 0 0 0 0,0 1 0 0 0,-1-1 0 0 0,1 0-1 0 0,-1 0 1 0 0,1 0 0 0 0,-2 3 0 0 0,-4 9 7 0 0,1-1 1 0 0,-2 0 0 0 0,0 0 0 0 0,0 0 0 0 0,-1-1-1 0 0,-17 20 1 0 0,-65 62 29 0 0,83-88-59 0 0,-33 30 28 0 0,27-26-23 0 0,1 0 0 0 0,1 1 1 0 0,0 0-1 0 0,1 0 0 0 0,0 1 1 0 0,-11 19-1 0 0,20-31-7 0 0,1 1 0 0 0,0-1 0 0 0,-1 1-1 0 0,1 0 1 0 0,0-1 0 0 0,0 1 0 0 0,-1-1 0 0 0,1 1 0 0 0,0-1 0 0 0,0 1-1 0 0,0 0 1 0 0,0-1 0 0 0,0 1 0 0 0,0 0 0 0 0,0-1 0 0 0,0 1 0 0 0,0-1-1 0 0,0 1 1 0 0,0 0 0 0 0,0-1 0 0 0,0 1 0 0 0,1 0 0 0 0,-1-1 0 0 0,0 1-1 0 0,0-1 1 0 0,1 1 0 0 0,-1-1 0 0 0,0 1 0 0 0,1-1 0 0 0,-1 1 0 0 0,1-1-1 0 0,-1 1 1 0 0,1-1 0 0 0,-1 1 0 0 0,0-1 0 0 0,1 0 0 0 0,0 1 0 0 0,-1-1-1 0 0,1 0 1 0 0,-1 1 0 0 0,1-1 0 0 0,-1 0 0 0 0,1 0 0 0 0,0 0 0 0 0,-1 1-1 0 0,1-1 1 0 0,-1 0 0 0 0,1 0 0 0 0,0 0 0 0 0,-1 0 0 0 0,1 0 0 0 0,1 0-1 0 0,42-1 21 0 0,-36 1-15 0 0,34-4 10 0 0,50 0 14 0 0,-83 4-28 0 0,-1 0 0 0 0,1 1 0 0 0,0 1 0 0 0,0-1 0 0 0,-1 1 0 0 0,1 1 0 0 0,14 5-1 0 0,-20-6 4 0 0,0-1-1 0 0,0 1 1 0 0,0 0 0 0 0,-1 0-1 0 0,1 0 1 0 0,0 0-1 0 0,-1 0 1 0 0,1 1-1 0 0,-1-1 1 0 0,0 1-1 0 0,0 0 1 0 0,0-1-1 0 0,0 1 1 0 0,-1 0-1 0 0,1 0 1 0 0,-1 0-1 0 0,1 1 1 0 0,0 3 0 0 0,-1-1 7 0 0,0-1 1 0 0,-1 1 0 0 0,1 0 0 0 0,-1 0 0 0 0,0-1-1 0 0,-1 1 1 0 0,1 0 0 0 0,-1 0 0 0 0,-3 10 0 0 0,-2 1 34 0 0,-1 0 0 0 0,0 0 1 0 0,-2-1-1 0 0,1 0 0 0 0,-19 25 0 0 0,11-21 5 0 0,-1-1 0 0 0,0 0 0 0 0,-1-2-1 0 0,-1 0 1 0 0,-1-1 0 0 0,0 0 0 0 0,-1-2-1 0 0,-1-1 1 0 0,-40 19 0 0 0,22-20-512 0 0,54-48-13802 0 0,-3 21 9917 0 0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5:15.1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184 108 4080 0 0,'-21'8'4928'0'0,"13"0"-4460"0"0,-1 1-1 0 0,1 0 0 0 0,1 0 1 0 0,0 0-1 0 0,0 1 0 0 0,0 0 1 0 0,2 0-1 0 0,-1 1 0 0 0,1-1 1 0 0,1 1-1 0 0,-5 15 0 0 0,2 0 477 0 0,1 0-1 0 0,1 1 0 0 0,-3 49 1 0 0,8-68-758 0 0,0 0 0 0 0,0-1 0 0 0,1 1 0 0 0,0-1 0 0 0,0 1 0 0 0,1-1 0 0 0,0 1 0 0 0,0-1 1 0 0,0 0-1 0 0,1 0 0 0 0,5 9 0 0 0,-6-13-152 0 0,1 1-1 0 0,-1-1 1 0 0,1 0 0 0 0,-1 0-1 0 0,1 0 1 0 0,0 0 0 0 0,0 0 0 0 0,0-1-1 0 0,1 1 1 0 0,-1-1 0 0 0,1 0 0 0 0,-1 0-1 0 0,1 0 1 0 0,0 0 0 0 0,-1-1 0 0 0,1 0-1 0 0,0 1 1 0 0,0-1 0 0 0,0-1-1 0 0,0 1 1 0 0,0-1 0 0 0,7 1 0 0 0,0-2 31 0 0,0 0 1 0 0,1 0-1 0 0,-1-1 0 0 0,-1-1 1 0 0,1 1-1 0 0,0-2 1 0 0,-1 0-1 0 0,1 0 1 0 0,-1-1-1 0 0,0 0 1 0 0,-1 0-1 0 0,1-1 1 0 0,-1-1-1 0 0,0 0 1 0 0,-1 0-1 0 0,1 0 1 0 0,-1-1-1 0 0,-1 0 0 0 0,0-1 1 0 0,0 0-1 0 0,10-16 1 0 0,-8 9 44 0 0,-1 1-1 0 0,0-1 1 0 0,-2 0 0 0 0,1-1-1 0 0,-2 0 1 0 0,0 1 0 0 0,-1-2-1 0 0,-1 1 1 0 0,0 0 0 0 0,-2-1-1 0 0,0 0 1 0 0,-1 1 0 0 0,-2-22-1 0 0,0 29-23 0 0,0-1 0 0 0,-1 1 0 0 0,-1-1-1 0 0,0 1 1 0 0,0 0 0 0 0,-1 0 0 0 0,0 1 0 0 0,-9-14-1 0 0,11 19-51 0 0,0 0 0 0 0,0-1-1 0 0,-1 1 1 0 0,0 0-1 0 0,0 1 1 0 0,0-1 0 0 0,0 1-1 0 0,-1-1 1 0 0,1 1 0 0 0,-1 1-1 0 0,0-1 1 0 0,1 1-1 0 0,-1-1 1 0 0,-1 2 0 0 0,1-1-1 0 0,0 0 1 0 0,0 1 0 0 0,-1 0-1 0 0,1 0 1 0 0,0 1 0 0 0,-1-1-1 0 0,1 1 1 0 0,-1 0-1 0 0,1 1 1 0 0,-1-1 0 0 0,1 1-1 0 0,-10 3 1 0 0,0 0-204 0 0,0 1 0 0 0,1 1 0 0 0,0 0 0 0 0,0 1 0 0 0,0 0 0 0 0,1 1 0 0 0,0 1 0 0 0,-14 12 0 0 0,13-9-2233 0 0,2 0-1 0 0,0 0 1 0 0,0 2-1 0 0,1-1 0 0 0,-18 29 1 0 0,7-2-2662 0 0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5:15.4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85 0 4416 0 0,'-1'1'261'0'0,"1"0"-1"0"0,-1-1 1 0 0,0 1-1 0 0,0 0 1 0 0,1 0-1 0 0,-1 0 0 0 0,0 0 1 0 0,1-1-1 0 0,-1 1 1 0 0,1 0-1 0 0,-1 0 1 0 0,1 0-1 0 0,0 0 0 0 0,-1 0 1 0 0,1 0-1 0 0,0 0 1 0 0,0 1-1 0 0,-1-1 1 0 0,1 0-1 0 0,0 1 0 0 0,-4 32 1643 0 0,4-32-1619 0 0,-3 34 1610 0 0,0 0 785 0 0,-1 1-1 0 0,-13 51 1 0 0,13-78-2610 0 0,1 1 1 0 0,-2-1-1 0 0,0 1 1 0 0,-7 11-1 0 0,-2-3-4372 0 0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5:16.1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91 58 3688 0 0,'6'-29'4746'0'0,"0"1"3602"0"0,-7 45-6422 0 0,-26 189 2335 0 0,13-126-3541 0 0,-4 136-1 0 0,18-204-538 0 0,0 33-539 0 0,-1-41-114 0 0,-2-31-2304 0 0,-1-18-4711 0 0,-4-23 9982 0 0,0-4 3074 0 0,3 25-8950 0 0,-1-18 2489 0 0,3 44 633 0 0,1 0 1 0 0,0-1 0 0 0,2 1 0 0 0,0 0-1 0 0,1-1 1 0 0,8-38 0 0 0,-8 57 264 0 0,0 1 0 0 0,-1 0 0 0 0,1 0 0 0 0,0 0 1 0 0,1 0-1 0 0,-1 0 0 0 0,0 0 0 0 0,0 0 0 0 0,1 0 0 0 0,-1 0 0 0 0,1 1 1 0 0,0-1-1 0 0,-1 1 0 0 0,1-1 0 0 0,0 1 0 0 0,0-1 0 0 0,0 1 1 0 0,0 0-1 0 0,4-1 0 0 0,-2 0 91 0 0,1 1 1 0 0,0 0-1 0 0,-1 0 0 0 0,1 0 1 0 0,0 1-1 0 0,0 0 0 0 0,0 0 1 0 0,-1 0-1 0 0,7 1 0 0 0,6 3 427 0 0,1 0 0 0 0,-1 0 1 0 0,0 2-1 0 0,17 8 0 0 0,-18-7-147 0 0,0 1 0 0 0,-1 1 0 0 0,0 1 0 0 0,17 13 0 0 0,-24-16-254 0 0,1 0 1 0 0,-2 0-1 0 0,1 1 0 0 0,-1 0 0 0 0,0 0 0 0 0,-1 1 0 0 0,0 0 0 0 0,0 0 0 0 0,-1 1 0 0 0,0-1 1 0 0,-1 1-1 0 0,0 0 0 0 0,0 0 0 0 0,-1 1 0 0 0,-1-1 0 0 0,1 1 0 0 0,-2-1 0 0 0,1 1 1 0 0,-2 0-1 0 0,1 0 0 0 0,-2-1 0 0 0,1 1 0 0 0,-3 11 0 0 0,1-9-25 0 0,-1-1 0 0 0,-1 1-1 0 0,0 0 1 0 0,-1-1 0 0 0,0 0-1 0 0,-1 0 1 0 0,0-1 0 0 0,-1 1-1 0 0,0-1 1 0 0,-11 12 0 0 0,0-2 61 0 0,-1-1 1 0 0,-1-1-1 0 0,-41 29 1 0 0,35-26 55 0 0,9-7-1594 0 0,6-6-2804 0 0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5:16.5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 4168 0 0,'2'-3'4338'0'0,"7"-2"-2765"0"0,5 7-967 0 0,-1 0-1 0 0,0 1 1 0 0,0 1 0 0 0,0 0 0 0 0,0 1 0 0 0,0 0-1 0 0,-1 1 1 0 0,20 12 0 0 0,-13-7-10 0 0,0-1-132 0 0,-1 1-1 0 0,-1 1 0 0 0,0 0 0 0 0,0 1 0 0 0,-1 1 0 0 0,-1 1 0 0 0,-1 0 0 0 0,0 1 0 0 0,-1 0 0 0 0,0 1 0 0 0,12 22 0 0 0,-17-22-299 0 0,0-1 0 0 0,-1 1 1 0 0,0 1-1 0 0,-1-1 1 0 0,-1 1-1 0 0,-1 0 0 0 0,-1 1 1 0 0,0-1-1 0 0,-2 0 0 0 0,0 1 1 0 0,-1-1-1 0 0,0 1 0 0 0,-4 19 1 0 0,-2-8 114 0 0,-1-1 1 0 0,-1-1-1 0 0,-1 1 1 0 0,-2-1 0 0 0,0-1-1 0 0,-26 43 1 0 0,-36 39-1715 0 0,-9-12-8155 0 0,56-70 4618 0 0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5:21.5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221 545 3240 0 0,'6'10'11281'0'0,"-3"-13"-10914"0"0,1 0 0 0 0,-1 0 1 0 0,0-1-1 0 0,0 1 0 0 0,-1-1 1 0 0,1 1-1 0 0,-1-1 0 0 0,0 0 1 0 0,1 0-1 0 0,-2 0 0 0 0,3-7 1 0 0,-3 9-298 0 0,0 0 0 0 0,0 0 0 0 0,0-1 1 0 0,0 1-1 0 0,-1 0 0 0 0,1 0 0 0 0,-1-1 1 0 0,0 1-1 0 0,1-1 0 0 0,-1 1 0 0 0,0 0 1 0 0,0-1-1 0 0,-1 1 0 0 0,1 0 0 0 0,0-1 1 0 0,-1 1-1 0 0,1 0 0 0 0,-1-1 1 0 0,0 1-1 0 0,0 0 0 0 0,0 0 0 0 0,-2-4 1 0 0,1 5-33 0 0,0 0 0 0 0,1 0 0 0 0,-1 0 0 0 0,0 1-1 0 0,0-1 1 0 0,0 0 0 0 0,0 1 0 0 0,0 0 0 0 0,0-1 0 0 0,0 1 0 0 0,0 0 0 0 0,0 0 0 0 0,0 0 0 0 0,0 0 0 0 0,-1 0 0 0 0,1 0 0 0 0,0 1 0 0 0,0-1 0 0 0,0 1 0 0 0,0-1 0 0 0,1 1 0 0 0,-5 2 0 0 0,-40 22 307 0 0,33-17-289 0 0,0 2 1 0 0,1-1-1 0 0,0 2 0 0 0,1 0 0 0 0,0 0 0 0 0,1 1 0 0 0,0 0 0 0 0,-13 22 0 0 0,16-22-21 0 0,1 0 0 0 0,0 1 0 0 0,1 0 0 0 0,1 0 0 0 0,0 0 0 0 0,-3 15 0 0 0,4-13 11 0 0,1 0-1 0 0,0 0 0 0 0,1 0 0 0 0,1 0 1 0 0,0 1-1 0 0,1-1 0 0 0,4 20 0 0 0,-4-29-24 0 0,1 0 1 0 0,0-1-1 0 0,0 1 0 0 0,0-1 0 0 0,1 1 0 0 0,0-1 1 0 0,0 0-1 0 0,0 0 0 0 0,0 0 0 0 0,1 0 0 0 0,0-1 1 0 0,0 0-1 0 0,0 0 0 0 0,1 0 0 0 0,-1 0 0 0 0,1 0 0 0 0,0-1 1 0 0,0 0-1 0 0,0 0 0 0 0,1 0 0 0 0,10 3 0 0 0,-2-1 4 0 0,2-1 0 0 0,-1 0 0 0 0,0-1 0 0 0,1-1 0 0 0,-1 0 0 0 0,1-1 0 0 0,0-1-1 0 0,-1 0 1 0 0,1-2 0 0 0,-1 1 0 0 0,1-2 0 0 0,-1 0 0 0 0,0-1 0 0 0,0 0-1 0 0,29-13 1 0 0,-22 6-83 0 0,0-1 0 0 0,0-1 0 0 0,-1-1 0 0 0,-1-1 0 0 0,-1 0 0 0 0,0-2-1 0 0,-1 0 1 0 0,-1-1 0 0 0,20-26 0 0 0,1-9-161 0 0,-2-3-1 0 0,-2-1 1 0 0,42-99 0 0 0,6-33-268 0 0,-79 180 464 0 0,11-22-102 0 0,-1-1-1 0 0,-2 0 1 0 0,-2-1-1 0 0,10-56 1 0 0,-20 89 126 0 0,1 1 1 0 0,0-1-1 0 0,0 0 1 0 0,-1 0-1 0 0,1 1 0 0 0,0-1 1 0 0,-1 0-1 0 0,1 1 1 0 0,0-1-1 0 0,-1 0 1 0 0,1 0-1 0 0,0 0 0 0 0,-1 1 1 0 0,1-1-1 0 0,0 0 1 0 0,-1 0-1 0 0,1 0 1 0 0,-1 0-1 0 0,1 0 0 0 0,-1 0 1 0 0,1 0-1 0 0,0 0 1 0 0,-1 0-1 0 0,1 0 1 0 0,-1 0-1 0 0,1 0 0 0 0,0 0 1 0 0,-1 0-1 0 0,1 0 1 0 0,-1 0-1 0 0,1-1 1 0 0,0 1-1 0 0,-1 0 0 0 0,1 0 1 0 0,-1 0-1 0 0,1-1 1 0 0,0 1-1 0 0,-1 0 1 0 0,1 0-1 0 0,0-1 0 0 0,0 1 1 0 0,-1 0-1 0 0,1-1 1 0 0,0 1-1 0 0,0 0 1 0 0,-1-1-1 0 0,1 1 0 0 0,0 0 1 0 0,0-1-1 0 0,0 1 1 0 0,-1 0-1 0 0,1-1 1 0 0,0 1-1 0 0,0-1 0 0 0,0 1 1 0 0,0-1-1 0 0,0 1 1 0 0,0 0-1 0 0,0-1 0 0 0,0 1 1 0 0,0-1-1 0 0,0 1 1 0 0,0 0-1 0 0,0-1 1 0 0,1 1-1 0 0,-1-1 0 0 0,0 1 1 0 0,0-1-1 0 0,-22 22 134 0 0,8-2-50 0 0,2 0-1 0 0,0 0 0 0 0,1 1 1 0 0,-11 32-1 0 0,-27 91 225 0 0,28-76-172 0 0,-93 322 537 0 0,109-370-587 0 0,1 1 0 0 0,0 0 0 0 0,-1 33 0 0 0,5-53-85 0 0,0 0 0 0 0,0 0 0 0 0,0 0 0 0 0,0 0 0 0 0,0 1 0 0 0,0-1 1 0 0,0 0-1 0 0,0 0 0 0 0,0 0 0 0 0,0 0 0 0 0,0 1 0 0 0,0-1 0 0 0,0 0 0 0 0,0 0 0 0 0,0 0 1 0 0,0 0-1 0 0,0 1 0 0 0,0-1 0 0 0,0 0 0 0 0,0 0 0 0 0,0 0 0 0 0,1 0 0 0 0,-1 1 0 0 0,0-1 0 0 0,0 0 1 0 0,0 0-1 0 0,0 0 0 0 0,0 0 0 0 0,0 0 0 0 0,1 0 0 0 0,-1 0 0 0 0,0 1 0 0 0,0-1 0 0 0,0 0 1 0 0,0 0-1 0 0,1 0 0 0 0,-1 0 0 0 0,0 0 0 0 0,0 0 0 0 0,0 0 0 0 0,0 0 0 0 0,1 0 0 0 0,-1 0 1 0 0,0 0-1 0 0,0 0 0 0 0,0 0 0 0 0,0 0 0 0 0,1 0 0 0 0,10-7 64 0 0,11-14-2 0 0,-21 20-63 0 0,72-79 103 0 0,-13 13-38 0 0,68-59 1 0 0,-123 121-55 0 0,0 1 0 0 0,0 0 0 0 0,1 0 0 0 0,0 0 0 0 0,6-2 0 0 0,-12 6-7 0 0,1-1 0 0 0,0 1 0 0 0,-1 0-1 0 0,1 0 1 0 0,0-1 0 0 0,-1 1 0 0 0,1 0-1 0 0,0 0 1 0 0,-1 0 0 0 0,1 0 0 0 0,0 0-1 0 0,0 0 1 0 0,-1 0 0 0 0,1 0 0 0 0,0 0-1 0 0,-1 1 1 0 0,1-1 0 0 0,0 0 0 0 0,-1 0-1 0 0,1 1 1 0 0,0-1 0 0 0,0 1 0 0 0,0 0 2 0 0,0 0 0 0 0,-1 0 0 0 0,1 0 1 0 0,-1 0-1 0 0,1 0 0 0 0,0 0 0 0 0,-1 0 1 0 0,0 0-1 0 0,1 0 0 0 0,-1 1 0 0 0,0-1 1 0 0,1 0-1 0 0,-1 0 0 0 0,0 0 0 0 0,0 1 1 0 0,0-1-1 0 0,0 2 0 0 0,-1 68 297 0 0,4 108 409 0 0,-3-177-704 0 0,0 0 0 0 0,0 0 0 0 0,0 0 0 0 0,0-1 1 0 0,1 1-1 0 0,-1 0 0 0 0,1 0 0 0 0,-1-1 0 0 0,1 1 0 0 0,0 0 0 0 0,0-1 0 0 0,0 1 1 0 0,0-1-1 0 0,0 1 0 0 0,0-1 0 0 0,0 1 0 0 0,0-1 0 0 0,1 0 0 0 0,-1 1 0 0 0,0-1 1 0 0,1 0-1 0 0,1 1 0 0 0,0-1-21 0 0,0 1 1 0 0,0-1-1 0 0,0-1 1 0 0,0 1 0 0 0,1 0-1 0 0,-1-1 1 0 0,0 1-1 0 0,0-1 1 0 0,0 0-1 0 0,1 0 1 0 0,4-1-1 0 0,4-1-78 0 0,0-1-1 0 0,0 0 0 0 0,-1-1 0 0 0,0 0 0 0 0,19-10 0 0 0,-14 5-29 0 0,0-1-1 0 0,-1 0 0 0 0,-1-1 0 0 0,0-1 1 0 0,0-1-1 0 0,16-19 0 0 0,60-91-966 0 0,-79 107 860 0 0,-11 16 223 0 0,0 0-1 0 0,0 0 0 0 0,0 0 0 0 0,0 0 1 0 0,0 0-1 0 0,0 0 0 0 0,0 0 0 0 0,0 0 1 0 0,0 0-1 0 0,0 0 0 0 0,0 0 0 0 0,0 0 1 0 0,0 1-1 0 0,0-1 0 0 0,0 0 1 0 0,1 0-1 0 0,-1 0 0 0 0,0 0 0 0 0,0 0 1 0 0,0 0-1 0 0,0 0 0 0 0,0 0 0 0 0,0 0 1 0 0,0 0-1 0 0,0 0 0 0 0,0 0 0 0 0,0 0 1 0 0,0 0-1 0 0,0 0 0 0 0,0 0 0 0 0,0 0 1 0 0,0 0-1 0 0,0 1 0 0 0,0-1 0 0 0,1 0 1 0 0,-1 0-1 0 0,0 0 0 0 0,0 0 0 0 0,0 0 1 0 0,0 0-1 0 0,0 0 0 0 0,0 0 0 0 0,0 0 1 0 0,0 0-1 0 0,0 0 0 0 0,0 0 1 0 0,0 0-1 0 0,0 0 0 0 0,0 0 0 0 0,1 0 1 0 0,-1-1-1 0 0,0 1 0 0 0,0 0 0 0 0,0 0 1 0 0,0 0-1 0 0,0 0 0 0 0,0 0 0 0 0,0 0 1 0 0,0 13-98 0 0,-3 16 41 0 0,-4 21 82 0 0,-1 61 1 0 0,8-109-15 0 0,0 0 1 0 0,0 0-1 0 0,0 0 1 0 0,0 0-1 0 0,0 0 0 0 0,1-1 1 0 0,-1 1-1 0 0,0 0 1 0 0,1 0-1 0 0,0 0 0 0 0,-1-1 1 0 0,1 1-1 0 0,0 0 1 0 0,0-1-1 0 0,0 1 0 0 0,0 0 1 0 0,0-1-1 0 0,0 0 1 0 0,1 1-1 0 0,-1-1 0 0 0,0 0 1 0 0,1 1-1 0 0,-1-1 1 0 0,3 1-1 0 0,-1-1 11 0 0,0 0 0 0 0,0 0 0 0 0,0 0 0 0 0,1 0-1 0 0,-1 0 1 0 0,0-1 0 0 0,1 0 0 0 0,-1 1 0 0 0,0-1 0 0 0,1-1 0 0 0,-1 1 0 0 0,5-1-1 0 0,3-2 45 0 0,0 1 0 0 0,0-2 0 0 0,-1 1 0 0 0,1-1 0 0 0,-1-1 0 0 0,0 0 0 0 0,12-8 0 0 0,-16 7-12 0 0,0 1-1 0 0,0-1 1 0 0,-1 0-1 0 0,0 0 1 0 0,-1-1-1 0 0,1 0 1 0 0,-1 0-1 0 0,0 0 1 0 0,-1 0-1 0 0,0 0 1 0 0,0-1-1 0 0,0 1 1 0 0,-1-1-1 0 0,0 0 1 0 0,-1 0-1 0 0,0 0 1 0 0,0 0-1 0 0,0 0 1 0 0,-1 0-1 0 0,-1 0 1 0 0,1 0-1 0 0,-1 1 1 0 0,0-1-1 0 0,-4-10 1 0 0,3 14-32 0 0,0 0-1 0 0,0 0 1 0 0,0 0 0 0 0,-1 0-1 0 0,0 1 1 0 0,1-1 0 0 0,-1 1-1 0 0,-1 0 1 0 0,1 0 0 0 0,0 0 0 0 0,-1 0-1 0 0,1 0 1 0 0,-1 1 0 0 0,0 0-1 0 0,0-1 1 0 0,0 2 0 0 0,0-1-1 0 0,0 0 1 0 0,-1 1 0 0 0,1 0 0 0 0,0 0-1 0 0,-1 0 1 0 0,1 0 0 0 0,-6 1-1 0 0,-2-2 1 0 0,1 1-1 0 0,-1 1 0 0 0,0 0 1 0 0,0 1-1 0 0,0 0 1 0 0,0 1-1 0 0,1 0 0 0 0,-12 4 1 0 0,22-6-17 0 0,1 0 0 0 0,-1 0 0 0 0,1 1 0 0 0,-1-1 1 0 0,1 0-1 0 0,-1 0 0 0 0,1 0 0 0 0,0 0 1 0 0,-1 0-1 0 0,1 1 0 0 0,-1-1 0 0 0,1 0 0 0 0,0 0 1 0 0,-1 1-1 0 0,1-1 0 0 0,-1 0 0 0 0,1 1 0 0 0,0-1 1 0 0,0 0-1 0 0,-1 1 0 0 0,1-1 0 0 0,0 1 1 0 0,0-1-1 0 0,-1 0 0 0 0,1 1 0 0 0,0-1 0 0 0,0 1 1 0 0,0-1-1 0 0,0 1 0 0 0,-1 0 0 0 0,11 9 11 0 0,19 2 1 0 0,0-7-13 0 0,1-1 1 0 0,0-1-1 0 0,0-2 1 0 0,0-1-1 0 0,47-7 1 0 0,7 2-2 0 0,-74 4 2 0 0,8 0 10 0 0,-1 1-1 0 0,1 0 1 0 0,0 1 0 0 0,-1 1 0 0 0,24 6-1 0 0,-38-7-8 0 0,0-1 1 0 0,0 1-1 0 0,0 1 0 0 0,0-1 0 0 0,0 0 0 0 0,0 1 0 0 0,0 0 1 0 0,0-1-1 0 0,-1 1 0 0 0,1 0 0 0 0,-1 0 0 0 0,0 1 0 0 0,1-1 0 0 0,-1 0 1 0 0,0 1-1 0 0,0 0 0 0 0,-1-1 0 0 0,1 1 0 0 0,-1 0 0 0 0,1 0 1 0 0,-1 0-1 0 0,0 0 0 0 0,0 0 0 0 0,0 0 0 0 0,0 0 0 0 0,0 0 0 0 0,-1 0 1 0 0,0 0-1 0 0,1 1 0 0 0,-1-1 0 0 0,0 0 0 0 0,-1 0 0 0 0,1 0 0 0 0,0 1 1 0 0,-1-1-1 0 0,-1 4 0 0 0,-15 37 453 0 0,18-48-431 0 0,1 0 0 0 0,0 0 0 0 0,1 0 0 0 0,-1 0 0 0 0,0 0 0 0 0,1 1 0 0 0,0-1 0 0 0,0 1 0 0 0,5-5 0 0 0,37-28 78 0 0,-27 22-71 0 0,10-9 22 0 0,0 1 0 0 0,2 2-1 0 0,0 1 1 0 0,1 1 0 0 0,1 1 0 0 0,1 2-1 0 0,60-18 1 0 0,-92 32-39 0 0,0 1-1 0 0,0-1 1 0 0,0 1 0 0 0,0 0-1 0 0,0-1 1 0 0,0 1 0 0 0,0 0-1 0 0,0 0 1 0 0,1 0 0 0 0,-1-1-1 0 0,0 1 1 0 0,0 1 0 0 0,0-1 0 0 0,0 0-1 0 0,0 0 1 0 0,1 0 0 0 0,-1 1-1 0 0,0-1 1 0 0,0 0 0 0 0,0 1-1 0 0,0-1 1 0 0,0 1 0 0 0,0-1-1 0 0,0 1 1 0 0,0 0 0 0 0,0-1-1 0 0,0 1 1 0 0,-1 0 0 0 0,1 0-1 0 0,1 1 1 0 0,-1 1 62 0 0,0 1 1 0 0,0-1-1 0 0,0 1 1 0 0,-1-1-1 0 0,1 1 1 0 0,-1 0-1 0 0,0-1 1 0 0,-1 6-1 0 0,1 3 37 0 0,-1 117 1624 0 0,0 2-3825 0 0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5:21.7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26 5256 0 0,'4'-2'8477'0'0,"18"-8"-5708"0"0,-11 8-1306 0 0,-2-1-380 0 0,1 0 1 0 0,-1 1 0 0 0,1 1 0 0 0,0 0 0 0 0,-1 0-1 0 0,1 1 1 0 0,0 0 0 0 0,15 2 0 0 0,-21 0-2187 0 0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5:35.4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587 210 2700 0 0,'3'35'10368'0'0,"2"1"-6159"0"0,2 35-1530 0 0,-7-70-2647 0 0,-1 0 0 0 0,1 0-1 0 0,0 0 1 0 0,0 0 0 0 0,0 0-1 0 0,0 0 1 0 0,0 0 0 0 0,0 0-1 0 0,0 0 1 0 0,0 0 0 0 0,0 0-1 0 0,1 0 1 0 0,-1 0 0 0 0,0 0-1 0 0,1 0 1 0 0,-1 0 0 0 0,0 0-1 0 0,1-1 1 0 0,-1 1 0 0 0,1 0-1 0 0,-1 0 1 0 0,1 0 0 0 0,0-1-1 0 0,-1 1 1 0 0,1 0 0 0 0,0 0-1 0 0,0-1 1 0 0,-1 1 0 0 0,1-1-1 0 0,0 1 1 0 0,0-1 0 0 0,0 1-1 0 0,0-1 1 0 0,0 1 0 0 0,0-1-1 0 0,-1 0 1 0 0,1 0 0 0 0,0 1-1 0 0,0-1 1 0 0,0 0 0 0 0,0 0-1 0 0,0 0 1 0 0,0 0 0 0 0,0 0-1 0 0,0 0 1 0 0,0 0 0 0 0,0-1-1 0 0,0 1 1 0 0,0 0 0 0 0,0 0-1 0 0,0-1 1 0 0,0 1 0 0 0,0-1-1 0 0,1 0 1 0 0,4-2 37 0 0,0 0 0 0 0,0 0 1 0 0,0-1-1 0 0,0 0 0 0 0,0 0 0 0 0,7-8 1 0 0,-2 0 28 0 0,-1 0 0 0 0,0 0 1 0 0,-1-2-1 0 0,0 1 0 0 0,-1-1 1 0 0,0 0-1 0 0,8-23 0 0 0,-14 31-62 0 0,0 1-1 0 0,-1-1 0 0 0,0 0 0 0 0,0 0 0 0 0,-1 0 0 0 0,1 1 0 0 0,-1-1 0 0 0,0 0 0 0 0,-1 0 0 0 0,1 0 1 0 0,-1 0-1 0 0,-1 0 0 0 0,1 1 0 0 0,-1-1 0 0 0,0 0 0 0 0,0 1 0 0 0,0-1 0 0 0,-1 1 0 0 0,0 0 0 0 0,0 0 1 0 0,0 0-1 0 0,-1 0 0 0 0,0 1 0 0 0,-7-8 0 0 0,3 4-15 0 0,0 1 0 0 0,0 0 0 0 0,-1 1 0 0 0,0 0 0 0 0,0 1 1 0 0,-1-1-1 0 0,1 2 0 0 0,-1-1 0 0 0,0 1 0 0 0,0 1 0 0 0,-1 0 0 0 0,-17-3 0 0 0,14 5 3 0 0,0 1 1 0 0,0 0-1 0 0,-1 1 0 0 0,1 0 0 0 0,0 1 0 0 0,0 1 0 0 0,0 0 1 0 0,1 1-1 0 0,-1 0 0 0 0,1 1 0 0 0,0 1 0 0 0,0 0 1 0 0,1 1-1 0 0,-23 16 0 0 0,-6 8 33 0 0,2 1 1 0 0,-62 67 0 0 0,82-77-33 0 0,0 1 1 0 0,1 0 0 0 0,1 2-1 0 0,2 0 1 0 0,0 0 0 0 0,2 1 0 0 0,0 1-1 0 0,2 1 1 0 0,1-1 0 0 0,2 1-1 0 0,0 1 1 0 0,2 0 0 0 0,1 0-1 0 0,2 0 1 0 0,0 0 0 0 0,3 40 0 0 0,0-63 0 0 0,0 0 0 0 0,1 1 0 0 0,0-1 0 0 0,0 0 1 0 0,1 0-1 0 0,0 0 0 0 0,0 0 0 0 0,0-1 0 0 0,0 1 1 0 0,1 0-1 0 0,0-1 0 0 0,1 0 0 0 0,-1 0 0 0 0,8 9 1 0 0,-5-8 20 0 0,1-1 1 0 0,-1 0-1 0 0,1 0 1 0 0,0-1-1 0 0,0 0 1 0 0,0 0 0 0 0,0-1-1 0 0,1 0 1 0 0,0 0-1 0 0,14 3 1 0 0,22 2 146 0 0,0-2-1 0 0,1-2 1 0 0,-1-2 0 0 0,79-7 0 0 0,-86 2-89 0 0,0-3 1 0 0,0-1 0 0 0,-1-1 0 0 0,40-15-1 0 0,133-68 252 0 0,-173 74-160 0 0,54-18 0 0 0,-72 32-862 0 0,8-3 2676 0 0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5:36.8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8 227 2828 0 0,'-1'-48'3374'0'0,"-1"26"-1812"0"0,2-1 0 0 0,1 1 1 0 0,6-40-1 0 0,-4 44-281 0 0,5-13 2604 0 0,-10 48-212 0 0,2 29-2569 0 0,0 1-679 0 0,-12 344 1326 0 0,12-112-979 0 0,-5 86 212 0 0,2-250-1349 0 0,3-115 363 0 0,-2-24-3833 0 0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5:37.1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1 237 3872 0 0,'0'-28'15555'0'0,"18"52"-12828"0"0,27 42-2863 0 0,-39-58 743 0 0,68 112 214 0 0,-42-64-301 0 0,79 99 0 0 0,-109-151-495 0 0,1-1 1 0 0,0 0-1 0 0,0 0 1 0 0,0 0-1 0 0,0 0 1 0 0,0-1-1 0 0,1 1 1 0 0,-1-1-1 0 0,1 0 1 0 0,0 0 0 0 0,-1 0-1 0 0,1-1 1 0 0,0 1-1 0 0,0-1 1 0 0,0 0-1 0 0,0 0 1 0 0,0 0-1 0 0,1 0 1 0 0,4-1-1 0 0,-4-1 2 0 0,0 0-1 0 0,0 0 0 0 0,0 0 0 0 0,0-1 0 0 0,-1 1 0 0 0,1-1 0 0 0,0-1 1 0 0,-1 1-1 0 0,0 0 0 0 0,1-1 0 0 0,-1 0 0 0 0,0 0 0 0 0,0-1 1 0 0,-1 1-1 0 0,7-8 0 0 0,11-14 83 0 0,-1-1 0 0 0,-1-1-1 0 0,30-55 1 0 0,33-98-495 0 0,-46 98-757 0 0,36-83-13141 0 0,-48 118 9271 0 0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5:40.4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64 79 4268 0 0,'-6'-78'12464'0'0,"3"152"-7171"0"0,-10 40-4247 0 0,2-20-578 0 0,4-23-194 0 0,-7 124 404 0 0,12-147-377 0 0,1-31-396 0 0,1-27-988 0 0,0-21-147 0 0,0-13-4249 0 0,-3 0-3377 0 0,0 22 4835 0 0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5:40.6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95 3264 0 0,'1'-3'290'0'0,"-1"1"1"0"0,1-1-1 0 0,0 1 0 0 0,0-1 0 0 0,0 1 0 0 0,1 0 0 0 0,-1 0 1 0 0,0-1-1 0 0,1 1 0 0 0,-1 0 0 0 0,1 0 0 0 0,4-3 0 0 0,23-20 1773 0 0,-22 20-1669 0 0,1 0 1 0 0,0 1 0 0 0,0 0-1 0 0,0 1 1 0 0,0-1-1 0 0,1 2 1 0 0,-1-1 0 0 0,1 1-1 0 0,0 0 1 0 0,0 1-1 0 0,0 0 1 0 0,0 1 0 0 0,18 0-1 0 0,-14 2 80 0 0,0 0-1 0 0,0 0 1 0 0,0 1 0 0 0,-1 1-1 0 0,1 0 1 0 0,-1 1-1 0 0,0 0 1 0 0,23 13 0 0 0,-24-11-201 0 0,1 0-1 0 0,-1 1 1 0 0,-1 0 0 0 0,0 0 0 0 0,0 1 0 0 0,0 1 0 0 0,-1-1 0 0 0,0 2-1 0 0,-1-1 1 0 0,-1 1 0 0 0,10 17 0 0 0,-8-9-108 0 0,-1 1 1 0 0,-1-1-1 0 0,-1 1 1 0 0,-1 0-1 0 0,-1 1 1 0 0,0-1-1 0 0,-1 1 1 0 0,-2 0-1 0 0,0-1 1 0 0,-1 1-1 0 0,-4 29 1 0 0,1-37-86 0 0,0-1 1 0 0,0 1 0 0 0,-1-1 0 0 0,-1 0 0 0 0,0 0-1 0 0,-1 0 1 0 0,0-1 0 0 0,-1 1 0 0 0,0-2 0 0 0,-1 1-1 0 0,0-1 1 0 0,0 0 0 0 0,-1-1 0 0 0,-11 10 0 0 0,-3-2 26 0 0,-1 0 1 0 0,0-1-1 0 0,-1-2 0 0 0,-1 0 1 0 0,-31 11-1 0 0,54-24-396 0 0,-19 8-1728 0 0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5:41.3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6 149 3904 0 0,'0'-99'6637'0'0,"0"50"4805"0"0,0 507-8177 0 0,0-153-2127 0 0,-6-193-2646 0 0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5:41.5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1 208 3504 0 0,'8'-26'5908'0'0,"-7"25"-5797"0"0,-1 1 1 0 0,0-1-1 0 0,1 1 0 0 0,-1-1 1 0 0,0 1-1 0 0,1 0 0 0 0,-1-1 1 0 0,1 1-1 0 0,-1-1 0 0 0,1 1 0 0 0,-1 0 1 0 0,1-1-1 0 0,-1 1 0 0 0,1 0 1 0 0,-1-1-1 0 0,1 1 0 0 0,0 0 0 0 0,-1 0 1 0 0,1 0-1 0 0,-1-1 0 0 0,1 1 1 0 0,0 0-1 0 0,-1 0 0 0 0,1 0 0 0 0,-1 0 1 0 0,1 0-1 0 0,0 0 0 0 0,-1 0 1 0 0,1 1-1 0 0,-1-1 0 0 0,1 0 0 0 0,0 0 1 0 0,-1 0-1 0 0,1 0 0 0 0,-1 1 1 0 0,1-1-1 0 0,-1 0 0 0 0,1 1 0 0 0,0-1 1 0 0,-1 0-1 0 0,0 1 0 0 0,1-1 1 0 0,-1 1-1 0 0,1-1 0 0 0,-1 1 0 0 0,1-1 1 0 0,-1 1-1 0 0,0-1 0 0 0,1 1 1 0 0,-1-1-1 0 0,0 1 0 0 0,0-1 0 0 0,1 2 1 0 0,13 38 2080 0 0,-12-32-1619 0 0,4 11 377 0 0,1 9-112 0 0,1-1-1 0 0,2-1 1 0 0,0 0 0 0 0,18 31-1 0 0,-24-51-754 0 0,0 0-1 0 0,0 0 0 0 0,0 0 1 0 0,1-1-1 0 0,0 1 1 0 0,0-1-1 0 0,0 0 0 0 0,1-1 1 0 0,0 1-1 0 0,0-1 0 0 0,0 0 1 0 0,0-1-1 0 0,1 1 0 0 0,-1-1 1 0 0,1 0-1 0 0,0-1 0 0 0,-1 0 1 0 0,1 0-1 0 0,1 0 0 0 0,-1-1 1 0 0,12 1-1 0 0,-7-2-40 0 0,0-1 1 0 0,0 1-1 0 0,-1-2 1 0 0,1 0-1 0 0,0 0 1 0 0,-1-1-1 0 0,0 0 1 0 0,1-1 0 0 0,-1 0-1 0 0,0-1 1 0 0,11-7-1 0 0,-6 2 193 0 0,-1-1 0 0 0,0 0 0 0 0,-1-1 0 0 0,0-1 0 0 0,-1 0 1 0 0,16-21-1 0 0,-5 3-882 0 0,-2-2 0 0 0,21-39 0 0 0,24-64-9604 0 0,-46 91 5219 0 0,-2 2-1 0 0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5:45.5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413 8 4840 0 0,'-4'-7'2173'0'0,"-10"7"-147"0"0,-8 8-398 0 0,11-2-1198 0 0,2 1 0 0 0,-1 0 0 0 0,1 0-1 0 0,0 1 1 0 0,1 0 0 0 0,0 1 0 0 0,0 0 0 0 0,-12 19 0 0 0,-3 8 727 0 0,-19 43-1 0 0,33-61-804 0 0,-35 81 883 0 0,5 3 0 0 0,-34 136 1 0 0,60-190-1101 0 0,9-27-26 0 0,-2 0-1 0 0,-16 39 0 0 0,22-60-106 0 0,0 0 1 0 0,0 0-1 0 0,0 0 1 0 0,0 0-1 0 0,0 0 1 0 0,0 0-1 0 0,0-1 1 0 0,0 1-1 0 0,0 0 1 0 0,0 0-1 0 0,0 0 1 0 0,0 0-1 0 0,-1 0 1 0 0,1 0-1 0 0,0 0 1 0 0,0 0-1 0 0,0 0 1 0 0,0 0-1 0 0,0 0 1 0 0,0 0-1 0 0,0 0 1 0 0,0 0-1 0 0,0 0 1 0 0,0 0-1 0 0,0 0 1 0 0,-1 0-1 0 0,1 0 1 0 0,0 0-1 0 0,0 0 1 0 0,0 0-1 0 0,0 0 1 0 0,0 0-1 0 0,0 0 1 0 0,0 0-1 0 0,0 0 1 0 0,0 0-1 0 0,0 0 1 0 0,0 0-1 0 0,-1 0 1 0 0,1 0 0 0 0,0 0-1 0 0,0 0 1 0 0,0 0-1 0 0,0 0 1 0 0,0 0-1 0 0,0 0 1 0 0,0 0-1 0 0,0 0 1 0 0,0 0-1 0 0,0 0 1 0 0,0 1-1 0 0,0-1 1 0 0,0 0-1 0 0,0 0 1 0 0,0 0-1 0 0,0 0 1 0 0,-1 0-1 0 0,1 0 1 0 0,0 0-1 0 0,0 0 1 0 0,0 0-1 0 0,0 0 1 0 0,0 0-1 0 0,0 1 1 0 0,0-1-1 0 0,-2-12 81 0 0,3-17 0 0 0,21-72 96 0 0,57-156-1 0 0,-34 122-98 0 0,-41 122-70 0 0,1-1-1 0 0,1 1 0 0 0,0 1 0 0 0,1-1 1 0 0,0 1-1 0 0,9-12 0 0 0,-14 21 0 0 0,1 0-1 0 0,-1 1 1 0 0,1-1 0 0 0,-1 1-1 0 0,1 0 1 0 0,0 0-1 0 0,0 0 1 0 0,0 0 0 0 0,0 0-1 0 0,0 0 1 0 0,0 1-1 0 0,0-1 1 0 0,4 0-1 0 0,-5 2 4 0 0,1 0 0 0 0,-1-1-1 0 0,1 1 1 0 0,-1 0 0 0 0,1 1-1 0 0,-1-1 1 0 0,1 0 0 0 0,-1 1-1 0 0,1 0 1 0 0,-1-1 0 0 0,0 1-1 0 0,1 0 1 0 0,-1 0 0 0 0,0 0-1 0 0,0 0 1 0 0,0 1 0 0 0,0-1-1 0 0,0 1 1 0 0,0-1 0 0 0,3 4-1 0 0,16 17 105 0 0,-1 0 0 0 0,-1 2 0 0 0,-1 0 0 0 0,-1 1-1 0 0,-1 0 1 0 0,18 40 0 0 0,59 171 539 0 0,-21 26 123 0 0,-65-245-6 0 0,-4-10-2658 0 0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5:45.6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2 119 4280 0 0,'-2'-12'6374'0'0,"3"11"-6258"0"0,34-5 2499 0 0,53-4 0 0 0,-19 3-1141 0 0,76-8 988 0 0,57-13 389 0 0,-154 21-2545 0 0,30-4-2040 0 0,-2-3-6052 0 0,-45 7 3262 0 0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5:48.8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160 98 3912 0 0,'0'-10'1819'0'0,"1"-4"443"0"0,-2 1 1 0 0,1 0-1 0 0,-22-34 9043 0 0,22 54-11278 0 0,1 0 1 0 0,-1 1-1 0 0,0-1 1 0 0,-1 0-1 0 0,-2 15 1 0 0,-1 7 45 0 0,-8 86 496 0 0,-49 207-1 0 0,9-70 662 0 0,50-240-1129 0 0,-2 16-7 0 0,4-28-99 0 0,0 0 1 0 0,0 0-1 0 0,0-1 1 0 0,0 1 0 0 0,0 0-1 0 0,1 0 1 0 0,-1 0-1 0 0,0 0 1 0 0,0 0 0 0 0,0 0-1 0 0,0 0 1 0 0,0 0 0 0 0,0 0-1 0 0,0 0 1 0 0,0 0-1 0 0,0 0 1 0 0,0 0 0 0 0,0 0-1 0 0,0 0 1 0 0,0 0-1 0 0,0 0 1 0 0,1 0 0 0 0,-1 0-1 0 0,0 0 1 0 0,0 0-1 0 0,0 0 1 0 0,0 0 0 0 0,0 0-1 0 0,0 0 1 0 0,0 0 0 0 0,0 0-1 0 0,0 0 1 0 0,0 0-1 0 0,0 0 1 0 0,1 0 0 0 0,-1 0-1 0 0,0 0 1 0 0,0 0-1 0 0,0 0 1 0 0,0 0 0 0 0,0 0-1 0 0,0 0 1 0 0,0 0 0 0 0,0 0-1 0 0,0 0 1 0 0,0 0-1 0 0,0 0 1 0 0,0 0 0 0 0,0 1-1 0 0,0-1 1 0 0,0 0-1 0 0,0 0 1 0 0,0 0 0 0 0,0 0-1 0 0,0 0 1 0 0,0 0 0 0 0,0 0-1 0 0,0 0 1 0 0,1 0-1 0 0,-1 0 1 0 0,0 0 0 0 0,0 0-1 0 0,0 1 1 0 0,0-1-1 0 0,-1 0 1 0 0,1 0 0 0 0,0 0-1 0 0,0 0 1 0 0,0 0-1 0 0,9-14-710 0 0,4-9-104 0 0,4-13-6129 0 0,-1 3-1348 0 0,-5 12 3535 0 0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5:49.3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411 58 3752 0 0,'1'-3'375'0'0,"0"0"0"0"0,1 0-1 0 0,-1 0 1 0 0,1 0 0 0 0,0 1-1 0 0,0-1 1 0 0,0 0-1 0 0,0 1 1 0 0,0 0 0 0 0,1-1-1 0 0,3-2 1 0 0,4-5 957 0 0,3-3 1149 0 0,-15 21-108 0 0,-14 23-233 0 0,-78 110 1948 0 0,-53 63-2459 0 0,29-43-866 0 0,117-159-754 0 0,-12 13 111 0 0,2 1-1 0 0,0 1 0 0 0,1 0 0 0 0,1 1 1 0 0,1-1-1 0 0,-10 29 0 0 0,18-44-98 0 0,-1 0-1 0 0,1 0 1 0 0,0-1-1 0 0,-1 1 1 0 0,1 0-1 0 0,0 0 1 0 0,0 0-1 0 0,1 0 1 0 0,-1 0-1 0 0,0-1 1 0 0,0 1 0 0 0,1 0-1 0 0,-1 0 1 0 0,1 0-1 0 0,0-1 1 0 0,0 1-1 0 0,-1 0 1 0 0,1-1-1 0 0,0 1 1 0 0,0 0-1 0 0,0-1 1 0 0,1 0-1 0 0,-1 1 1 0 0,0-1-1 0 0,1 1 1 0 0,-1-1 0 0 0,1 0-1 0 0,-1 0 1 0 0,1 0-1 0 0,-1 0 1 0 0,1 0-1 0 0,0 0 1 0 0,-1-1-1 0 0,1 1 1 0 0,0 0-1 0 0,0-1 1 0 0,2 1-1 0 0,10 2 92 0 0,0 0 0 0 0,1-1-1 0 0,-1-1 1 0 0,17 0-1 0 0,-23-1-71 0 0,187 0 757 0 0,-146-2-561 0 0,1-2 1 0 0,54-13-1 0 0,-78 9-72 0 0,-25 8-192 0 0,0 0 0 0 0,-1-1 1 0 0,1 1-1 0 0,0 0 0 0 0,0 0 0 0 0,-1 0 1 0 0,1 0-1 0 0,0-1 0 0 0,-1 1 0 0 0,1 0 0 0 0,0-1 1 0 0,-1 1-1 0 0,1 0 0 0 0,-1-1 0 0 0,1 1 1 0 0,0-1-1 0 0,-1 1 0 0 0,1-1 0 0 0,-1 1 1 0 0,1-1-1 0 0,-1 0 0 0 0,0 1 0 0 0,1-1 1 0 0,-1 0-1 0 0,0 1 0 0 0,1-1 0 0 0,-1 0 1 0 0,0 1-1 0 0,1-2 0 0 0,-7-2-1160 0 0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5:49.4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184 4 4176 0 0,'-2'-3'6600'0'0,"-58"170"2762"0"0,-35 83-4067 0 0,90-239-5336 0 0,1 1 0 0 0,-1 1 0 0 0,2-1 0 0 0,0 0 0 0 0,1 1 0 0 0,0 0 0 0 0,0 0 1 0 0,2-1-1 0 0,0 21 0 0 0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5:50.0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1375 270 3840 0 0,'-3'-3'259'0'0,"1"0"0"0"0,-1 0-1 0 0,1-1 1 0 0,0 1-1 0 0,0-1 1 0 0,0 1 0 0 0,0-1-1 0 0,1 0 1 0 0,-2-3-1 0 0,-7-17 610 0 0,0 8-261 0 0,0-1-1 0 0,-2 1 1 0 0,0 1-1 0 0,0 0 1 0 0,-1 1 0 0 0,-30-25-1 0 0,31 30-252 0 0,-1 1 0 0 0,0 0 0 0 0,-1 1 0 0 0,0 0 0 0 0,0 1 0 0 0,0 1 0 0 0,-1 0 0 0 0,0 1 0 0 0,-21-3 0 0 0,-8 2 35 0 0,0 2-1 0 0,0 1 1 0 0,-1 3-1 0 0,1 2 1 0 0,0 1-1 0 0,0 3 1 0 0,1 1-1 0 0,0 3 1 0 0,0 1-1 0 0,1 2 1 0 0,1 2-1 0 0,0 1 1 0 0,2 3-1 0 0,-63 40 1 0 0,76-41-289 0 0,1 2 1 0 0,1 0 0 0 0,1 2-1 0 0,-21 27 1 0 0,40-46-87 0 0,-18 23 67 0 0,2 1 0 0 0,0 1 1 0 0,2 1-1 0 0,1 1 1 0 0,1 0-1 0 0,2 1 0 0 0,-18 59 1 0 0,15-23 81 0 0,2 0 1 0 0,-8 118-1 0 0,18-137-76 0 0,3 0 1 0 0,2 0-1 0 0,2-1 0 0 0,2 1 1 0 0,2 0-1 0 0,17 63 0 0 0,-17-90-52 0 0,2 0 0 0 0,0 0 0 0 0,1-1 0 0 0,1 0-1 0 0,1 0 1 0 0,1-2 0 0 0,1 1 0 0 0,0-2 0 0 0,2 1 0 0 0,0-2 0 0 0,1 0-1 0 0,1-1 1 0 0,0-1 0 0 0,1 0 0 0 0,30 18 0 0 0,-12-12 12 0 0,2-3 1 0 0,0 0 0 0 0,0-3-1 0 0,2-1 1 0 0,64 13-1 0 0,-25-12 39 0 0,156 7 0 0 0,-184-20-77 0 0,0-3 1 0 0,1-2-1 0 0,-1-2 1 0 0,0-3 0 0 0,91-25-1 0 0,-109 23-16 0 0,-1-2 0 0 0,-1-1 0 0 0,0-2-1 0 0,-1-1 1 0 0,0-1 0 0 0,-1-1 0 0 0,-1-2-1 0 0,-1-1 1 0 0,42-42 0 0 0,-26 15-23 0 0,-1-1 0 0 0,-3-2 0 0 0,-2-2 0 0 0,48-91 1 0 0,-65 102 59 0 0,-1 0 0 0 0,-2-2 1 0 0,-2 0-1 0 0,-2 0 0 0 0,-2-2 1 0 0,-2 1-1 0 0,4-52 0 0 0,-12 72 63 0 0,-2 0-1 0 0,0-1 1 0 0,-2 1-1 0 0,0 0 1 0 0,-2 0-1 0 0,-1 1 1 0 0,-1-1-1 0 0,-1 1 1 0 0,-1 1 0 0 0,-1 0-1 0 0,-1 0 1 0 0,-1 0-1 0 0,-1 2 1 0 0,0 0-1 0 0,-2 0 1 0 0,-1 1-1 0 0,0 1 1 0 0,-21-18-1 0 0,16 18-363 0 0,0 0 0 0 0,-2 2 0 0 0,0 0 0 0 0,-1 2 0 0 0,0 1-1 0 0,-1 1 1 0 0,-1 0 0 0 0,-46-14 0 0 0,48 20-1007 0 0,0 1 0 0 0,0 2 0 0 0,-1 0 0 0 0,1 2 0 0 0,-1 0-1 0 0,-30 3 1 0 0,29 0-3602 0 0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7:01.3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 0 2336 0 0,'-21'34'7163'0'0,"20"-33"-6729"0"0,0 0-1 0 0,0 0 1 0 0,1 0-1 0 0,-1 0 1 0 0,0 0 0 0 0,1 0-1 0 0,0 1 1 0 0,-1-1-1 0 0,1 0 1 0 0,-1 0-1 0 0,1 1 1 0 0,0-1 0 0 0,0 0-1 0 0,0 0 1 0 0,0 1-1 0 0,0 0 1 0 0,1 0-339 0 0,0-1 1 0 0,1 0-1 0 0,-1 0 1 0 0,1-1-1 0 0,-1 1 1 0 0,0 0-1 0 0,1 0 0 0 0,-1-1 1 0 0,1 1-1 0 0,0-1 1 0 0,-1 1-1 0 0,1-1 1 0 0,-1 1-1 0 0,1-1 1 0 0,2 0-1 0 0,38 6 346 0 0,0-3 1 0 0,0-1-1 0 0,54-4 1 0 0,-21 0-126 0 0,16 1-8 0 0,214 5 615 0 0,-259-4-941 0 0,0-2 0 0 0,0-2-1 0 0,0-2 1 0 0,76-20 0 0 0,-115 25-39 0 0,-1 0 671 0 0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8T04:07:01.8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64 32 4400 0 0,'-30'-32'12634'0'0,"44"36"-11018"0"0,-7 0-1413 0 0,0 0 0 0 0,0 1-1 0 0,-1 0 1 0 0,1 0-1 0 0,-1 1 1 0 0,9 10-1 0 0,2 1-39 0 0,5 1-85 0 0,2 0 0 0 0,0-1 0 0 0,1-1 0 0 0,1-2 0 0 0,33 14 0 0 0,-43-20-50 0 0,-9-4-15 0 0,0 0 0 0 0,0 1 0 0 0,-1 0 0 0 0,1 1 0 0 0,-1-1 0 0 0,0 1 0 0 0,-1 0 0 0 0,1 1 0 0 0,-1-1 0 0 0,0 1 0 0 0,-1 0 0 0 0,0 0 0 0 0,0 1-1 0 0,5 13 1 0 0,-5-10 37 0 0,-1-1 0 0 0,0 1 0 0 0,0-1 0 0 0,-1 1-1 0 0,0 0 1 0 0,-1 0 0 0 0,0 0 0 0 0,-1 0 0 0 0,0 0-1 0 0,-4 18 1 0 0,1-15-8 0 0,-2-1-1 0 0,0 0 1 0 0,0 0-1 0 0,-1 0 1 0 0,-1-1-1 0 0,0 0 1 0 0,-1 0 0 0 0,0 0-1 0 0,-15 15 1 0 0,-14 13-151 0 0,-45 36 0 0 0,71-67 31 0 0,-6 6-76 0 0,-133 109-12900 0 0,106-95 8865 0 0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9T04:16:30.729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0,'3298'2198'0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9T04:17:59.686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1832 0,'3151'-1832'0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9T04:18:49.026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3900,'1'0,"0"0,0 0,0-1,0 1,1 0,-1-1,0 1,-1-1,1 1,0-1,0 0,0 1,0-1,0 0,1-1,9-8,423-324,-229 166,-72 58,-46 36,108-69,158-113,-302 217,123-112,10-8,-85 79,41-29,50-24,-174 120,0-1,-2-1,1 0,20-30,-17 21,35-35,152-117,-83 74,15-7,65-59,-131 100,93-95,-143 143,0 1,32-21,-23 17,28-19,60-49,-45 26,-4-4,-2-2,72-102,-75 85,-27 37,47-81,-35 55,-14 24,-27 43,0 0,1 0,0 1,0 0,15-9,6-8,-3 2,-2 1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9T04:19:19.900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0,'1'4,"-1"0,1-1,0 1,-1-1,2 1,-1-1,0 1,1-1,-1 0,1 0,0 0,0 0,5 5,40 38,-13-14,-26-22,-1 0,0 0,0 1,-1 0,-1 1,0-1,4 15,21 93,-15-51,19 87,17 203,-47-335,1 0,10 29,-8-29,8 40,1 113,8 46,-3-74,3 188,-24 156,-3-205,-12 582,12-739,-5 83,7-208,1 0,-1 0,0 0,0 0,0-1,0 1,-1 0,0 0,0-1,0 1,-1-1,-3 5,-10 5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9T04:19:59.427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1532,'17'-15,"3"-5,162-97,-52 36,-19 12,2 5,215-87,-219 104,163-98,-104 30,-123 81,2 1,2 2,93-43,-116 65,34-7,17-5,152-54,-43 12,29-11,-151 51,111-24,-163 44,0-1,0 0,0-1,0 0,-1-1,0 0,-1-1,1 0,12-12,-2-1,0-1,31-44,-25 30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9T04:19:59.821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9T04:23:15.009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88 0,'11'7,"0"0,0 0,0 1,-1 1,0 0,-1 0,16 21,50 85,-36-50,-25-44,-1 0,-2 1,0 1,-1 0,-2 1,0-1,-1 2,-2-1,3 28,2 78,-16 253,-5-285,-5-1,-43 144,14-65,29-105,-116 550,105-452,-11 287,11-155,0 5,27-279,-1 21,2 0,11 70,-10-103,1-1,1 0,1 1,0-2,0 1,2-1,-1 0,2 0,0-1,0 1,1-2,15 16,-3-10,1-1,0-1,1-1,1-1,0-1,27 10,-32-14,17 8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9T04:23:34.772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9T04:23:37.274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1,'27'2,"0"1,0 1,0 2,28 10,-19-7,81 26,-58-16,1-3,116 17,-155-32,1-1,0 0,22-5,-11 2,423-32,30-2,-469 35,560-35,-155 50,-314-3,203 45,-199-32,1-3,0-6,211-1,-189-17,142 6,-111 24,4 1,216-23,-211-7,-35 3,-90 0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9T04:23:37.562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9T04:23:49.797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0,'0'1,"1"0,-1 0,0 0,1 0,-1 0,1-1,-1 1,1 0,-1 0,1-1,-1 1,1 0,0-1,-1 1,1-1,0 1,0 0,0-1,-1 0,1 1,1 0,23 9,-15-6,37 21,-2 3,-1 2,71 61,-28-22,-61-51,2-1,0-1,51 20,6 3,137 95,-17-9,-118-77,-25-13,99 41,-62-39,191 76,-213-78,124 76,403 220,-554-308,1-3,1-3,59 13,-36-8,0 3,131 63,130 97,-228-123,-90-51,1 0,31 26,-44-31,-1-1,0 1,0-1,0 1,-1 1,1-1,-1 1,-1-1,1 1,-1 0,2 10,2 17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9T04:23:52.160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1,'3200'0,"-3093"3,0 5,147 30,201 70,-134-27,-41-22,82 20,-90-10,-182-47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9T04:23:52.563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9T04:23:59.582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2174 0,'3754'-2174'0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9T04:24:01.773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35,'1357'0,"-1235"0,181-22,-282 19,5-1,0 1,0 1,28 2,2730 35,-2664-35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9T04:24:01.993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9T04:24:13.410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4396,'8'-18,"0"1,1 0,1 1,0 0,1 0,14-14,1-3,12-16,98-142,39-114,-31 53,150-186,-269 405,133-159,-127 156,42-61,-48 60,1 2,40-41,141-104,-128 115,124-130,-115 105,185-146,-134 127,108-89,-177 136,91-104,-113 115,2 3,62-46,-25 22,76-78,90-75,-168 157,142-147,-191 176,1 2,74-57,-69 62,26-17,-40 33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9T04:24:15.689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1 395 0,'4883'-395'0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9T04:24:16.257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9T04:24:26.085"/>
    </inkml:context>
    <inkml:brush xml:id="br0">
      <inkml:brushProperty name="width" value="0.5" units="cm"/>
      <inkml:brushProperty name="height" value="1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1,'5'4,"6"12,16 17,13 8,-1 7,-6-5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9T04:24:28.573"/>
    </inkml:context>
    <inkml:brush xml:id="br0">
      <inkml:brushProperty name="width" value="0.5" units="cm"/>
      <inkml:brushProperty name="height" value="1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1 120,'25'0,"0"-2,0 2,0 1,0 2,-1 0,1 1,-1 1,24 9,5 4,1-2,1-3,89 11,176-4,656-20,-731-5,-121-2,137-26,-12 0,-76 15,587-37,-258 16,-152 5,-174 23,0 8,232 25,-361-14,-1 2,0 2,0 2,74 34,-84-32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9T04:24:28.807"/>
    </inkml:context>
    <inkml:brush xml:id="br0">
      <inkml:brushProperty name="width" value="0.5" units="cm"/>
      <inkml:brushProperty name="height" value="1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9T04:24:44.759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1911,'13'-10,"-2"1,1-2,11-13,12-12,294-250,-40 38,-87 91,-1-1,-160 125,1 2,2 1,67-34,-5 3,77-70,-132 92,-26 22,1 1,0 2,39-15,-29 13,48-29,102-56,-8 4,-117 54,-1-2,86-86,-116 102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9T04:24:45.388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9T04:24:47.797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0 456,'35'-2,"-1"-2,0-1,0-2,57-18,-22 5,99-27,193-48,-263 74,174-13,-170 25,128-25,406-58,-467 72,367-18,-13 36,-324 3,-80-2,136 5,-217 2,0 2,0 1,54 22,18 5,115 14,4 1,-184-39,-1 3,82 39,-64-20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9T04:24:48.002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034CC-C10C-4C2C-B7E2-21EE82093EEB}" type="datetimeFigureOut">
              <a:rPr lang="en-US" smtClean="0"/>
              <a:t>29/10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C551D-E3DE-40C2-82D8-9FED134DF8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385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034CC-C10C-4C2C-B7E2-21EE82093EEB}" type="datetimeFigureOut">
              <a:rPr lang="en-US" smtClean="0"/>
              <a:t>29/10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C551D-E3DE-40C2-82D8-9FED134DF8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011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034CC-C10C-4C2C-B7E2-21EE82093EEB}" type="datetimeFigureOut">
              <a:rPr lang="en-US" smtClean="0"/>
              <a:t>29/10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C551D-E3DE-40C2-82D8-9FED134DF8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854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034CC-C10C-4C2C-B7E2-21EE82093EEB}" type="datetimeFigureOut">
              <a:rPr lang="en-US" smtClean="0"/>
              <a:t>29/10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C551D-E3DE-40C2-82D8-9FED134DF8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871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034CC-C10C-4C2C-B7E2-21EE82093EEB}" type="datetimeFigureOut">
              <a:rPr lang="en-US" smtClean="0"/>
              <a:t>29/10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C551D-E3DE-40C2-82D8-9FED134DF8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613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034CC-C10C-4C2C-B7E2-21EE82093EEB}" type="datetimeFigureOut">
              <a:rPr lang="en-US" smtClean="0"/>
              <a:t>29/10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C551D-E3DE-40C2-82D8-9FED134DF8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254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034CC-C10C-4C2C-B7E2-21EE82093EEB}" type="datetimeFigureOut">
              <a:rPr lang="en-US" smtClean="0"/>
              <a:t>29/10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C551D-E3DE-40C2-82D8-9FED134DF8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553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034CC-C10C-4C2C-B7E2-21EE82093EEB}" type="datetimeFigureOut">
              <a:rPr lang="en-US" smtClean="0"/>
              <a:t>29/10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C551D-E3DE-40C2-82D8-9FED134DF8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579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034CC-C10C-4C2C-B7E2-21EE82093EEB}" type="datetimeFigureOut">
              <a:rPr lang="en-US" smtClean="0"/>
              <a:t>29/10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C551D-E3DE-40C2-82D8-9FED134DF8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244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034CC-C10C-4C2C-B7E2-21EE82093EEB}" type="datetimeFigureOut">
              <a:rPr lang="en-US" smtClean="0"/>
              <a:t>29/10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C551D-E3DE-40C2-82D8-9FED134DF8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59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034CC-C10C-4C2C-B7E2-21EE82093EEB}" type="datetimeFigureOut">
              <a:rPr lang="en-US" smtClean="0"/>
              <a:t>29/10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C551D-E3DE-40C2-82D8-9FED134DF8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3406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034CC-C10C-4C2C-B7E2-21EE82093EEB}" type="datetimeFigureOut">
              <a:rPr lang="en-US" smtClean="0"/>
              <a:t>29/10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C551D-E3DE-40C2-82D8-9FED134DF856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44906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034CC-C10C-4C2C-B7E2-21EE82093EEB}" type="datetimeFigureOut">
              <a:rPr lang="en-US" smtClean="0"/>
              <a:t>29/10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C551D-E3DE-40C2-82D8-9FED134DF8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1424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034CC-C10C-4C2C-B7E2-21EE82093EEB}" type="datetimeFigureOut">
              <a:rPr lang="en-US" smtClean="0"/>
              <a:t>29/10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C551D-E3DE-40C2-82D8-9FED134DF8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4558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034CC-C10C-4C2C-B7E2-21EE82093EEB}" type="datetimeFigureOut">
              <a:rPr lang="en-US" smtClean="0"/>
              <a:t>29/10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C551D-E3DE-40C2-82D8-9FED134DF8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6568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034CC-C10C-4C2C-B7E2-21EE82093EEB}" type="datetimeFigureOut">
              <a:rPr lang="en-US" smtClean="0"/>
              <a:t>29/10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C551D-E3DE-40C2-82D8-9FED134DF8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2224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034CC-C10C-4C2C-B7E2-21EE82093EEB}" type="datetimeFigureOut">
              <a:rPr lang="en-US" smtClean="0"/>
              <a:t>29/10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C551D-E3DE-40C2-82D8-9FED134DF8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883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6A5034CC-C10C-4C2C-B7E2-21EE82093EEB}" type="datetimeFigureOut">
              <a:rPr lang="en-US" smtClean="0"/>
              <a:t>29/10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4ACC551D-E3DE-40C2-82D8-9FED134DF8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2557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117" Type="http://schemas.openxmlformats.org/officeDocument/2006/relationships/image" Target="../media/image63.png"/><Relationship Id="rId21" Type="http://schemas.openxmlformats.org/officeDocument/2006/relationships/image" Target="../media/image15.png"/><Relationship Id="rId42" Type="http://schemas.openxmlformats.org/officeDocument/2006/relationships/customXml" Target="../ink/ink21.xml"/><Relationship Id="rId47" Type="http://schemas.openxmlformats.org/officeDocument/2006/relationships/image" Target="../media/image28.png"/><Relationship Id="rId63" Type="http://schemas.openxmlformats.org/officeDocument/2006/relationships/image" Target="../media/image36.png"/><Relationship Id="rId68" Type="http://schemas.openxmlformats.org/officeDocument/2006/relationships/customXml" Target="../ink/ink34.xml"/><Relationship Id="rId84" Type="http://schemas.openxmlformats.org/officeDocument/2006/relationships/customXml" Target="../ink/ink42.xml"/><Relationship Id="rId89" Type="http://schemas.openxmlformats.org/officeDocument/2006/relationships/image" Target="../media/image49.png"/><Relationship Id="rId112" Type="http://schemas.openxmlformats.org/officeDocument/2006/relationships/customXml" Target="../ink/ink56.xml"/><Relationship Id="rId16" Type="http://schemas.openxmlformats.org/officeDocument/2006/relationships/customXml" Target="../ink/ink8.xml"/><Relationship Id="rId107" Type="http://schemas.openxmlformats.org/officeDocument/2006/relationships/image" Target="../media/image58.png"/><Relationship Id="rId11" Type="http://schemas.openxmlformats.org/officeDocument/2006/relationships/image" Target="../media/image10.png"/><Relationship Id="rId32" Type="http://schemas.openxmlformats.org/officeDocument/2006/relationships/customXml" Target="../ink/ink16.xml"/><Relationship Id="rId37" Type="http://schemas.openxmlformats.org/officeDocument/2006/relationships/image" Target="../media/image23.png"/><Relationship Id="rId53" Type="http://schemas.openxmlformats.org/officeDocument/2006/relationships/image" Target="../media/image31.png"/><Relationship Id="rId58" Type="http://schemas.openxmlformats.org/officeDocument/2006/relationships/customXml" Target="../ink/ink29.xml"/><Relationship Id="rId74" Type="http://schemas.openxmlformats.org/officeDocument/2006/relationships/customXml" Target="../ink/ink37.xml"/><Relationship Id="rId79" Type="http://schemas.openxmlformats.org/officeDocument/2006/relationships/image" Target="../media/image44.png"/><Relationship Id="rId102" Type="http://schemas.openxmlformats.org/officeDocument/2006/relationships/customXml" Target="../ink/ink51.xml"/><Relationship Id="rId123" Type="http://schemas.openxmlformats.org/officeDocument/2006/relationships/image" Target="../media/image66.png"/><Relationship Id="rId5" Type="http://schemas.openxmlformats.org/officeDocument/2006/relationships/image" Target="../media/image7.png"/><Relationship Id="rId90" Type="http://schemas.openxmlformats.org/officeDocument/2006/relationships/customXml" Target="../ink/ink45.xml"/><Relationship Id="rId95" Type="http://schemas.openxmlformats.org/officeDocument/2006/relationships/image" Target="../media/image52.png"/><Relationship Id="rId22" Type="http://schemas.openxmlformats.org/officeDocument/2006/relationships/customXml" Target="../ink/ink11.xml"/><Relationship Id="rId27" Type="http://schemas.openxmlformats.org/officeDocument/2006/relationships/image" Target="../media/image18.png"/><Relationship Id="rId43" Type="http://schemas.openxmlformats.org/officeDocument/2006/relationships/image" Target="../media/image26.png"/><Relationship Id="rId48" Type="http://schemas.openxmlformats.org/officeDocument/2006/relationships/customXml" Target="../ink/ink24.xml"/><Relationship Id="rId64" Type="http://schemas.openxmlformats.org/officeDocument/2006/relationships/customXml" Target="../ink/ink32.xml"/><Relationship Id="rId69" Type="http://schemas.openxmlformats.org/officeDocument/2006/relationships/image" Target="../media/image39.png"/><Relationship Id="rId113" Type="http://schemas.openxmlformats.org/officeDocument/2006/relationships/image" Target="../media/image61.png"/><Relationship Id="rId118" Type="http://schemas.openxmlformats.org/officeDocument/2006/relationships/customXml" Target="../ink/ink59.xml"/><Relationship Id="rId80" Type="http://schemas.openxmlformats.org/officeDocument/2006/relationships/customXml" Target="../ink/ink40.xml"/><Relationship Id="rId85" Type="http://schemas.openxmlformats.org/officeDocument/2006/relationships/image" Target="../media/image47.png"/><Relationship Id="rId12" Type="http://schemas.openxmlformats.org/officeDocument/2006/relationships/customXml" Target="../ink/ink6.xml"/><Relationship Id="rId17" Type="http://schemas.openxmlformats.org/officeDocument/2006/relationships/image" Target="../media/image13.png"/><Relationship Id="rId33" Type="http://schemas.openxmlformats.org/officeDocument/2006/relationships/image" Target="../media/image21.png"/><Relationship Id="rId38" Type="http://schemas.openxmlformats.org/officeDocument/2006/relationships/customXml" Target="../ink/ink19.xml"/><Relationship Id="rId59" Type="http://schemas.openxmlformats.org/officeDocument/2006/relationships/image" Target="../media/image34.png"/><Relationship Id="rId103" Type="http://schemas.openxmlformats.org/officeDocument/2006/relationships/image" Target="../media/image56.png"/><Relationship Id="rId108" Type="http://schemas.openxmlformats.org/officeDocument/2006/relationships/customXml" Target="../ink/ink54.xml"/><Relationship Id="rId124" Type="http://schemas.openxmlformats.org/officeDocument/2006/relationships/customXml" Target="../ink/ink62.xml"/><Relationship Id="rId54" Type="http://schemas.openxmlformats.org/officeDocument/2006/relationships/customXml" Target="../ink/ink27.xml"/><Relationship Id="rId70" Type="http://schemas.openxmlformats.org/officeDocument/2006/relationships/customXml" Target="../ink/ink35.xml"/><Relationship Id="rId75" Type="http://schemas.openxmlformats.org/officeDocument/2006/relationships/image" Target="../media/image42.png"/><Relationship Id="rId91" Type="http://schemas.openxmlformats.org/officeDocument/2006/relationships/image" Target="../media/image50.png"/><Relationship Id="rId96" Type="http://schemas.openxmlformats.org/officeDocument/2006/relationships/customXml" Target="../ink/ink48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23" Type="http://schemas.openxmlformats.org/officeDocument/2006/relationships/image" Target="../media/image16.png"/><Relationship Id="rId28" Type="http://schemas.openxmlformats.org/officeDocument/2006/relationships/customXml" Target="../ink/ink14.xml"/><Relationship Id="rId49" Type="http://schemas.openxmlformats.org/officeDocument/2006/relationships/image" Target="../media/image29.png"/><Relationship Id="rId114" Type="http://schemas.openxmlformats.org/officeDocument/2006/relationships/customXml" Target="../ink/ink57.xml"/><Relationship Id="rId119" Type="http://schemas.openxmlformats.org/officeDocument/2006/relationships/image" Target="../media/image64.png"/><Relationship Id="rId44" Type="http://schemas.openxmlformats.org/officeDocument/2006/relationships/customXml" Target="../ink/ink22.xml"/><Relationship Id="rId60" Type="http://schemas.openxmlformats.org/officeDocument/2006/relationships/customXml" Target="../ink/ink30.xml"/><Relationship Id="rId65" Type="http://schemas.openxmlformats.org/officeDocument/2006/relationships/image" Target="../media/image37.png"/><Relationship Id="rId81" Type="http://schemas.openxmlformats.org/officeDocument/2006/relationships/image" Target="../media/image45.png"/><Relationship Id="rId86" Type="http://schemas.openxmlformats.org/officeDocument/2006/relationships/customXml" Target="../ink/ink43.xml"/><Relationship Id="rId13" Type="http://schemas.openxmlformats.org/officeDocument/2006/relationships/image" Target="../media/image11.png"/><Relationship Id="rId18" Type="http://schemas.openxmlformats.org/officeDocument/2006/relationships/customXml" Target="../ink/ink9.xml"/><Relationship Id="rId39" Type="http://schemas.openxmlformats.org/officeDocument/2006/relationships/image" Target="../media/image24.png"/><Relationship Id="rId109" Type="http://schemas.openxmlformats.org/officeDocument/2006/relationships/image" Target="../media/image59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32.png"/><Relationship Id="rId76" Type="http://schemas.openxmlformats.org/officeDocument/2006/relationships/customXml" Target="../ink/ink38.xml"/><Relationship Id="rId97" Type="http://schemas.openxmlformats.org/officeDocument/2006/relationships/image" Target="../media/image53.png"/><Relationship Id="rId104" Type="http://schemas.openxmlformats.org/officeDocument/2006/relationships/customXml" Target="../ink/ink52.xml"/><Relationship Id="rId120" Type="http://schemas.openxmlformats.org/officeDocument/2006/relationships/customXml" Target="../ink/ink60.xml"/><Relationship Id="rId125" Type="http://schemas.openxmlformats.org/officeDocument/2006/relationships/image" Target="../media/image67.png"/><Relationship Id="rId7" Type="http://schemas.openxmlformats.org/officeDocument/2006/relationships/image" Target="../media/image8.png"/><Relationship Id="rId71" Type="http://schemas.openxmlformats.org/officeDocument/2006/relationships/image" Target="../media/image40.png"/><Relationship Id="rId92" Type="http://schemas.openxmlformats.org/officeDocument/2006/relationships/customXml" Target="../ink/ink46.xml"/><Relationship Id="rId2" Type="http://schemas.openxmlformats.org/officeDocument/2006/relationships/customXml" Target="../ink/ink1.xml"/><Relationship Id="rId29" Type="http://schemas.openxmlformats.org/officeDocument/2006/relationships/image" Target="../media/image19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7.png"/><Relationship Id="rId66" Type="http://schemas.openxmlformats.org/officeDocument/2006/relationships/customXml" Target="../ink/ink33.xml"/><Relationship Id="rId87" Type="http://schemas.openxmlformats.org/officeDocument/2006/relationships/image" Target="../media/image48.png"/><Relationship Id="rId110" Type="http://schemas.openxmlformats.org/officeDocument/2006/relationships/customXml" Target="../ink/ink55.xml"/><Relationship Id="rId115" Type="http://schemas.openxmlformats.org/officeDocument/2006/relationships/image" Target="../media/image62.png"/><Relationship Id="rId61" Type="http://schemas.openxmlformats.org/officeDocument/2006/relationships/image" Target="../media/image35.png"/><Relationship Id="rId82" Type="http://schemas.openxmlformats.org/officeDocument/2006/relationships/customXml" Target="../ink/ink41.xml"/><Relationship Id="rId19" Type="http://schemas.openxmlformats.org/officeDocument/2006/relationships/image" Target="../media/image14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22.png"/><Relationship Id="rId56" Type="http://schemas.openxmlformats.org/officeDocument/2006/relationships/customXml" Target="../ink/ink28.xml"/><Relationship Id="rId77" Type="http://schemas.openxmlformats.org/officeDocument/2006/relationships/image" Target="../media/image43.png"/><Relationship Id="rId100" Type="http://schemas.openxmlformats.org/officeDocument/2006/relationships/customXml" Target="../ink/ink50.xml"/><Relationship Id="rId105" Type="http://schemas.openxmlformats.org/officeDocument/2006/relationships/image" Target="../media/image57.png"/><Relationship Id="rId8" Type="http://schemas.openxmlformats.org/officeDocument/2006/relationships/customXml" Target="../ink/ink4.xml"/><Relationship Id="rId51" Type="http://schemas.openxmlformats.org/officeDocument/2006/relationships/image" Target="../media/image30.png"/><Relationship Id="rId72" Type="http://schemas.openxmlformats.org/officeDocument/2006/relationships/customXml" Target="../ink/ink36.xml"/><Relationship Id="rId93" Type="http://schemas.openxmlformats.org/officeDocument/2006/relationships/image" Target="../media/image51.png"/><Relationship Id="rId98" Type="http://schemas.openxmlformats.org/officeDocument/2006/relationships/customXml" Target="../ink/ink49.xml"/><Relationship Id="rId121" Type="http://schemas.openxmlformats.org/officeDocument/2006/relationships/image" Target="../media/image65.png"/><Relationship Id="rId3" Type="http://schemas.openxmlformats.org/officeDocument/2006/relationships/image" Target="../media/image6.png"/><Relationship Id="rId25" Type="http://schemas.openxmlformats.org/officeDocument/2006/relationships/image" Target="../media/image17.png"/><Relationship Id="rId46" Type="http://schemas.openxmlformats.org/officeDocument/2006/relationships/customXml" Target="../ink/ink23.xml"/><Relationship Id="rId67" Type="http://schemas.openxmlformats.org/officeDocument/2006/relationships/image" Target="../media/image38.png"/><Relationship Id="rId116" Type="http://schemas.openxmlformats.org/officeDocument/2006/relationships/customXml" Target="../ink/ink58.xml"/><Relationship Id="rId20" Type="http://schemas.openxmlformats.org/officeDocument/2006/relationships/customXml" Target="../ink/ink10.xml"/><Relationship Id="rId41" Type="http://schemas.openxmlformats.org/officeDocument/2006/relationships/image" Target="../media/image25.png"/><Relationship Id="rId62" Type="http://schemas.openxmlformats.org/officeDocument/2006/relationships/customXml" Target="../ink/ink31.xml"/><Relationship Id="rId83" Type="http://schemas.openxmlformats.org/officeDocument/2006/relationships/image" Target="../media/image46.png"/><Relationship Id="rId88" Type="http://schemas.openxmlformats.org/officeDocument/2006/relationships/customXml" Target="../ink/ink44.xml"/><Relationship Id="rId111" Type="http://schemas.openxmlformats.org/officeDocument/2006/relationships/image" Target="../media/image60.png"/><Relationship Id="rId15" Type="http://schemas.openxmlformats.org/officeDocument/2006/relationships/image" Target="../media/image12.png"/><Relationship Id="rId36" Type="http://schemas.openxmlformats.org/officeDocument/2006/relationships/customXml" Target="../ink/ink18.xml"/><Relationship Id="rId57" Type="http://schemas.openxmlformats.org/officeDocument/2006/relationships/image" Target="../media/image33.png"/><Relationship Id="rId106" Type="http://schemas.openxmlformats.org/officeDocument/2006/relationships/customXml" Target="../ink/ink53.xml"/><Relationship Id="rId10" Type="http://schemas.openxmlformats.org/officeDocument/2006/relationships/customXml" Target="../ink/ink5.xml"/><Relationship Id="rId31" Type="http://schemas.openxmlformats.org/officeDocument/2006/relationships/image" Target="../media/image20.png"/><Relationship Id="rId52" Type="http://schemas.openxmlformats.org/officeDocument/2006/relationships/customXml" Target="../ink/ink26.xml"/><Relationship Id="rId73" Type="http://schemas.openxmlformats.org/officeDocument/2006/relationships/image" Target="../media/image41.png"/><Relationship Id="rId78" Type="http://schemas.openxmlformats.org/officeDocument/2006/relationships/customXml" Target="../ink/ink39.xml"/><Relationship Id="rId94" Type="http://schemas.openxmlformats.org/officeDocument/2006/relationships/customXml" Target="../ink/ink47.xml"/><Relationship Id="rId99" Type="http://schemas.openxmlformats.org/officeDocument/2006/relationships/image" Target="../media/image54.png"/><Relationship Id="rId101" Type="http://schemas.openxmlformats.org/officeDocument/2006/relationships/image" Target="../media/image55.png"/><Relationship Id="rId122" Type="http://schemas.openxmlformats.org/officeDocument/2006/relationships/customXml" Target="../ink/ink61.xml"/><Relationship Id="rId4" Type="http://schemas.openxmlformats.org/officeDocument/2006/relationships/customXml" Target="../ink/ink2.xml"/><Relationship Id="rId9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24.png"/><Relationship Id="rId21" Type="http://schemas.openxmlformats.org/officeDocument/2006/relationships/image" Target="../media/image77.png"/><Relationship Id="rId42" Type="http://schemas.openxmlformats.org/officeDocument/2006/relationships/customXml" Target="../ink/ink83.xml"/><Relationship Id="rId63" Type="http://schemas.openxmlformats.org/officeDocument/2006/relationships/image" Target="../media/image97.png"/><Relationship Id="rId84" Type="http://schemas.openxmlformats.org/officeDocument/2006/relationships/customXml" Target="../ink/ink104.xml"/><Relationship Id="rId138" Type="http://schemas.openxmlformats.org/officeDocument/2006/relationships/customXml" Target="../ink/ink131.xml"/><Relationship Id="rId107" Type="http://schemas.openxmlformats.org/officeDocument/2006/relationships/image" Target="../media/image119.png"/><Relationship Id="rId11" Type="http://schemas.openxmlformats.org/officeDocument/2006/relationships/image" Target="../media/image72.png"/><Relationship Id="rId32" Type="http://schemas.openxmlformats.org/officeDocument/2006/relationships/customXml" Target="../ink/ink78.xml"/><Relationship Id="rId53" Type="http://schemas.openxmlformats.org/officeDocument/2006/relationships/image" Target="../media/image92.png"/><Relationship Id="rId74" Type="http://schemas.openxmlformats.org/officeDocument/2006/relationships/customXml" Target="../ink/ink99.xml"/><Relationship Id="rId128" Type="http://schemas.openxmlformats.org/officeDocument/2006/relationships/customXml" Target="../ink/ink126.xml"/><Relationship Id="rId149" Type="http://schemas.openxmlformats.org/officeDocument/2006/relationships/image" Target="../media/image140.png"/><Relationship Id="rId5" Type="http://schemas.openxmlformats.org/officeDocument/2006/relationships/image" Target="../media/image69.png"/><Relationship Id="rId95" Type="http://schemas.openxmlformats.org/officeDocument/2006/relationships/image" Target="../media/image113.png"/><Relationship Id="rId22" Type="http://schemas.openxmlformats.org/officeDocument/2006/relationships/customXml" Target="../ink/ink73.xml"/><Relationship Id="rId27" Type="http://schemas.openxmlformats.org/officeDocument/2006/relationships/image" Target="../media/image66.png"/><Relationship Id="rId43" Type="http://schemas.openxmlformats.org/officeDocument/2006/relationships/image" Target="../media/image87.png"/><Relationship Id="rId48" Type="http://schemas.openxmlformats.org/officeDocument/2006/relationships/customXml" Target="../ink/ink86.xml"/><Relationship Id="rId64" Type="http://schemas.openxmlformats.org/officeDocument/2006/relationships/customXml" Target="../ink/ink94.xml"/><Relationship Id="rId69" Type="http://schemas.openxmlformats.org/officeDocument/2006/relationships/image" Target="../media/image100.png"/><Relationship Id="rId113" Type="http://schemas.openxmlformats.org/officeDocument/2006/relationships/image" Target="../media/image122.png"/><Relationship Id="rId118" Type="http://schemas.openxmlformats.org/officeDocument/2006/relationships/customXml" Target="../ink/ink121.xml"/><Relationship Id="rId134" Type="http://schemas.openxmlformats.org/officeDocument/2006/relationships/customXml" Target="../ink/ink129.xml"/><Relationship Id="rId139" Type="http://schemas.openxmlformats.org/officeDocument/2006/relationships/image" Target="../media/image135.png"/><Relationship Id="rId80" Type="http://schemas.openxmlformats.org/officeDocument/2006/relationships/customXml" Target="../ink/ink102.xml"/><Relationship Id="rId85" Type="http://schemas.openxmlformats.org/officeDocument/2006/relationships/image" Target="../media/image108.png"/><Relationship Id="rId150" Type="http://schemas.openxmlformats.org/officeDocument/2006/relationships/customXml" Target="../ink/ink137.xml"/><Relationship Id="rId12" Type="http://schemas.openxmlformats.org/officeDocument/2006/relationships/customXml" Target="../ink/ink68.xml"/><Relationship Id="rId17" Type="http://schemas.openxmlformats.org/officeDocument/2006/relationships/image" Target="../media/image75.png"/><Relationship Id="rId33" Type="http://schemas.openxmlformats.org/officeDocument/2006/relationships/image" Target="../media/image82.png"/><Relationship Id="rId38" Type="http://schemas.openxmlformats.org/officeDocument/2006/relationships/customXml" Target="../ink/ink81.xml"/><Relationship Id="rId59" Type="http://schemas.openxmlformats.org/officeDocument/2006/relationships/image" Target="../media/image95.png"/><Relationship Id="rId103" Type="http://schemas.openxmlformats.org/officeDocument/2006/relationships/image" Target="../media/image117.png"/><Relationship Id="rId108" Type="http://schemas.openxmlformats.org/officeDocument/2006/relationships/customXml" Target="../ink/ink116.xml"/><Relationship Id="rId124" Type="http://schemas.openxmlformats.org/officeDocument/2006/relationships/customXml" Target="../ink/ink124.xml"/><Relationship Id="rId129" Type="http://schemas.openxmlformats.org/officeDocument/2006/relationships/image" Target="../media/image130.png"/><Relationship Id="rId54" Type="http://schemas.openxmlformats.org/officeDocument/2006/relationships/customXml" Target="../ink/ink89.xml"/><Relationship Id="rId70" Type="http://schemas.openxmlformats.org/officeDocument/2006/relationships/customXml" Target="../ink/ink97.xml"/><Relationship Id="rId75" Type="http://schemas.openxmlformats.org/officeDocument/2006/relationships/image" Target="../media/image103.png"/><Relationship Id="rId91" Type="http://schemas.openxmlformats.org/officeDocument/2006/relationships/image" Target="../media/image111.png"/><Relationship Id="rId96" Type="http://schemas.openxmlformats.org/officeDocument/2006/relationships/customXml" Target="../ink/ink110.xml"/><Relationship Id="rId140" Type="http://schemas.openxmlformats.org/officeDocument/2006/relationships/customXml" Target="../ink/ink132.xml"/><Relationship Id="rId145" Type="http://schemas.openxmlformats.org/officeDocument/2006/relationships/image" Target="../media/image138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65.xml"/><Relationship Id="rId23" Type="http://schemas.openxmlformats.org/officeDocument/2006/relationships/image" Target="../media/image78.png"/><Relationship Id="rId28" Type="http://schemas.openxmlformats.org/officeDocument/2006/relationships/customXml" Target="../ink/ink76.xml"/><Relationship Id="rId49" Type="http://schemas.openxmlformats.org/officeDocument/2006/relationships/image" Target="../media/image90.png"/><Relationship Id="rId114" Type="http://schemas.openxmlformats.org/officeDocument/2006/relationships/customXml" Target="../ink/ink119.xml"/><Relationship Id="rId119" Type="http://schemas.openxmlformats.org/officeDocument/2006/relationships/image" Target="../media/image125.png"/><Relationship Id="rId44" Type="http://schemas.openxmlformats.org/officeDocument/2006/relationships/customXml" Target="../ink/ink84.xml"/><Relationship Id="rId60" Type="http://schemas.openxmlformats.org/officeDocument/2006/relationships/customXml" Target="../ink/ink92.xml"/><Relationship Id="rId65" Type="http://schemas.openxmlformats.org/officeDocument/2006/relationships/image" Target="../media/image98.png"/><Relationship Id="rId81" Type="http://schemas.openxmlformats.org/officeDocument/2006/relationships/image" Target="../media/image106.png"/><Relationship Id="rId86" Type="http://schemas.openxmlformats.org/officeDocument/2006/relationships/customXml" Target="../ink/ink105.xml"/><Relationship Id="rId130" Type="http://schemas.openxmlformats.org/officeDocument/2006/relationships/customXml" Target="../ink/ink127.xml"/><Relationship Id="rId135" Type="http://schemas.openxmlformats.org/officeDocument/2006/relationships/image" Target="../media/image133.png"/><Relationship Id="rId151" Type="http://schemas.openxmlformats.org/officeDocument/2006/relationships/image" Target="../media/image141.png"/><Relationship Id="rId13" Type="http://schemas.openxmlformats.org/officeDocument/2006/relationships/image" Target="../media/image73.png"/><Relationship Id="rId18" Type="http://schemas.openxmlformats.org/officeDocument/2006/relationships/customXml" Target="../ink/ink71.xml"/><Relationship Id="rId39" Type="http://schemas.openxmlformats.org/officeDocument/2006/relationships/image" Target="../media/image85.png"/><Relationship Id="rId109" Type="http://schemas.openxmlformats.org/officeDocument/2006/relationships/image" Target="../media/image120.png"/><Relationship Id="rId34" Type="http://schemas.openxmlformats.org/officeDocument/2006/relationships/customXml" Target="../ink/ink79.xml"/><Relationship Id="rId50" Type="http://schemas.openxmlformats.org/officeDocument/2006/relationships/customXml" Target="../ink/ink87.xml"/><Relationship Id="rId55" Type="http://schemas.openxmlformats.org/officeDocument/2006/relationships/image" Target="../media/image93.png"/><Relationship Id="rId76" Type="http://schemas.openxmlformats.org/officeDocument/2006/relationships/customXml" Target="../ink/ink100.xml"/><Relationship Id="rId97" Type="http://schemas.openxmlformats.org/officeDocument/2006/relationships/image" Target="../media/image114.png"/><Relationship Id="rId104" Type="http://schemas.openxmlformats.org/officeDocument/2006/relationships/customXml" Target="../ink/ink114.xml"/><Relationship Id="rId120" Type="http://schemas.openxmlformats.org/officeDocument/2006/relationships/customXml" Target="../ink/ink122.xml"/><Relationship Id="rId125" Type="http://schemas.openxmlformats.org/officeDocument/2006/relationships/image" Target="../media/image128.png"/><Relationship Id="rId141" Type="http://schemas.openxmlformats.org/officeDocument/2006/relationships/image" Target="../media/image136.png"/><Relationship Id="rId146" Type="http://schemas.openxmlformats.org/officeDocument/2006/relationships/customXml" Target="../ink/ink135.xml"/><Relationship Id="rId7" Type="http://schemas.openxmlformats.org/officeDocument/2006/relationships/image" Target="../media/image70.png"/><Relationship Id="rId71" Type="http://schemas.openxmlformats.org/officeDocument/2006/relationships/image" Target="../media/image101.png"/><Relationship Id="rId92" Type="http://schemas.openxmlformats.org/officeDocument/2006/relationships/customXml" Target="../ink/ink108.xml"/><Relationship Id="rId2" Type="http://schemas.openxmlformats.org/officeDocument/2006/relationships/customXml" Target="../ink/ink63.xml"/><Relationship Id="rId29" Type="http://schemas.openxmlformats.org/officeDocument/2006/relationships/image" Target="../media/image80.png"/><Relationship Id="rId24" Type="http://schemas.openxmlformats.org/officeDocument/2006/relationships/customXml" Target="../ink/ink74.xml"/><Relationship Id="rId40" Type="http://schemas.openxmlformats.org/officeDocument/2006/relationships/customXml" Target="../ink/ink82.xml"/><Relationship Id="rId45" Type="http://schemas.openxmlformats.org/officeDocument/2006/relationships/image" Target="../media/image88.png"/><Relationship Id="rId66" Type="http://schemas.openxmlformats.org/officeDocument/2006/relationships/customXml" Target="../ink/ink95.xml"/><Relationship Id="rId87" Type="http://schemas.openxmlformats.org/officeDocument/2006/relationships/image" Target="../media/image109.png"/><Relationship Id="rId110" Type="http://schemas.openxmlformats.org/officeDocument/2006/relationships/customXml" Target="../ink/ink117.xml"/><Relationship Id="rId115" Type="http://schemas.openxmlformats.org/officeDocument/2006/relationships/image" Target="../media/image123.png"/><Relationship Id="rId131" Type="http://schemas.openxmlformats.org/officeDocument/2006/relationships/image" Target="../media/image131.png"/><Relationship Id="rId136" Type="http://schemas.openxmlformats.org/officeDocument/2006/relationships/customXml" Target="../ink/ink130.xml"/><Relationship Id="rId61" Type="http://schemas.openxmlformats.org/officeDocument/2006/relationships/image" Target="../media/image96.png"/><Relationship Id="rId82" Type="http://schemas.openxmlformats.org/officeDocument/2006/relationships/customXml" Target="../ink/ink103.xml"/><Relationship Id="rId152" Type="http://schemas.openxmlformats.org/officeDocument/2006/relationships/customXml" Target="../ink/ink138.xml"/><Relationship Id="rId19" Type="http://schemas.openxmlformats.org/officeDocument/2006/relationships/image" Target="../media/image76.png"/><Relationship Id="rId14" Type="http://schemas.openxmlformats.org/officeDocument/2006/relationships/customXml" Target="../ink/ink69.xml"/><Relationship Id="rId30" Type="http://schemas.openxmlformats.org/officeDocument/2006/relationships/customXml" Target="../ink/ink77.xml"/><Relationship Id="rId35" Type="http://schemas.openxmlformats.org/officeDocument/2006/relationships/image" Target="../media/image83.png"/><Relationship Id="rId56" Type="http://schemas.openxmlformats.org/officeDocument/2006/relationships/customXml" Target="../ink/ink90.xml"/><Relationship Id="rId77" Type="http://schemas.openxmlformats.org/officeDocument/2006/relationships/image" Target="../media/image104.png"/><Relationship Id="rId100" Type="http://schemas.openxmlformats.org/officeDocument/2006/relationships/customXml" Target="../ink/ink112.xml"/><Relationship Id="rId105" Type="http://schemas.openxmlformats.org/officeDocument/2006/relationships/image" Target="../media/image118.png"/><Relationship Id="rId126" Type="http://schemas.openxmlformats.org/officeDocument/2006/relationships/customXml" Target="../ink/ink125.xml"/><Relationship Id="rId147" Type="http://schemas.openxmlformats.org/officeDocument/2006/relationships/image" Target="../media/image139.png"/><Relationship Id="rId8" Type="http://schemas.openxmlformats.org/officeDocument/2006/relationships/customXml" Target="../ink/ink66.xml"/><Relationship Id="rId51" Type="http://schemas.openxmlformats.org/officeDocument/2006/relationships/image" Target="../media/image91.png"/><Relationship Id="rId72" Type="http://schemas.openxmlformats.org/officeDocument/2006/relationships/customXml" Target="../ink/ink98.xml"/><Relationship Id="rId93" Type="http://schemas.openxmlformats.org/officeDocument/2006/relationships/image" Target="../media/image112.png"/><Relationship Id="rId98" Type="http://schemas.openxmlformats.org/officeDocument/2006/relationships/customXml" Target="../ink/ink111.xml"/><Relationship Id="rId121" Type="http://schemas.openxmlformats.org/officeDocument/2006/relationships/image" Target="../media/image126.png"/><Relationship Id="rId142" Type="http://schemas.openxmlformats.org/officeDocument/2006/relationships/customXml" Target="../ink/ink133.xml"/><Relationship Id="rId3" Type="http://schemas.openxmlformats.org/officeDocument/2006/relationships/image" Target="../media/image68.png"/><Relationship Id="rId25" Type="http://schemas.openxmlformats.org/officeDocument/2006/relationships/image" Target="../media/image79.png"/><Relationship Id="rId46" Type="http://schemas.openxmlformats.org/officeDocument/2006/relationships/customXml" Target="../ink/ink85.xml"/><Relationship Id="rId67" Type="http://schemas.openxmlformats.org/officeDocument/2006/relationships/image" Target="../media/image99.png"/><Relationship Id="rId116" Type="http://schemas.openxmlformats.org/officeDocument/2006/relationships/customXml" Target="../ink/ink120.xml"/><Relationship Id="rId137" Type="http://schemas.openxmlformats.org/officeDocument/2006/relationships/image" Target="../media/image134.png"/><Relationship Id="rId20" Type="http://schemas.openxmlformats.org/officeDocument/2006/relationships/customXml" Target="../ink/ink72.xml"/><Relationship Id="rId41" Type="http://schemas.openxmlformats.org/officeDocument/2006/relationships/image" Target="../media/image86.png"/><Relationship Id="rId62" Type="http://schemas.openxmlformats.org/officeDocument/2006/relationships/customXml" Target="../ink/ink93.xml"/><Relationship Id="rId83" Type="http://schemas.openxmlformats.org/officeDocument/2006/relationships/image" Target="../media/image107.png"/><Relationship Id="rId88" Type="http://schemas.openxmlformats.org/officeDocument/2006/relationships/customXml" Target="../ink/ink106.xml"/><Relationship Id="rId111" Type="http://schemas.openxmlformats.org/officeDocument/2006/relationships/image" Target="../media/image121.png"/><Relationship Id="rId132" Type="http://schemas.openxmlformats.org/officeDocument/2006/relationships/customXml" Target="../ink/ink128.xml"/><Relationship Id="rId153" Type="http://schemas.openxmlformats.org/officeDocument/2006/relationships/image" Target="../media/image142.png"/><Relationship Id="rId15" Type="http://schemas.openxmlformats.org/officeDocument/2006/relationships/image" Target="../media/image74.png"/><Relationship Id="rId36" Type="http://schemas.openxmlformats.org/officeDocument/2006/relationships/customXml" Target="../ink/ink80.xml"/><Relationship Id="rId57" Type="http://schemas.openxmlformats.org/officeDocument/2006/relationships/image" Target="../media/image94.png"/><Relationship Id="rId106" Type="http://schemas.openxmlformats.org/officeDocument/2006/relationships/customXml" Target="../ink/ink115.xml"/><Relationship Id="rId127" Type="http://schemas.openxmlformats.org/officeDocument/2006/relationships/image" Target="../media/image129.png"/><Relationship Id="rId10" Type="http://schemas.openxmlformats.org/officeDocument/2006/relationships/customXml" Target="../ink/ink67.xml"/><Relationship Id="rId31" Type="http://schemas.openxmlformats.org/officeDocument/2006/relationships/image" Target="../media/image81.png"/><Relationship Id="rId52" Type="http://schemas.openxmlformats.org/officeDocument/2006/relationships/customXml" Target="../ink/ink88.xml"/><Relationship Id="rId73" Type="http://schemas.openxmlformats.org/officeDocument/2006/relationships/image" Target="../media/image102.png"/><Relationship Id="rId78" Type="http://schemas.openxmlformats.org/officeDocument/2006/relationships/customXml" Target="../ink/ink101.xml"/><Relationship Id="rId94" Type="http://schemas.openxmlformats.org/officeDocument/2006/relationships/customXml" Target="../ink/ink109.xml"/><Relationship Id="rId99" Type="http://schemas.openxmlformats.org/officeDocument/2006/relationships/image" Target="../media/image115.png"/><Relationship Id="rId101" Type="http://schemas.openxmlformats.org/officeDocument/2006/relationships/image" Target="../media/image116.png"/><Relationship Id="rId122" Type="http://schemas.openxmlformats.org/officeDocument/2006/relationships/customXml" Target="../ink/ink123.xml"/><Relationship Id="rId143" Type="http://schemas.openxmlformats.org/officeDocument/2006/relationships/image" Target="../media/image137.png"/><Relationship Id="rId148" Type="http://schemas.openxmlformats.org/officeDocument/2006/relationships/customXml" Target="../ink/ink136.xml"/><Relationship Id="rId4" Type="http://schemas.openxmlformats.org/officeDocument/2006/relationships/customXml" Target="../ink/ink64.xml"/><Relationship Id="rId9" Type="http://schemas.openxmlformats.org/officeDocument/2006/relationships/image" Target="../media/image71.png"/><Relationship Id="rId26" Type="http://schemas.openxmlformats.org/officeDocument/2006/relationships/customXml" Target="../ink/ink75.xml"/><Relationship Id="rId47" Type="http://schemas.openxmlformats.org/officeDocument/2006/relationships/image" Target="../media/image89.png"/><Relationship Id="rId68" Type="http://schemas.openxmlformats.org/officeDocument/2006/relationships/customXml" Target="../ink/ink96.xml"/><Relationship Id="rId89" Type="http://schemas.openxmlformats.org/officeDocument/2006/relationships/image" Target="../media/image110.png"/><Relationship Id="rId112" Type="http://schemas.openxmlformats.org/officeDocument/2006/relationships/customXml" Target="../ink/ink118.xml"/><Relationship Id="rId133" Type="http://schemas.openxmlformats.org/officeDocument/2006/relationships/image" Target="../media/image132.png"/><Relationship Id="rId16" Type="http://schemas.openxmlformats.org/officeDocument/2006/relationships/customXml" Target="../ink/ink70.xml"/><Relationship Id="rId37" Type="http://schemas.openxmlformats.org/officeDocument/2006/relationships/image" Target="../media/image84.png"/><Relationship Id="rId58" Type="http://schemas.openxmlformats.org/officeDocument/2006/relationships/customXml" Target="../ink/ink91.xml"/><Relationship Id="rId79" Type="http://schemas.openxmlformats.org/officeDocument/2006/relationships/image" Target="../media/image105.png"/><Relationship Id="rId102" Type="http://schemas.openxmlformats.org/officeDocument/2006/relationships/customXml" Target="../ink/ink113.xml"/><Relationship Id="rId123" Type="http://schemas.openxmlformats.org/officeDocument/2006/relationships/image" Target="../media/image127.png"/><Relationship Id="rId144" Type="http://schemas.openxmlformats.org/officeDocument/2006/relationships/customXml" Target="../ink/ink134.xml"/><Relationship Id="rId90" Type="http://schemas.openxmlformats.org/officeDocument/2006/relationships/customXml" Target="../ink/ink107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99.png"/><Relationship Id="rId21" Type="http://schemas.openxmlformats.org/officeDocument/2006/relationships/image" Target="../media/image152.png"/><Relationship Id="rId42" Type="http://schemas.openxmlformats.org/officeDocument/2006/relationships/customXml" Target="../ink/ink159.xml"/><Relationship Id="rId63" Type="http://schemas.openxmlformats.org/officeDocument/2006/relationships/image" Target="../media/image173.png"/><Relationship Id="rId84" Type="http://schemas.openxmlformats.org/officeDocument/2006/relationships/customXml" Target="../ink/ink180.xml"/><Relationship Id="rId138" Type="http://schemas.openxmlformats.org/officeDocument/2006/relationships/customXml" Target="../ink/ink207.xml"/><Relationship Id="rId159" Type="http://schemas.openxmlformats.org/officeDocument/2006/relationships/image" Target="../media/image220.png"/><Relationship Id="rId170" Type="http://schemas.openxmlformats.org/officeDocument/2006/relationships/image" Target="../media/image225.png"/><Relationship Id="rId107" Type="http://schemas.openxmlformats.org/officeDocument/2006/relationships/image" Target="../media/image195.png"/><Relationship Id="rId11" Type="http://schemas.openxmlformats.org/officeDocument/2006/relationships/image" Target="../media/image147.png"/><Relationship Id="rId32" Type="http://schemas.openxmlformats.org/officeDocument/2006/relationships/customXml" Target="../ink/ink154.xml"/><Relationship Id="rId53" Type="http://schemas.openxmlformats.org/officeDocument/2006/relationships/image" Target="../media/image168.png"/><Relationship Id="rId74" Type="http://schemas.openxmlformats.org/officeDocument/2006/relationships/customXml" Target="../ink/ink175.xml"/><Relationship Id="rId128" Type="http://schemas.openxmlformats.org/officeDocument/2006/relationships/customXml" Target="../ink/ink202.xml"/><Relationship Id="rId149" Type="http://schemas.openxmlformats.org/officeDocument/2006/relationships/image" Target="../media/image215.png"/><Relationship Id="rId5" Type="http://schemas.openxmlformats.org/officeDocument/2006/relationships/image" Target="../media/image144.png"/><Relationship Id="rId95" Type="http://schemas.openxmlformats.org/officeDocument/2006/relationships/image" Target="../media/image189.png"/><Relationship Id="rId160" Type="http://schemas.openxmlformats.org/officeDocument/2006/relationships/customXml" Target="../ink/ink218.xml"/><Relationship Id="rId22" Type="http://schemas.openxmlformats.org/officeDocument/2006/relationships/customXml" Target="../ink/ink149.xml"/><Relationship Id="rId43" Type="http://schemas.openxmlformats.org/officeDocument/2006/relationships/image" Target="../media/image163.png"/><Relationship Id="rId64" Type="http://schemas.openxmlformats.org/officeDocument/2006/relationships/customXml" Target="../ink/ink170.xml"/><Relationship Id="rId118" Type="http://schemas.openxmlformats.org/officeDocument/2006/relationships/customXml" Target="../ink/ink197.xml"/><Relationship Id="rId139" Type="http://schemas.openxmlformats.org/officeDocument/2006/relationships/image" Target="../media/image210.png"/><Relationship Id="rId85" Type="http://schemas.openxmlformats.org/officeDocument/2006/relationships/image" Target="../media/image184.png"/><Relationship Id="rId150" Type="http://schemas.openxmlformats.org/officeDocument/2006/relationships/customXml" Target="../ink/ink213.xml"/><Relationship Id="rId171" Type="http://schemas.openxmlformats.org/officeDocument/2006/relationships/customXml" Target="../ink/ink224.xml"/><Relationship Id="rId12" Type="http://schemas.openxmlformats.org/officeDocument/2006/relationships/customXml" Target="../ink/ink144.xml"/><Relationship Id="rId33" Type="http://schemas.openxmlformats.org/officeDocument/2006/relationships/image" Target="../media/image158.png"/><Relationship Id="rId108" Type="http://schemas.openxmlformats.org/officeDocument/2006/relationships/customXml" Target="../ink/ink192.xml"/><Relationship Id="rId129" Type="http://schemas.openxmlformats.org/officeDocument/2006/relationships/image" Target="../media/image205.png"/><Relationship Id="rId54" Type="http://schemas.openxmlformats.org/officeDocument/2006/relationships/customXml" Target="../ink/ink165.xml"/><Relationship Id="rId75" Type="http://schemas.openxmlformats.org/officeDocument/2006/relationships/image" Target="../media/image179.png"/><Relationship Id="rId96" Type="http://schemas.openxmlformats.org/officeDocument/2006/relationships/customXml" Target="../ink/ink186.xml"/><Relationship Id="rId140" Type="http://schemas.openxmlformats.org/officeDocument/2006/relationships/customXml" Target="../ink/ink208.xml"/><Relationship Id="rId161" Type="http://schemas.openxmlformats.org/officeDocument/2006/relationships/image" Target="../media/image221.png"/><Relationship Id="rId6" Type="http://schemas.openxmlformats.org/officeDocument/2006/relationships/customXml" Target="../ink/ink141.xml"/><Relationship Id="rId23" Type="http://schemas.openxmlformats.org/officeDocument/2006/relationships/image" Target="../media/image153.png"/><Relationship Id="rId28" Type="http://schemas.openxmlformats.org/officeDocument/2006/relationships/customXml" Target="../ink/ink152.xml"/><Relationship Id="rId49" Type="http://schemas.openxmlformats.org/officeDocument/2006/relationships/image" Target="../media/image166.png"/><Relationship Id="rId114" Type="http://schemas.openxmlformats.org/officeDocument/2006/relationships/customXml" Target="../ink/ink195.xml"/><Relationship Id="rId119" Type="http://schemas.openxmlformats.org/officeDocument/2006/relationships/image" Target="../media/image200.png"/><Relationship Id="rId44" Type="http://schemas.openxmlformats.org/officeDocument/2006/relationships/customXml" Target="../ink/ink160.xml"/><Relationship Id="rId60" Type="http://schemas.openxmlformats.org/officeDocument/2006/relationships/customXml" Target="../ink/ink168.xml"/><Relationship Id="rId65" Type="http://schemas.openxmlformats.org/officeDocument/2006/relationships/image" Target="../media/image174.png"/><Relationship Id="rId81" Type="http://schemas.openxmlformats.org/officeDocument/2006/relationships/image" Target="../media/image182.png"/><Relationship Id="rId86" Type="http://schemas.openxmlformats.org/officeDocument/2006/relationships/customXml" Target="../ink/ink181.xml"/><Relationship Id="rId130" Type="http://schemas.openxmlformats.org/officeDocument/2006/relationships/customXml" Target="../ink/ink203.xml"/><Relationship Id="rId135" Type="http://schemas.openxmlformats.org/officeDocument/2006/relationships/image" Target="../media/image208.png"/><Relationship Id="rId151" Type="http://schemas.openxmlformats.org/officeDocument/2006/relationships/image" Target="../media/image216.png"/><Relationship Id="rId156" Type="http://schemas.openxmlformats.org/officeDocument/2006/relationships/customXml" Target="../ink/ink216.xml"/><Relationship Id="rId177" Type="http://schemas.openxmlformats.org/officeDocument/2006/relationships/customXml" Target="../ink/ink227.xml"/><Relationship Id="rId172" Type="http://schemas.openxmlformats.org/officeDocument/2006/relationships/image" Target="../media/image226.png"/><Relationship Id="rId13" Type="http://schemas.openxmlformats.org/officeDocument/2006/relationships/image" Target="../media/image148.png"/><Relationship Id="rId18" Type="http://schemas.openxmlformats.org/officeDocument/2006/relationships/customXml" Target="../ink/ink147.xml"/><Relationship Id="rId39" Type="http://schemas.openxmlformats.org/officeDocument/2006/relationships/image" Target="../media/image161.png"/><Relationship Id="rId109" Type="http://schemas.openxmlformats.org/officeDocument/2006/relationships/image" Target="../media/image66.png"/><Relationship Id="rId34" Type="http://schemas.openxmlformats.org/officeDocument/2006/relationships/customXml" Target="../ink/ink155.xml"/><Relationship Id="rId50" Type="http://schemas.openxmlformats.org/officeDocument/2006/relationships/customXml" Target="../ink/ink163.xml"/><Relationship Id="rId55" Type="http://schemas.openxmlformats.org/officeDocument/2006/relationships/image" Target="../media/image169.png"/><Relationship Id="rId76" Type="http://schemas.openxmlformats.org/officeDocument/2006/relationships/customXml" Target="../ink/ink176.xml"/><Relationship Id="rId97" Type="http://schemas.openxmlformats.org/officeDocument/2006/relationships/image" Target="../media/image190.png"/><Relationship Id="rId104" Type="http://schemas.openxmlformats.org/officeDocument/2006/relationships/customXml" Target="../ink/ink190.xml"/><Relationship Id="rId120" Type="http://schemas.openxmlformats.org/officeDocument/2006/relationships/customXml" Target="../ink/ink198.xml"/><Relationship Id="rId125" Type="http://schemas.openxmlformats.org/officeDocument/2006/relationships/image" Target="../media/image203.png"/><Relationship Id="rId141" Type="http://schemas.openxmlformats.org/officeDocument/2006/relationships/image" Target="../media/image211.png"/><Relationship Id="rId146" Type="http://schemas.openxmlformats.org/officeDocument/2006/relationships/customXml" Target="../ink/ink211.xml"/><Relationship Id="rId167" Type="http://schemas.openxmlformats.org/officeDocument/2006/relationships/customXml" Target="../ink/ink222.xml"/><Relationship Id="rId7" Type="http://schemas.openxmlformats.org/officeDocument/2006/relationships/image" Target="../media/image145.png"/><Relationship Id="rId71" Type="http://schemas.openxmlformats.org/officeDocument/2006/relationships/image" Target="../media/image177.png"/><Relationship Id="rId92" Type="http://schemas.openxmlformats.org/officeDocument/2006/relationships/customXml" Target="../ink/ink184.xml"/><Relationship Id="rId162" Type="http://schemas.openxmlformats.org/officeDocument/2006/relationships/customXml" Target="../ink/ink219.xml"/><Relationship Id="rId2" Type="http://schemas.openxmlformats.org/officeDocument/2006/relationships/customXml" Target="../ink/ink139.xml"/><Relationship Id="rId29" Type="http://schemas.openxmlformats.org/officeDocument/2006/relationships/image" Target="../media/image156.png"/><Relationship Id="rId24" Type="http://schemas.openxmlformats.org/officeDocument/2006/relationships/customXml" Target="../ink/ink150.xml"/><Relationship Id="rId40" Type="http://schemas.openxmlformats.org/officeDocument/2006/relationships/customXml" Target="../ink/ink158.xml"/><Relationship Id="rId45" Type="http://schemas.openxmlformats.org/officeDocument/2006/relationships/image" Target="../media/image164.png"/><Relationship Id="rId66" Type="http://schemas.openxmlformats.org/officeDocument/2006/relationships/customXml" Target="../ink/ink171.xml"/><Relationship Id="rId87" Type="http://schemas.openxmlformats.org/officeDocument/2006/relationships/image" Target="../media/image185.png"/><Relationship Id="rId110" Type="http://schemas.openxmlformats.org/officeDocument/2006/relationships/customXml" Target="../ink/ink193.xml"/><Relationship Id="rId115" Type="http://schemas.openxmlformats.org/officeDocument/2006/relationships/image" Target="../media/image198.png"/><Relationship Id="rId131" Type="http://schemas.openxmlformats.org/officeDocument/2006/relationships/image" Target="../media/image206.png"/><Relationship Id="rId136" Type="http://schemas.openxmlformats.org/officeDocument/2006/relationships/customXml" Target="../ink/ink206.xml"/><Relationship Id="rId157" Type="http://schemas.openxmlformats.org/officeDocument/2006/relationships/image" Target="../media/image219.png"/><Relationship Id="rId178" Type="http://schemas.openxmlformats.org/officeDocument/2006/relationships/image" Target="../media/image229.png"/><Relationship Id="rId61" Type="http://schemas.openxmlformats.org/officeDocument/2006/relationships/image" Target="../media/image172.png"/><Relationship Id="rId82" Type="http://schemas.openxmlformats.org/officeDocument/2006/relationships/customXml" Target="../ink/ink179.xml"/><Relationship Id="rId152" Type="http://schemas.openxmlformats.org/officeDocument/2006/relationships/customXml" Target="../ink/ink214.xml"/><Relationship Id="rId173" Type="http://schemas.openxmlformats.org/officeDocument/2006/relationships/customXml" Target="../ink/ink225.xml"/><Relationship Id="rId19" Type="http://schemas.openxmlformats.org/officeDocument/2006/relationships/image" Target="../media/image151.png"/><Relationship Id="rId14" Type="http://schemas.openxmlformats.org/officeDocument/2006/relationships/customXml" Target="../ink/ink145.xml"/><Relationship Id="rId30" Type="http://schemas.openxmlformats.org/officeDocument/2006/relationships/customXml" Target="../ink/ink153.xml"/><Relationship Id="rId35" Type="http://schemas.openxmlformats.org/officeDocument/2006/relationships/image" Target="../media/image159.png"/><Relationship Id="rId56" Type="http://schemas.openxmlformats.org/officeDocument/2006/relationships/customXml" Target="../ink/ink166.xml"/><Relationship Id="rId77" Type="http://schemas.openxmlformats.org/officeDocument/2006/relationships/image" Target="../media/image180.png"/><Relationship Id="rId100" Type="http://schemas.openxmlformats.org/officeDocument/2006/relationships/customXml" Target="../ink/ink188.xml"/><Relationship Id="rId105" Type="http://schemas.openxmlformats.org/officeDocument/2006/relationships/image" Target="../media/image194.png"/><Relationship Id="rId126" Type="http://schemas.openxmlformats.org/officeDocument/2006/relationships/customXml" Target="../ink/ink201.xml"/><Relationship Id="rId147" Type="http://schemas.openxmlformats.org/officeDocument/2006/relationships/image" Target="../media/image214.png"/><Relationship Id="rId168" Type="http://schemas.openxmlformats.org/officeDocument/2006/relationships/image" Target="../media/image224.png"/><Relationship Id="rId8" Type="http://schemas.openxmlformats.org/officeDocument/2006/relationships/customXml" Target="../ink/ink142.xml"/><Relationship Id="rId51" Type="http://schemas.openxmlformats.org/officeDocument/2006/relationships/image" Target="../media/image167.png"/><Relationship Id="rId72" Type="http://schemas.openxmlformats.org/officeDocument/2006/relationships/customXml" Target="../ink/ink174.xml"/><Relationship Id="rId93" Type="http://schemas.openxmlformats.org/officeDocument/2006/relationships/image" Target="../media/image188.png"/><Relationship Id="rId98" Type="http://schemas.openxmlformats.org/officeDocument/2006/relationships/customXml" Target="../ink/ink187.xml"/><Relationship Id="rId121" Type="http://schemas.openxmlformats.org/officeDocument/2006/relationships/image" Target="../media/image201.png"/><Relationship Id="rId142" Type="http://schemas.openxmlformats.org/officeDocument/2006/relationships/customXml" Target="../ink/ink209.xml"/><Relationship Id="rId163" Type="http://schemas.openxmlformats.org/officeDocument/2006/relationships/image" Target="../media/image222.png"/><Relationship Id="rId3" Type="http://schemas.openxmlformats.org/officeDocument/2006/relationships/image" Target="../media/image143.png"/><Relationship Id="rId25" Type="http://schemas.openxmlformats.org/officeDocument/2006/relationships/image" Target="../media/image154.png"/><Relationship Id="rId46" Type="http://schemas.openxmlformats.org/officeDocument/2006/relationships/customXml" Target="../ink/ink161.xml"/><Relationship Id="rId67" Type="http://schemas.openxmlformats.org/officeDocument/2006/relationships/image" Target="../media/image175.png"/><Relationship Id="rId116" Type="http://schemas.openxmlformats.org/officeDocument/2006/relationships/customXml" Target="../ink/ink196.xml"/><Relationship Id="rId137" Type="http://schemas.openxmlformats.org/officeDocument/2006/relationships/image" Target="../media/image209.png"/><Relationship Id="rId158" Type="http://schemas.openxmlformats.org/officeDocument/2006/relationships/customXml" Target="../ink/ink217.xml"/><Relationship Id="rId20" Type="http://schemas.openxmlformats.org/officeDocument/2006/relationships/customXml" Target="../ink/ink148.xml"/><Relationship Id="rId41" Type="http://schemas.openxmlformats.org/officeDocument/2006/relationships/image" Target="../media/image162.png"/><Relationship Id="rId62" Type="http://schemas.openxmlformats.org/officeDocument/2006/relationships/customXml" Target="../ink/ink169.xml"/><Relationship Id="rId83" Type="http://schemas.openxmlformats.org/officeDocument/2006/relationships/image" Target="../media/image183.png"/><Relationship Id="rId88" Type="http://schemas.openxmlformats.org/officeDocument/2006/relationships/customXml" Target="../ink/ink182.xml"/><Relationship Id="rId111" Type="http://schemas.openxmlformats.org/officeDocument/2006/relationships/image" Target="../media/image196.png"/><Relationship Id="rId132" Type="http://schemas.openxmlformats.org/officeDocument/2006/relationships/customXml" Target="../ink/ink204.xml"/><Relationship Id="rId153" Type="http://schemas.openxmlformats.org/officeDocument/2006/relationships/image" Target="../media/image217.png"/><Relationship Id="rId174" Type="http://schemas.openxmlformats.org/officeDocument/2006/relationships/image" Target="../media/image227.png"/><Relationship Id="rId15" Type="http://schemas.openxmlformats.org/officeDocument/2006/relationships/image" Target="../media/image149.png"/><Relationship Id="rId36" Type="http://schemas.openxmlformats.org/officeDocument/2006/relationships/customXml" Target="../ink/ink156.xml"/><Relationship Id="rId57" Type="http://schemas.openxmlformats.org/officeDocument/2006/relationships/image" Target="../media/image170.png"/><Relationship Id="rId106" Type="http://schemas.openxmlformats.org/officeDocument/2006/relationships/customXml" Target="../ink/ink191.xml"/><Relationship Id="rId127" Type="http://schemas.openxmlformats.org/officeDocument/2006/relationships/image" Target="../media/image204.png"/><Relationship Id="rId10" Type="http://schemas.openxmlformats.org/officeDocument/2006/relationships/customXml" Target="../ink/ink143.xml"/><Relationship Id="rId31" Type="http://schemas.openxmlformats.org/officeDocument/2006/relationships/image" Target="../media/image157.png"/><Relationship Id="rId52" Type="http://schemas.openxmlformats.org/officeDocument/2006/relationships/customXml" Target="../ink/ink164.xml"/><Relationship Id="rId73" Type="http://schemas.openxmlformats.org/officeDocument/2006/relationships/image" Target="../media/image178.png"/><Relationship Id="rId78" Type="http://schemas.openxmlformats.org/officeDocument/2006/relationships/customXml" Target="../ink/ink177.xml"/><Relationship Id="rId94" Type="http://schemas.openxmlformats.org/officeDocument/2006/relationships/customXml" Target="../ink/ink185.xml"/><Relationship Id="rId99" Type="http://schemas.openxmlformats.org/officeDocument/2006/relationships/image" Target="../media/image191.png"/><Relationship Id="rId101" Type="http://schemas.openxmlformats.org/officeDocument/2006/relationships/image" Target="../media/image192.png"/><Relationship Id="rId122" Type="http://schemas.openxmlformats.org/officeDocument/2006/relationships/customXml" Target="../ink/ink199.xml"/><Relationship Id="rId143" Type="http://schemas.openxmlformats.org/officeDocument/2006/relationships/image" Target="../media/image212.png"/><Relationship Id="rId148" Type="http://schemas.openxmlformats.org/officeDocument/2006/relationships/customXml" Target="../ink/ink212.xml"/><Relationship Id="rId164" Type="http://schemas.openxmlformats.org/officeDocument/2006/relationships/customXml" Target="../ink/ink220.xml"/><Relationship Id="rId169" Type="http://schemas.openxmlformats.org/officeDocument/2006/relationships/customXml" Target="../ink/ink223.xml"/><Relationship Id="rId4" Type="http://schemas.openxmlformats.org/officeDocument/2006/relationships/customXml" Target="../ink/ink140.xml"/><Relationship Id="rId9" Type="http://schemas.openxmlformats.org/officeDocument/2006/relationships/image" Target="../media/image146.png"/><Relationship Id="rId26" Type="http://schemas.openxmlformats.org/officeDocument/2006/relationships/customXml" Target="../ink/ink151.xml"/><Relationship Id="rId47" Type="http://schemas.openxmlformats.org/officeDocument/2006/relationships/image" Target="../media/image165.png"/><Relationship Id="rId68" Type="http://schemas.openxmlformats.org/officeDocument/2006/relationships/customXml" Target="../ink/ink172.xml"/><Relationship Id="rId89" Type="http://schemas.openxmlformats.org/officeDocument/2006/relationships/image" Target="../media/image186.png"/><Relationship Id="rId112" Type="http://schemas.openxmlformats.org/officeDocument/2006/relationships/customXml" Target="../ink/ink194.xml"/><Relationship Id="rId133" Type="http://schemas.openxmlformats.org/officeDocument/2006/relationships/image" Target="../media/image207.png"/><Relationship Id="rId154" Type="http://schemas.openxmlformats.org/officeDocument/2006/relationships/customXml" Target="../ink/ink215.xml"/><Relationship Id="rId175" Type="http://schemas.openxmlformats.org/officeDocument/2006/relationships/customXml" Target="../ink/ink226.xml"/><Relationship Id="rId16" Type="http://schemas.openxmlformats.org/officeDocument/2006/relationships/customXml" Target="../ink/ink146.xml"/><Relationship Id="rId37" Type="http://schemas.openxmlformats.org/officeDocument/2006/relationships/image" Target="../media/image160.png"/><Relationship Id="rId58" Type="http://schemas.openxmlformats.org/officeDocument/2006/relationships/customXml" Target="../ink/ink167.xml"/><Relationship Id="rId79" Type="http://schemas.openxmlformats.org/officeDocument/2006/relationships/image" Target="../media/image181.png"/><Relationship Id="rId102" Type="http://schemas.openxmlformats.org/officeDocument/2006/relationships/customXml" Target="../ink/ink189.xml"/><Relationship Id="rId123" Type="http://schemas.openxmlformats.org/officeDocument/2006/relationships/image" Target="../media/image202.png"/><Relationship Id="rId144" Type="http://schemas.openxmlformats.org/officeDocument/2006/relationships/customXml" Target="../ink/ink210.xml"/><Relationship Id="rId90" Type="http://schemas.openxmlformats.org/officeDocument/2006/relationships/customXml" Target="../ink/ink183.xml"/><Relationship Id="rId165" Type="http://schemas.openxmlformats.org/officeDocument/2006/relationships/image" Target="../media/image223.png"/><Relationship Id="rId27" Type="http://schemas.openxmlformats.org/officeDocument/2006/relationships/image" Target="../media/image155.png"/><Relationship Id="rId48" Type="http://schemas.openxmlformats.org/officeDocument/2006/relationships/customXml" Target="../ink/ink162.xml"/><Relationship Id="rId69" Type="http://schemas.openxmlformats.org/officeDocument/2006/relationships/image" Target="../media/image176.png"/><Relationship Id="rId113" Type="http://schemas.openxmlformats.org/officeDocument/2006/relationships/image" Target="../media/image197.png"/><Relationship Id="rId134" Type="http://schemas.openxmlformats.org/officeDocument/2006/relationships/customXml" Target="../ink/ink205.xml"/><Relationship Id="rId80" Type="http://schemas.openxmlformats.org/officeDocument/2006/relationships/customXml" Target="../ink/ink178.xml"/><Relationship Id="rId155" Type="http://schemas.openxmlformats.org/officeDocument/2006/relationships/image" Target="../media/image218.png"/><Relationship Id="rId176" Type="http://schemas.openxmlformats.org/officeDocument/2006/relationships/image" Target="../media/image228.png"/><Relationship Id="rId17" Type="http://schemas.openxmlformats.org/officeDocument/2006/relationships/image" Target="../media/image150.png"/><Relationship Id="rId38" Type="http://schemas.openxmlformats.org/officeDocument/2006/relationships/customXml" Target="../ink/ink157.xml"/><Relationship Id="rId59" Type="http://schemas.openxmlformats.org/officeDocument/2006/relationships/image" Target="../media/image171.png"/><Relationship Id="rId103" Type="http://schemas.openxmlformats.org/officeDocument/2006/relationships/image" Target="../media/image193.png"/><Relationship Id="rId124" Type="http://schemas.openxmlformats.org/officeDocument/2006/relationships/customXml" Target="../ink/ink200.xml"/><Relationship Id="rId70" Type="http://schemas.openxmlformats.org/officeDocument/2006/relationships/customXml" Target="../ink/ink173.xml"/><Relationship Id="rId91" Type="http://schemas.openxmlformats.org/officeDocument/2006/relationships/image" Target="../media/image187.png"/><Relationship Id="rId145" Type="http://schemas.openxmlformats.org/officeDocument/2006/relationships/image" Target="../media/image213.png"/><Relationship Id="rId166" Type="http://schemas.openxmlformats.org/officeDocument/2006/relationships/customXml" Target="../ink/ink22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34.png"/><Relationship Id="rId18" Type="http://schemas.openxmlformats.org/officeDocument/2006/relationships/customXml" Target="../ink/ink236.xml"/><Relationship Id="rId26" Type="http://schemas.openxmlformats.org/officeDocument/2006/relationships/customXml" Target="../ink/ink240.xml"/><Relationship Id="rId39" Type="http://schemas.openxmlformats.org/officeDocument/2006/relationships/customXml" Target="../ink/ink247.xml"/><Relationship Id="rId21" Type="http://schemas.openxmlformats.org/officeDocument/2006/relationships/image" Target="../media/image238.png"/><Relationship Id="rId34" Type="http://schemas.openxmlformats.org/officeDocument/2006/relationships/customXml" Target="../ink/ink244.xml"/><Relationship Id="rId42" Type="http://schemas.openxmlformats.org/officeDocument/2006/relationships/image" Target="../media/image246.png"/><Relationship Id="rId7" Type="http://schemas.openxmlformats.org/officeDocument/2006/relationships/image" Target="../media/image45.png"/><Relationship Id="rId2" Type="http://schemas.openxmlformats.org/officeDocument/2006/relationships/customXml" Target="../ink/ink228.xml"/><Relationship Id="rId16" Type="http://schemas.openxmlformats.org/officeDocument/2006/relationships/customXml" Target="../ink/ink235.xml"/><Relationship Id="rId20" Type="http://schemas.openxmlformats.org/officeDocument/2006/relationships/customXml" Target="../ink/ink237.xml"/><Relationship Id="rId29" Type="http://schemas.openxmlformats.org/officeDocument/2006/relationships/image" Target="../media/image240.png"/><Relationship Id="rId41" Type="http://schemas.openxmlformats.org/officeDocument/2006/relationships/customXml" Target="../ink/ink248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30.xml"/><Relationship Id="rId11" Type="http://schemas.openxmlformats.org/officeDocument/2006/relationships/image" Target="../media/image233.png"/><Relationship Id="rId24" Type="http://schemas.openxmlformats.org/officeDocument/2006/relationships/customXml" Target="../ink/ink239.xml"/><Relationship Id="rId32" Type="http://schemas.openxmlformats.org/officeDocument/2006/relationships/customXml" Target="../ink/ink243.xml"/><Relationship Id="rId37" Type="http://schemas.openxmlformats.org/officeDocument/2006/relationships/customXml" Target="../ink/ink246.xml"/><Relationship Id="rId40" Type="http://schemas.openxmlformats.org/officeDocument/2006/relationships/image" Target="../media/image245.png"/><Relationship Id="rId5" Type="http://schemas.openxmlformats.org/officeDocument/2006/relationships/image" Target="../media/image231.png"/><Relationship Id="rId15" Type="http://schemas.openxmlformats.org/officeDocument/2006/relationships/image" Target="../media/image235.png"/><Relationship Id="rId23" Type="http://schemas.openxmlformats.org/officeDocument/2006/relationships/image" Target="../media/image239.png"/><Relationship Id="rId28" Type="http://schemas.openxmlformats.org/officeDocument/2006/relationships/customXml" Target="../ink/ink241.xml"/><Relationship Id="rId36" Type="http://schemas.openxmlformats.org/officeDocument/2006/relationships/customXml" Target="../ink/ink245.xml"/><Relationship Id="rId10" Type="http://schemas.openxmlformats.org/officeDocument/2006/relationships/customXml" Target="../ink/ink232.xml"/><Relationship Id="rId19" Type="http://schemas.openxmlformats.org/officeDocument/2006/relationships/image" Target="../media/image237.png"/><Relationship Id="rId31" Type="http://schemas.openxmlformats.org/officeDocument/2006/relationships/image" Target="../media/image241.png"/><Relationship Id="rId44" Type="http://schemas.openxmlformats.org/officeDocument/2006/relationships/image" Target="../media/image248.png"/><Relationship Id="rId4" Type="http://schemas.openxmlformats.org/officeDocument/2006/relationships/customXml" Target="../ink/ink229.xml"/><Relationship Id="rId9" Type="http://schemas.openxmlformats.org/officeDocument/2006/relationships/image" Target="../media/image232.png"/><Relationship Id="rId14" Type="http://schemas.openxmlformats.org/officeDocument/2006/relationships/customXml" Target="../ink/ink234.xml"/><Relationship Id="rId22" Type="http://schemas.openxmlformats.org/officeDocument/2006/relationships/customXml" Target="../ink/ink238.xml"/><Relationship Id="rId27" Type="http://schemas.openxmlformats.org/officeDocument/2006/relationships/image" Target="../media/image66.png"/><Relationship Id="rId30" Type="http://schemas.openxmlformats.org/officeDocument/2006/relationships/customXml" Target="../ink/ink242.xml"/><Relationship Id="rId35" Type="http://schemas.openxmlformats.org/officeDocument/2006/relationships/image" Target="../media/image243.png"/><Relationship Id="rId43" Type="http://schemas.openxmlformats.org/officeDocument/2006/relationships/image" Target="../media/image247.png"/><Relationship Id="rId8" Type="http://schemas.openxmlformats.org/officeDocument/2006/relationships/customXml" Target="../ink/ink231.xml"/><Relationship Id="rId3" Type="http://schemas.openxmlformats.org/officeDocument/2006/relationships/image" Target="../media/image230.png"/><Relationship Id="rId12" Type="http://schemas.openxmlformats.org/officeDocument/2006/relationships/customXml" Target="../ink/ink233.xml"/><Relationship Id="rId17" Type="http://schemas.openxmlformats.org/officeDocument/2006/relationships/image" Target="../media/image236.png"/><Relationship Id="rId25" Type="http://schemas.openxmlformats.org/officeDocument/2006/relationships/image" Target="../media/image189.png"/><Relationship Id="rId33" Type="http://schemas.openxmlformats.org/officeDocument/2006/relationships/image" Target="../media/image242.png"/><Relationship Id="rId38" Type="http://schemas.openxmlformats.org/officeDocument/2006/relationships/image" Target="../media/image24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96.png"/><Relationship Id="rId21" Type="http://schemas.openxmlformats.org/officeDocument/2006/relationships/image" Target="../media/image648.png"/><Relationship Id="rId42" Type="http://schemas.openxmlformats.org/officeDocument/2006/relationships/customXml" Target="../ink/ink269.xml"/><Relationship Id="rId63" Type="http://schemas.openxmlformats.org/officeDocument/2006/relationships/image" Target="../media/image669.png"/><Relationship Id="rId84" Type="http://schemas.openxmlformats.org/officeDocument/2006/relationships/customXml" Target="../ink/ink290.xml"/><Relationship Id="rId138" Type="http://schemas.openxmlformats.org/officeDocument/2006/relationships/customXml" Target="../ink/ink317.xml"/><Relationship Id="rId159" Type="http://schemas.openxmlformats.org/officeDocument/2006/relationships/image" Target="../media/image717.png"/><Relationship Id="rId170" Type="http://schemas.openxmlformats.org/officeDocument/2006/relationships/customXml" Target="../ink/ink333.xml"/><Relationship Id="rId191" Type="http://schemas.openxmlformats.org/officeDocument/2006/relationships/image" Target="../media/image733.png"/><Relationship Id="rId205" Type="http://schemas.openxmlformats.org/officeDocument/2006/relationships/customXml" Target="../ink/ink350.xml"/><Relationship Id="rId226" Type="http://schemas.openxmlformats.org/officeDocument/2006/relationships/image" Target="../media/image751.png"/><Relationship Id="rId247" Type="http://schemas.openxmlformats.org/officeDocument/2006/relationships/customXml" Target="../ink/ink371.xml"/><Relationship Id="rId107" Type="http://schemas.openxmlformats.org/officeDocument/2006/relationships/image" Target="../media/image691.png"/><Relationship Id="rId11" Type="http://schemas.openxmlformats.org/officeDocument/2006/relationships/image" Target="../media/image643.png"/><Relationship Id="rId32" Type="http://schemas.openxmlformats.org/officeDocument/2006/relationships/customXml" Target="../ink/ink264.xml"/><Relationship Id="rId53" Type="http://schemas.openxmlformats.org/officeDocument/2006/relationships/image" Target="../media/image664.png"/><Relationship Id="rId74" Type="http://schemas.openxmlformats.org/officeDocument/2006/relationships/customXml" Target="../ink/ink285.xml"/><Relationship Id="rId128" Type="http://schemas.openxmlformats.org/officeDocument/2006/relationships/customXml" Target="../ink/ink312.xml"/><Relationship Id="rId149" Type="http://schemas.openxmlformats.org/officeDocument/2006/relationships/image" Target="../media/image712.png"/><Relationship Id="rId5" Type="http://schemas.openxmlformats.org/officeDocument/2006/relationships/image" Target="../media/image640.png"/><Relationship Id="rId95" Type="http://schemas.openxmlformats.org/officeDocument/2006/relationships/image" Target="../media/image685.png"/><Relationship Id="rId160" Type="http://schemas.openxmlformats.org/officeDocument/2006/relationships/customXml" Target="../ink/ink328.xml"/><Relationship Id="rId181" Type="http://schemas.openxmlformats.org/officeDocument/2006/relationships/image" Target="../media/image728.png"/><Relationship Id="rId216" Type="http://schemas.openxmlformats.org/officeDocument/2006/relationships/image" Target="../media/image746.png"/><Relationship Id="rId237" Type="http://schemas.openxmlformats.org/officeDocument/2006/relationships/customXml" Target="../ink/ink366.xml"/><Relationship Id="rId22" Type="http://schemas.openxmlformats.org/officeDocument/2006/relationships/customXml" Target="../ink/ink259.xml"/><Relationship Id="rId43" Type="http://schemas.openxmlformats.org/officeDocument/2006/relationships/image" Target="../media/image659.png"/><Relationship Id="rId64" Type="http://schemas.openxmlformats.org/officeDocument/2006/relationships/customXml" Target="../ink/ink280.xml"/><Relationship Id="rId118" Type="http://schemas.openxmlformats.org/officeDocument/2006/relationships/customXml" Target="../ink/ink307.xml"/><Relationship Id="rId139" Type="http://schemas.openxmlformats.org/officeDocument/2006/relationships/image" Target="../media/image707.png"/><Relationship Id="rId85" Type="http://schemas.openxmlformats.org/officeDocument/2006/relationships/image" Target="../media/image680.png"/><Relationship Id="rId150" Type="http://schemas.openxmlformats.org/officeDocument/2006/relationships/customXml" Target="../ink/ink323.xml"/><Relationship Id="rId171" Type="http://schemas.openxmlformats.org/officeDocument/2006/relationships/image" Target="../media/image723.png"/><Relationship Id="rId192" Type="http://schemas.openxmlformats.org/officeDocument/2006/relationships/customXml" Target="../ink/ink344.xml"/><Relationship Id="rId206" Type="http://schemas.openxmlformats.org/officeDocument/2006/relationships/image" Target="../media/image741.png"/><Relationship Id="rId227" Type="http://schemas.openxmlformats.org/officeDocument/2006/relationships/customXml" Target="../ink/ink361.xml"/><Relationship Id="rId248" Type="http://schemas.openxmlformats.org/officeDocument/2006/relationships/image" Target="../media/image762.png"/><Relationship Id="rId12" Type="http://schemas.openxmlformats.org/officeDocument/2006/relationships/customXml" Target="../ink/ink254.xml"/><Relationship Id="rId33" Type="http://schemas.openxmlformats.org/officeDocument/2006/relationships/image" Target="../media/image654.png"/><Relationship Id="rId108" Type="http://schemas.openxmlformats.org/officeDocument/2006/relationships/customXml" Target="../ink/ink302.xml"/><Relationship Id="rId129" Type="http://schemas.openxmlformats.org/officeDocument/2006/relationships/image" Target="../media/image702.png"/><Relationship Id="rId54" Type="http://schemas.openxmlformats.org/officeDocument/2006/relationships/customXml" Target="../ink/ink275.xml"/><Relationship Id="rId75" Type="http://schemas.openxmlformats.org/officeDocument/2006/relationships/image" Target="../media/image675.png"/><Relationship Id="rId96" Type="http://schemas.openxmlformats.org/officeDocument/2006/relationships/customXml" Target="../ink/ink296.xml"/><Relationship Id="rId140" Type="http://schemas.openxmlformats.org/officeDocument/2006/relationships/customXml" Target="../ink/ink318.xml"/><Relationship Id="rId161" Type="http://schemas.openxmlformats.org/officeDocument/2006/relationships/image" Target="../media/image718.png"/><Relationship Id="rId182" Type="http://schemas.openxmlformats.org/officeDocument/2006/relationships/customXml" Target="../ink/ink339.xml"/><Relationship Id="rId217" Type="http://schemas.openxmlformats.org/officeDocument/2006/relationships/customXml" Target="../ink/ink356.xml"/><Relationship Id="rId6" Type="http://schemas.openxmlformats.org/officeDocument/2006/relationships/customXml" Target="../ink/ink251.xml"/><Relationship Id="rId238" Type="http://schemas.openxmlformats.org/officeDocument/2006/relationships/image" Target="../media/image757.png"/><Relationship Id="rId23" Type="http://schemas.openxmlformats.org/officeDocument/2006/relationships/image" Target="../media/image649.png"/><Relationship Id="rId119" Type="http://schemas.openxmlformats.org/officeDocument/2006/relationships/image" Target="../media/image697.png"/><Relationship Id="rId44" Type="http://schemas.openxmlformats.org/officeDocument/2006/relationships/customXml" Target="../ink/ink270.xml"/><Relationship Id="rId65" Type="http://schemas.openxmlformats.org/officeDocument/2006/relationships/image" Target="../media/image670.png"/><Relationship Id="rId86" Type="http://schemas.openxmlformats.org/officeDocument/2006/relationships/customXml" Target="../ink/ink291.xml"/><Relationship Id="rId130" Type="http://schemas.openxmlformats.org/officeDocument/2006/relationships/customXml" Target="../ink/ink313.xml"/><Relationship Id="rId151" Type="http://schemas.openxmlformats.org/officeDocument/2006/relationships/image" Target="../media/image713.png"/><Relationship Id="rId172" Type="http://schemas.openxmlformats.org/officeDocument/2006/relationships/customXml" Target="../ink/ink334.xml"/><Relationship Id="rId193" Type="http://schemas.openxmlformats.org/officeDocument/2006/relationships/image" Target="../media/image734.png"/><Relationship Id="rId207" Type="http://schemas.openxmlformats.org/officeDocument/2006/relationships/customXml" Target="../ink/ink351.xml"/><Relationship Id="rId228" Type="http://schemas.openxmlformats.org/officeDocument/2006/relationships/image" Target="../media/image752.png"/><Relationship Id="rId249" Type="http://schemas.openxmlformats.org/officeDocument/2006/relationships/customXml" Target="../ink/ink372.xml"/><Relationship Id="rId13" Type="http://schemas.openxmlformats.org/officeDocument/2006/relationships/image" Target="../media/image644.png"/><Relationship Id="rId109" Type="http://schemas.openxmlformats.org/officeDocument/2006/relationships/image" Target="../media/image692.png"/><Relationship Id="rId34" Type="http://schemas.openxmlformats.org/officeDocument/2006/relationships/customXml" Target="../ink/ink265.xml"/><Relationship Id="rId55" Type="http://schemas.openxmlformats.org/officeDocument/2006/relationships/image" Target="../media/image665.png"/><Relationship Id="rId76" Type="http://schemas.openxmlformats.org/officeDocument/2006/relationships/customXml" Target="../ink/ink286.xml"/><Relationship Id="rId97" Type="http://schemas.openxmlformats.org/officeDocument/2006/relationships/image" Target="../media/image686.png"/><Relationship Id="rId120" Type="http://schemas.openxmlformats.org/officeDocument/2006/relationships/customXml" Target="../ink/ink308.xml"/><Relationship Id="rId141" Type="http://schemas.openxmlformats.org/officeDocument/2006/relationships/image" Target="../media/image708.png"/><Relationship Id="rId7" Type="http://schemas.openxmlformats.org/officeDocument/2006/relationships/image" Target="../media/image641.png"/><Relationship Id="rId162" Type="http://schemas.openxmlformats.org/officeDocument/2006/relationships/customXml" Target="../ink/ink329.xml"/><Relationship Id="rId183" Type="http://schemas.openxmlformats.org/officeDocument/2006/relationships/image" Target="../media/image729.png"/><Relationship Id="rId218" Type="http://schemas.openxmlformats.org/officeDocument/2006/relationships/image" Target="../media/image747.png"/><Relationship Id="rId239" Type="http://schemas.openxmlformats.org/officeDocument/2006/relationships/customXml" Target="../ink/ink367.xml"/><Relationship Id="rId250" Type="http://schemas.openxmlformats.org/officeDocument/2006/relationships/image" Target="../media/image763.png"/><Relationship Id="rId24" Type="http://schemas.openxmlformats.org/officeDocument/2006/relationships/customXml" Target="../ink/ink260.xml"/><Relationship Id="rId45" Type="http://schemas.openxmlformats.org/officeDocument/2006/relationships/image" Target="../media/image660.png"/><Relationship Id="rId66" Type="http://schemas.openxmlformats.org/officeDocument/2006/relationships/customXml" Target="../ink/ink281.xml"/><Relationship Id="rId87" Type="http://schemas.openxmlformats.org/officeDocument/2006/relationships/image" Target="../media/image681.png"/><Relationship Id="rId110" Type="http://schemas.openxmlformats.org/officeDocument/2006/relationships/customXml" Target="../ink/ink303.xml"/><Relationship Id="rId131" Type="http://schemas.openxmlformats.org/officeDocument/2006/relationships/image" Target="../media/image703.png"/><Relationship Id="rId152" Type="http://schemas.openxmlformats.org/officeDocument/2006/relationships/customXml" Target="../ink/ink324.xml"/><Relationship Id="rId173" Type="http://schemas.openxmlformats.org/officeDocument/2006/relationships/image" Target="../media/image724.png"/><Relationship Id="rId194" Type="http://schemas.openxmlformats.org/officeDocument/2006/relationships/customXml" Target="../ink/ink345.xml"/><Relationship Id="rId208" Type="http://schemas.openxmlformats.org/officeDocument/2006/relationships/image" Target="../media/image742.png"/><Relationship Id="rId229" Type="http://schemas.openxmlformats.org/officeDocument/2006/relationships/customXml" Target="../ink/ink362.xml"/><Relationship Id="rId240" Type="http://schemas.openxmlformats.org/officeDocument/2006/relationships/image" Target="../media/image758.png"/><Relationship Id="rId14" Type="http://schemas.openxmlformats.org/officeDocument/2006/relationships/customXml" Target="../ink/ink255.xml"/><Relationship Id="rId35" Type="http://schemas.openxmlformats.org/officeDocument/2006/relationships/image" Target="../media/image655.png"/><Relationship Id="rId56" Type="http://schemas.openxmlformats.org/officeDocument/2006/relationships/customXml" Target="../ink/ink276.xml"/><Relationship Id="rId77" Type="http://schemas.openxmlformats.org/officeDocument/2006/relationships/image" Target="../media/image676.png"/><Relationship Id="rId100" Type="http://schemas.openxmlformats.org/officeDocument/2006/relationships/customXml" Target="../ink/ink298.xml"/><Relationship Id="rId8" Type="http://schemas.openxmlformats.org/officeDocument/2006/relationships/customXml" Target="../ink/ink252.xml"/><Relationship Id="rId98" Type="http://schemas.openxmlformats.org/officeDocument/2006/relationships/customXml" Target="../ink/ink297.xml"/><Relationship Id="rId121" Type="http://schemas.openxmlformats.org/officeDocument/2006/relationships/image" Target="../media/image698.png"/><Relationship Id="rId142" Type="http://schemas.openxmlformats.org/officeDocument/2006/relationships/customXml" Target="../ink/ink319.xml"/><Relationship Id="rId163" Type="http://schemas.openxmlformats.org/officeDocument/2006/relationships/image" Target="../media/image719.png"/><Relationship Id="rId184" Type="http://schemas.openxmlformats.org/officeDocument/2006/relationships/customXml" Target="../ink/ink340.xml"/><Relationship Id="rId219" Type="http://schemas.openxmlformats.org/officeDocument/2006/relationships/customXml" Target="../ink/ink357.xml"/><Relationship Id="rId230" Type="http://schemas.openxmlformats.org/officeDocument/2006/relationships/image" Target="../media/image753.png"/><Relationship Id="rId251" Type="http://schemas.openxmlformats.org/officeDocument/2006/relationships/customXml" Target="../ink/ink373.xml"/><Relationship Id="rId25" Type="http://schemas.openxmlformats.org/officeDocument/2006/relationships/image" Target="../media/image650.png"/><Relationship Id="rId46" Type="http://schemas.openxmlformats.org/officeDocument/2006/relationships/customXml" Target="../ink/ink271.xml"/><Relationship Id="rId67" Type="http://schemas.openxmlformats.org/officeDocument/2006/relationships/image" Target="../media/image671.png"/><Relationship Id="rId88" Type="http://schemas.openxmlformats.org/officeDocument/2006/relationships/customXml" Target="../ink/ink292.xml"/><Relationship Id="rId111" Type="http://schemas.openxmlformats.org/officeDocument/2006/relationships/image" Target="../media/image693.png"/><Relationship Id="rId132" Type="http://schemas.openxmlformats.org/officeDocument/2006/relationships/customXml" Target="../ink/ink314.xml"/><Relationship Id="rId153" Type="http://schemas.openxmlformats.org/officeDocument/2006/relationships/image" Target="../media/image714.png"/><Relationship Id="rId174" Type="http://schemas.openxmlformats.org/officeDocument/2006/relationships/customXml" Target="../ink/ink335.xml"/><Relationship Id="rId195" Type="http://schemas.openxmlformats.org/officeDocument/2006/relationships/image" Target="../media/image735.png"/><Relationship Id="rId209" Type="http://schemas.openxmlformats.org/officeDocument/2006/relationships/customXml" Target="../ink/ink352.xml"/><Relationship Id="rId220" Type="http://schemas.openxmlformats.org/officeDocument/2006/relationships/image" Target="../media/image748.png"/><Relationship Id="rId241" Type="http://schemas.openxmlformats.org/officeDocument/2006/relationships/customXml" Target="../ink/ink368.xml"/><Relationship Id="rId15" Type="http://schemas.openxmlformats.org/officeDocument/2006/relationships/image" Target="../media/image645.png"/><Relationship Id="rId36" Type="http://schemas.openxmlformats.org/officeDocument/2006/relationships/customXml" Target="../ink/ink266.xml"/><Relationship Id="rId57" Type="http://schemas.openxmlformats.org/officeDocument/2006/relationships/image" Target="../media/image666.png"/><Relationship Id="rId78" Type="http://schemas.openxmlformats.org/officeDocument/2006/relationships/customXml" Target="../ink/ink287.xml"/><Relationship Id="rId99" Type="http://schemas.openxmlformats.org/officeDocument/2006/relationships/image" Target="../media/image687.png"/><Relationship Id="rId101" Type="http://schemas.openxmlformats.org/officeDocument/2006/relationships/image" Target="../media/image688.png"/><Relationship Id="rId122" Type="http://schemas.openxmlformats.org/officeDocument/2006/relationships/customXml" Target="../ink/ink309.xml"/><Relationship Id="rId143" Type="http://schemas.openxmlformats.org/officeDocument/2006/relationships/image" Target="../media/image709.png"/><Relationship Id="rId164" Type="http://schemas.openxmlformats.org/officeDocument/2006/relationships/customXml" Target="../ink/ink330.xml"/><Relationship Id="rId185" Type="http://schemas.openxmlformats.org/officeDocument/2006/relationships/image" Target="../media/image730.png"/><Relationship Id="rId9" Type="http://schemas.openxmlformats.org/officeDocument/2006/relationships/image" Target="../media/image642.png"/><Relationship Id="rId210" Type="http://schemas.openxmlformats.org/officeDocument/2006/relationships/image" Target="../media/image743.png"/><Relationship Id="rId26" Type="http://schemas.openxmlformats.org/officeDocument/2006/relationships/customXml" Target="../ink/ink261.xml"/><Relationship Id="rId231" Type="http://schemas.openxmlformats.org/officeDocument/2006/relationships/customXml" Target="../ink/ink363.xml"/><Relationship Id="rId252" Type="http://schemas.openxmlformats.org/officeDocument/2006/relationships/image" Target="../media/image764.png"/><Relationship Id="rId47" Type="http://schemas.openxmlformats.org/officeDocument/2006/relationships/image" Target="../media/image661.png"/><Relationship Id="rId68" Type="http://schemas.openxmlformats.org/officeDocument/2006/relationships/customXml" Target="../ink/ink282.xml"/><Relationship Id="rId89" Type="http://schemas.openxmlformats.org/officeDocument/2006/relationships/image" Target="../media/image682.png"/><Relationship Id="rId112" Type="http://schemas.openxmlformats.org/officeDocument/2006/relationships/customXml" Target="../ink/ink304.xml"/><Relationship Id="rId133" Type="http://schemas.openxmlformats.org/officeDocument/2006/relationships/image" Target="../media/image704.png"/><Relationship Id="rId154" Type="http://schemas.openxmlformats.org/officeDocument/2006/relationships/customXml" Target="../ink/ink325.xml"/><Relationship Id="rId175" Type="http://schemas.openxmlformats.org/officeDocument/2006/relationships/image" Target="../media/image725.png"/><Relationship Id="rId196" Type="http://schemas.openxmlformats.org/officeDocument/2006/relationships/customXml" Target="../ink/ink346.xml"/><Relationship Id="rId200" Type="http://schemas.openxmlformats.org/officeDocument/2006/relationships/image" Target="../media/image738.png"/><Relationship Id="rId16" Type="http://schemas.openxmlformats.org/officeDocument/2006/relationships/customXml" Target="../ink/ink256.xml"/><Relationship Id="rId221" Type="http://schemas.openxmlformats.org/officeDocument/2006/relationships/customXml" Target="../ink/ink358.xml"/><Relationship Id="rId242" Type="http://schemas.openxmlformats.org/officeDocument/2006/relationships/image" Target="../media/image759.png"/><Relationship Id="rId37" Type="http://schemas.openxmlformats.org/officeDocument/2006/relationships/image" Target="../media/image656.png"/><Relationship Id="rId58" Type="http://schemas.openxmlformats.org/officeDocument/2006/relationships/customXml" Target="../ink/ink277.xml"/><Relationship Id="rId79" Type="http://schemas.openxmlformats.org/officeDocument/2006/relationships/image" Target="../media/image677.png"/><Relationship Id="rId102" Type="http://schemas.openxmlformats.org/officeDocument/2006/relationships/customXml" Target="../ink/ink299.xml"/><Relationship Id="rId123" Type="http://schemas.openxmlformats.org/officeDocument/2006/relationships/image" Target="../media/image699.png"/><Relationship Id="rId144" Type="http://schemas.openxmlformats.org/officeDocument/2006/relationships/customXml" Target="../ink/ink320.xml"/><Relationship Id="rId90" Type="http://schemas.openxmlformats.org/officeDocument/2006/relationships/customXml" Target="../ink/ink293.xml"/><Relationship Id="rId165" Type="http://schemas.openxmlformats.org/officeDocument/2006/relationships/image" Target="../media/image720.png"/><Relationship Id="rId186" Type="http://schemas.openxmlformats.org/officeDocument/2006/relationships/customXml" Target="../ink/ink341.xml"/><Relationship Id="rId211" Type="http://schemas.openxmlformats.org/officeDocument/2006/relationships/customXml" Target="../ink/ink353.xml"/><Relationship Id="rId232" Type="http://schemas.openxmlformats.org/officeDocument/2006/relationships/image" Target="../media/image754.png"/><Relationship Id="rId253" Type="http://schemas.openxmlformats.org/officeDocument/2006/relationships/customXml" Target="../ink/ink374.xml"/><Relationship Id="rId27" Type="http://schemas.openxmlformats.org/officeDocument/2006/relationships/image" Target="../media/image651.png"/><Relationship Id="rId48" Type="http://schemas.openxmlformats.org/officeDocument/2006/relationships/customXml" Target="../ink/ink272.xml"/><Relationship Id="rId69" Type="http://schemas.openxmlformats.org/officeDocument/2006/relationships/image" Target="../media/image672.png"/><Relationship Id="rId113" Type="http://schemas.openxmlformats.org/officeDocument/2006/relationships/image" Target="../media/image694.png"/><Relationship Id="rId134" Type="http://schemas.openxmlformats.org/officeDocument/2006/relationships/customXml" Target="../ink/ink315.xml"/><Relationship Id="rId80" Type="http://schemas.openxmlformats.org/officeDocument/2006/relationships/customXml" Target="../ink/ink288.xml"/><Relationship Id="rId155" Type="http://schemas.openxmlformats.org/officeDocument/2006/relationships/image" Target="../media/image715.png"/><Relationship Id="rId176" Type="http://schemas.openxmlformats.org/officeDocument/2006/relationships/customXml" Target="../ink/ink336.xml"/><Relationship Id="rId197" Type="http://schemas.openxmlformats.org/officeDocument/2006/relationships/image" Target="../media/image736.png"/><Relationship Id="rId201" Type="http://schemas.openxmlformats.org/officeDocument/2006/relationships/customXml" Target="../ink/ink348.xml"/><Relationship Id="rId222" Type="http://schemas.openxmlformats.org/officeDocument/2006/relationships/image" Target="../media/image749.png"/><Relationship Id="rId243" Type="http://schemas.openxmlformats.org/officeDocument/2006/relationships/customXml" Target="../ink/ink369.xml"/><Relationship Id="rId17" Type="http://schemas.openxmlformats.org/officeDocument/2006/relationships/image" Target="../media/image646.png"/><Relationship Id="rId38" Type="http://schemas.openxmlformats.org/officeDocument/2006/relationships/customXml" Target="../ink/ink267.xml"/><Relationship Id="rId59" Type="http://schemas.openxmlformats.org/officeDocument/2006/relationships/image" Target="../media/image667.png"/><Relationship Id="rId103" Type="http://schemas.openxmlformats.org/officeDocument/2006/relationships/image" Target="../media/image689.png"/><Relationship Id="rId124" Type="http://schemas.openxmlformats.org/officeDocument/2006/relationships/customXml" Target="../ink/ink310.xml"/><Relationship Id="rId70" Type="http://schemas.openxmlformats.org/officeDocument/2006/relationships/customXml" Target="../ink/ink283.xml"/><Relationship Id="rId91" Type="http://schemas.openxmlformats.org/officeDocument/2006/relationships/image" Target="../media/image683.png"/><Relationship Id="rId145" Type="http://schemas.openxmlformats.org/officeDocument/2006/relationships/image" Target="../media/image710.png"/><Relationship Id="rId166" Type="http://schemas.openxmlformats.org/officeDocument/2006/relationships/customXml" Target="../ink/ink331.xml"/><Relationship Id="rId187" Type="http://schemas.openxmlformats.org/officeDocument/2006/relationships/image" Target="../media/image731.png"/><Relationship Id="rId1" Type="http://schemas.openxmlformats.org/officeDocument/2006/relationships/slideLayout" Target="../slideLayouts/slideLayout1.xml"/><Relationship Id="rId212" Type="http://schemas.openxmlformats.org/officeDocument/2006/relationships/image" Target="../media/image744.png"/><Relationship Id="rId233" Type="http://schemas.openxmlformats.org/officeDocument/2006/relationships/customXml" Target="../ink/ink364.xml"/><Relationship Id="rId254" Type="http://schemas.openxmlformats.org/officeDocument/2006/relationships/image" Target="../media/image765.png"/><Relationship Id="rId28" Type="http://schemas.openxmlformats.org/officeDocument/2006/relationships/customXml" Target="../ink/ink262.xml"/><Relationship Id="rId49" Type="http://schemas.openxmlformats.org/officeDocument/2006/relationships/image" Target="../media/image662.png"/><Relationship Id="rId114" Type="http://schemas.openxmlformats.org/officeDocument/2006/relationships/customXml" Target="../ink/ink305.xml"/><Relationship Id="rId60" Type="http://schemas.openxmlformats.org/officeDocument/2006/relationships/customXml" Target="../ink/ink278.xml"/><Relationship Id="rId81" Type="http://schemas.openxmlformats.org/officeDocument/2006/relationships/image" Target="../media/image678.png"/><Relationship Id="rId135" Type="http://schemas.openxmlformats.org/officeDocument/2006/relationships/image" Target="../media/image705.png"/><Relationship Id="rId156" Type="http://schemas.openxmlformats.org/officeDocument/2006/relationships/customXml" Target="../ink/ink326.xml"/><Relationship Id="rId177" Type="http://schemas.openxmlformats.org/officeDocument/2006/relationships/image" Target="../media/image726.png"/><Relationship Id="rId198" Type="http://schemas.openxmlformats.org/officeDocument/2006/relationships/image" Target="../media/image249.png"/><Relationship Id="rId202" Type="http://schemas.openxmlformats.org/officeDocument/2006/relationships/image" Target="../media/image739.png"/><Relationship Id="rId223" Type="http://schemas.openxmlformats.org/officeDocument/2006/relationships/customXml" Target="../ink/ink359.xml"/><Relationship Id="rId244" Type="http://schemas.openxmlformats.org/officeDocument/2006/relationships/image" Target="../media/image760.png"/><Relationship Id="rId18" Type="http://schemas.openxmlformats.org/officeDocument/2006/relationships/customXml" Target="../ink/ink257.xml"/><Relationship Id="rId39" Type="http://schemas.openxmlformats.org/officeDocument/2006/relationships/image" Target="../media/image657.png"/><Relationship Id="rId50" Type="http://schemas.openxmlformats.org/officeDocument/2006/relationships/customXml" Target="../ink/ink273.xml"/><Relationship Id="rId104" Type="http://schemas.openxmlformats.org/officeDocument/2006/relationships/customXml" Target="../ink/ink300.xml"/><Relationship Id="rId125" Type="http://schemas.openxmlformats.org/officeDocument/2006/relationships/image" Target="../media/image700.png"/><Relationship Id="rId146" Type="http://schemas.openxmlformats.org/officeDocument/2006/relationships/customXml" Target="../ink/ink321.xml"/><Relationship Id="rId167" Type="http://schemas.openxmlformats.org/officeDocument/2006/relationships/image" Target="../media/image721.png"/><Relationship Id="rId188" Type="http://schemas.openxmlformats.org/officeDocument/2006/relationships/customXml" Target="../ink/ink342.xml"/><Relationship Id="rId71" Type="http://schemas.openxmlformats.org/officeDocument/2006/relationships/image" Target="../media/image673.png"/><Relationship Id="rId92" Type="http://schemas.openxmlformats.org/officeDocument/2006/relationships/customXml" Target="../ink/ink294.xml"/><Relationship Id="rId213" Type="http://schemas.openxmlformats.org/officeDocument/2006/relationships/customXml" Target="../ink/ink354.xml"/><Relationship Id="rId234" Type="http://schemas.openxmlformats.org/officeDocument/2006/relationships/image" Target="../media/image755.png"/><Relationship Id="rId2" Type="http://schemas.openxmlformats.org/officeDocument/2006/relationships/customXml" Target="../ink/ink249.xml"/><Relationship Id="rId29" Type="http://schemas.openxmlformats.org/officeDocument/2006/relationships/image" Target="../media/image652.png"/><Relationship Id="rId40" Type="http://schemas.openxmlformats.org/officeDocument/2006/relationships/customXml" Target="../ink/ink268.xml"/><Relationship Id="rId115" Type="http://schemas.openxmlformats.org/officeDocument/2006/relationships/image" Target="../media/image695.png"/><Relationship Id="rId136" Type="http://schemas.openxmlformats.org/officeDocument/2006/relationships/customXml" Target="../ink/ink316.xml"/><Relationship Id="rId157" Type="http://schemas.openxmlformats.org/officeDocument/2006/relationships/image" Target="../media/image716.png"/><Relationship Id="rId178" Type="http://schemas.openxmlformats.org/officeDocument/2006/relationships/customXml" Target="../ink/ink337.xml"/><Relationship Id="rId61" Type="http://schemas.openxmlformats.org/officeDocument/2006/relationships/image" Target="../media/image668.png"/><Relationship Id="rId82" Type="http://schemas.openxmlformats.org/officeDocument/2006/relationships/customXml" Target="../ink/ink289.xml"/><Relationship Id="rId199" Type="http://schemas.openxmlformats.org/officeDocument/2006/relationships/customXml" Target="../ink/ink347.xml"/><Relationship Id="rId203" Type="http://schemas.openxmlformats.org/officeDocument/2006/relationships/customXml" Target="../ink/ink349.xml"/><Relationship Id="rId19" Type="http://schemas.openxmlformats.org/officeDocument/2006/relationships/image" Target="../media/image647.png"/><Relationship Id="rId224" Type="http://schemas.openxmlformats.org/officeDocument/2006/relationships/image" Target="../media/image750.png"/><Relationship Id="rId245" Type="http://schemas.openxmlformats.org/officeDocument/2006/relationships/customXml" Target="../ink/ink370.xml"/><Relationship Id="rId30" Type="http://schemas.openxmlformats.org/officeDocument/2006/relationships/customXml" Target="../ink/ink263.xml"/><Relationship Id="rId105" Type="http://schemas.openxmlformats.org/officeDocument/2006/relationships/image" Target="../media/image690.png"/><Relationship Id="rId126" Type="http://schemas.openxmlformats.org/officeDocument/2006/relationships/customXml" Target="../ink/ink311.xml"/><Relationship Id="rId147" Type="http://schemas.openxmlformats.org/officeDocument/2006/relationships/image" Target="../media/image711.png"/><Relationship Id="rId168" Type="http://schemas.openxmlformats.org/officeDocument/2006/relationships/customXml" Target="../ink/ink332.xml"/><Relationship Id="rId51" Type="http://schemas.openxmlformats.org/officeDocument/2006/relationships/image" Target="../media/image663.png"/><Relationship Id="rId72" Type="http://schemas.openxmlformats.org/officeDocument/2006/relationships/customXml" Target="../ink/ink284.xml"/><Relationship Id="rId93" Type="http://schemas.openxmlformats.org/officeDocument/2006/relationships/image" Target="../media/image684.png"/><Relationship Id="rId189" Type="http://schemas.openxmlformats.org/officeDocument/2006/relationships/image" Target="../media/image732.png"/><Relationship Id="rId3" Type="http://schemas.openxmlformats.org/officeDocument/2006/relationships/image" Target="../media/image639.png"/><Relationship Id="rId214" Type="http://schemas.openxmlformats.org/officeDocument/2006/relationships/image" Target="../media/image745.png"/><Relationship Id="rId235" Type="http://schemas.openxmlformats.org/officeDocument/2006/relationships/customXml" Target="../ink/ink365.xml"/><Relationship Id="rId116" Type="http://schemas.openxmlformats.org/officeDocument/2006/relationships/customXml" Target="../ink/ink306.xml"/><Relationship Id="rId137" Type="http://schemas.openxmlformats.org/officeDocument/2006/relationships/image" Target="../media/image706.png"/><Relationship Id="rId158" Type="http://schemas.openxmlformats.org/officeDocument/2006/relationships/customXml" Target="../ink/ink327.xml"/><Relationship Id="rId20" Type="http://schemas.openxmlformats.org/officeDocument/2006/relationships/customXml" Target="../ink/ink258.xml"/><Relationship Id="rId41" Type="http://schemas.openxmlformats.org/officeDocument/2006/relationships/image" Target="../media/image658.png"/><Relationship Id="rId62" Type="http://schemas.openxmlformats.org/officeDocument/2006/relationships/customXml" Target="../ink/ink279.xml"/><Relationship Id="rId83" Type="http://schemas.openxmlformats.org/officeDocument/2006/relationships/image" Target="../media/image679.png"/><Relationship Id="rId179" Type="http://schemas.openxmlformats.org/officeDocument/2006/relationships/image" Target="../media/image727.png"/><Relationship Id="rId190" Type="http://schemas.openxmlformats.org/officeDocument/2006/relationships/customXml" Target="../ink/ink343.xml"/><Relationship Id="rId204" Type="http://schemas.openxmlformats.org/officeDocument/2006/relationships/image" Target="../media/image740.png"/><Relationship Id="rId225" Type="http://schemas.openxmlformats.org/officeDocument/2006/relationships/customXml" Target="../ink/ink360.xml"/><Relationship Id="rId246" Type="http://schemas.openxmlformats.org/officeDocument/2006/relationships/image" Target="../media/image761.png"/><Relationship Id="rId106" Type="http://schemas.openxmlformats.org/officeDocument/2006/relationships/customXml" Target="../ink/ink301.xml"/><Relationship Id="rId127" Type="http://schemas.openxmlformats.org/officeDocument/2006/relationships/image" Target="../media/image701.png"/><Relationship Id="rId10" Type="http://schemas.openxmlformats.org/officeDocument/2006/relationships/customXml" Target="../ink/ink253.xml"/><Relationship Id="rId31" Type="http://schemas.openxmlformats.org/officeDocument/2006/relationships/image" Target="../media/image653.png"/><Relationship Id="rId52" Type="http://schemas.openxmlformats.org/officeDocument/2006/relationships/customXml" Target="../ink/ink274.xml"/><Relationship Id="rId73" Type="http://schemas.openxmlformats.org/officeDocument/2006/relationships/image" Target="../media/image674.png"/><Relationship Id="rId94" Type="http://schemas.openxmlformats.org/officeDocument/2006/relationships/customXml" Target="../ink/ink295.xml"/><Relationship Id="rId148" Type="http://schemas.openxmlformats.org/officeDocument/2006/relationships/customXml" Target="../ink/ink322.xml"/><Relationship Id="rId169" Type="http://schemas.openxmlformats.org/officeDocument/2006/relationships/image" Target="../media/image722.png"/><Relationship Id="rId4" Type="http://schemas.openxmlformats.org/officeDocument/2006/relationships/customXml" Target="../ink/ink250.xml"/><Relationship Id="rId180" Type="http://schemas.openxmlformats.org/officeDocument/2006/relationships/customXml" Target="../ink/ink338.xml"/><Relationship Id="rId215" Type="http://schemas.openxmlformats.org/officeDocument/2006/relationships/customXml" Target="../ink/ink355.xml"/><Relationship Id="rId236" Type="http://schemas.openxmlformats.org/officeDocument/2006/relationships/image" Target="../media/image756.png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432.xml"/><Relationship Id="rId21" Type="http://schemas.openxmlformats.org/officeDocument/2006/relationships/image" Target="../media/image775.png"/><Relationship Id="rId42" Type="http://schemas.openxmlformats.org/officeDocument/2006/relationships/customXml" Target="../ink/ink395.xml"/><Relationship Id="rId47" Type="http://schemas.openxmlformats.org/officeDocument/2006/relationships/image" Target="../media/image788.png"/><Relationship Id="rId63" Type="http://schemas.openxmlformats.org/officeDocument/2006/relationships/image" Target="../media/image796.png"/><Relationship Id="rId68" Type="http://schemas.openxmlformats.org/officeDocument/2006/relationships/image" Target="../media/image799.png"/><Relationship Id="rId84" Type="http://schemas.openxmlformats.org/officeDocument/2006/relationships/image" Target="../media/image807.png"/><Relationship Id="rId89" Type="http://schemas.openxmlformats.org/officeDocument/2006/relationships/customXml" Target="../ink/ink418.xml"/><Relationship Id="rId112" Type="http://schemas.openxmlformats.org/officeDocument/2006/relationships/image" Target="../media/image821.png"/><Relationship Id="rId16" Type="http://schemas.openxmlformats.org/officeDocument/2006/relationships/customXml" Target="../ink/ink382.xml"/><Relationship Id="rId107" Type="http://schemas.openxmlformats.org/officeDocument/2006/relationships/customXml" Target="../ink/ink427.xml"/><Relationship Id="rId11" Type="http://schemas.openxmlformats.org/officeDocument/2006/relationships/image" Target="../media/image770.png"/><Relationship Id="rId32" Type="http://schemas.openxmlformats.org/officeDocument/2006/relationships/customXml" Target="../ink/ink390.xml"/><Relationship Id="rId37" Type="http://schemas.openxmlformats.org/officeDocument/2006/relationships/image" Target="../media/image783.png"/><Relationship Id="rId53" Type="http://schemas.openxmlformats.org/officeDocument/2006/relationships/image" Target="../media/image791.png"/><Relationship Id="rId58" Type="http://schemas.openxmlformats.org/officeDocument/2006/relationships/customXml" Target="../ink/ink403.xml"/><Relationship Id="rId74" Type="http://schemas.openxmlformats.org/officeDocument/2006/relationships/image" Target="../media/image802.png"/><Relationship Id="rId79" Type="http://schemas.openxmlformats.org/officeDocument/2006/relationships/customXml" Target="../ink/ink413.xml"/><Relationship Id="rId102" Type="http://schemas.openxmlformats.org/officeDocument/2006/relationships/image" Target="../media/image816.png"/><Relationship Id="rId123" Type="http://schemas.openxmlformats.org/officeDocument/2006/relationships/customXml" Target="../ink/ink435.xml"/><Relationship Id="rId128" Type="http://schemas.openxmlformats.org/officeDocument/2006/relationships/image" Target="../media/image829.png"/><Relationship Id="rId5" Type="http://schemas.openxmlformats.org/officeDocument/2006/relationships/image" Target="../media/image767.png"/><Relationship Id="rId90" Type="http://schemas.openxmlformats.org/officeDocument/2006/relationships/image" Target="../media/image810.png"/><Relationship Id="rId95" Type="http://schemas.openxmlformats.org/officeDocument/2006/relationships/customXml" Target="../ink/ink421.xml"/><Relationship Id="rId22" Type="http://schemas.openxmlformats.org/officeDocument/2006/relationships/customXml" Target="../ink/ink385.xml"/><Relationship Id="rId27" Type="http://schemas.openxmlformats.org/officeDocument/2006/relationships/image" Target="../media/image778.png"/><Relationship Id="rId43" Type="http://schemas.openxmlformats.org/officeDocument/2006/relationships/image" Target="../media/image786.png"/><Relationship Id="rId48" Type="http://schemas.openxmlformats.org/officeDocument/2006/relationships/customXml" Target="../ink/ink398.xml"/><Relationship Id="rId64" Type="http://schemas.openxmlformats.org/officeDocument/2006/relationships/customXml" Target="../ink/ink406.xml"/><Relationship Id="rId69" Type="http://schemas.openxmlformats.org/officeDocument/2006/relationships/customXml" Target="../ink/ink408.xml"/><Relationship Id="rId113" Type="http://schemas.openxmlformats.org/officeDocument/2006/relationships/customXml" Target="../ink/ink430.xml"/><Relationship Id="rId118" Type="http://schemas.openxmlformats.org/officeDocument/2006/relationships/image" Target="../media/image824.png"/><Relationship Id="rId80" Type="http://schemas.openxmlformats.org/officeDocument/2006/relationships/image" Target="../media/image805.png"/><Relationship Id="rId85" Type="http://schemas.openxmlformats.org/officeDocument/2006/relationships/customXml" Target="../ink/ink416.xml"/><Relationship Id="rId12" Type="http://schemas.openxmlformats.org/officeDocument/2006/relationships/customXml" Target="../ink/ink380.xml"/><Relationship Id="rId17" Type="http://schemas.openxmlformats.org/officeDocument/2006/relationships/image" Target="../media/image773.png"/><Relationship Id="rId33" Type="http://schemas.openxmlformats.org/officeDocument/2006/relationships/image" Target="../media/image781.png"/><Relationship Id="rId38" Type="http://schemas.openxmlformats.org/officeDocument/2006/relationships/customXml" Target="../ink/ink393.xml"/><Relationship Id="rId59" Type="http://schemas.openxmlformats.org/officeDocument/2006/relationships/image" Target="../media/image794.png"/><Relationship Id="rId103" Type="http://schemas.openxmlformats.org/officeDocument/2006/relationships/customXml" Target="../ink/ink425.xml"/><Relationship Id="rId108" Type="http://schemas.openxmlformats.org/officeDocument/2006/relationships/image" Target="../media/image819.png"/><Relationship Id="rId124" Type="http://schemas.openxmlformats.org/officeDocument/2006/relationships/image" Target="../media/image827.png"/><Relationship Id="rId129" Type="http://schemas.openxmlformats.org/officeDocument/2006/relationships/customXml" Target="../ink/ink438.xml"/><Relationship Id="rId54" Type="http://schemas.openxmlformats.org/officeDocument/2006/relationships/customXml" Target="../ink/ink401.xml"/><Relationship Id="rId70" Type="http://schemas.openxmlformats.org/officeDocument/2006/relationships/image" Target="../media/image800.png"/><Relationship Id="rId75" Type="http://schemas.openxmlformats.org/officeDocument/2006/relationships/customXml" Target="../ink/ink411.xml"/><Relationship Id="rId91" Type="http://schemas.openxmlformats.org/officeDocument/2006/relationships/customXml" Target="../ink/ink419.xml"/><Relationship Id="rId96" Type="http://schemas.openxmlformats.org/officeDocument/2006/relationships/image" Target="../media/image813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77.xml"/><Relationship Id="rId23" Type="http://schemas.openxmlformats.org/officeDocument/2006/relationships/image" Target="../media/image776.png"/><Relationship Id="rId28" Type="http://schemas.openxmlformats.org/officeDocument/2006/relationships/customXml" Target="../ink/ink388.xml"/><Relationship Id="rId49" Type="http://schemas.openxmlformats.org/officeDocument/2006/relationships/image" Target="../media/image789.png"/><Relationship Id="rId114" Type="http://schemas.openxmlformats.org/officeDocument/2006/relationships/image" Target="../media/image822.png"/><Relationship Id="rId119" Type="http://schemas.openxmlformats.org/officeDocument/2006/relationships/customXml" Target="../ink/ink433.xml"/><Relationship Id="rId44" Type="http://schemas.openxmlformats.org/officeDocument/2006/relationships/customXml" Target="../ink/ink396.xml"/><Relationship Id="rId60" Type="http://schemas.openxmlformats.org/officeDocument/2006/relationships/customXml" Target="../ink/ink404.xml"/><Relationship Id="rId65" Type="http://schemas.openxmlformats.org/officeDocument/2006/relationships/image" Target="../media/image797.png"/><Relationship Id="rId81" Type="http://schemas.openxmlformats.org/officeDocument/2006/relationships/customXml" Target="../ink/ink414.xml"/><Relationship Id="rId86" Type="http://schemas.openxmlformats.org/officeDocument/2006/relationships/image" Target="../media/image808.png"/><Relationship Id="rId130" Type="http://schemas.openxmlformats.org/officeDocument/2006/relationships/image" Target="../media/image830.png"/><Relationship Id="rId13" Type="http://schemas.openxmlformats.org/officeDocument/2006/relationships/image" Target="../media/image771.png"/><Relationship Id="rId18" Type="http://schemas.openxmlformats.org/officeDocument/2006/relationships/customXml" Target="../ink/ink383.xml"/><Relationship Id="rId39" Type="http://schemas.openxmlformats.org/officeDocument/2006/relationships/image" Target="../media/image784.png"/><Relationship Id="rId109" Type="http://schemas.openxmlformats.org/officeDocument/2006/relationships/customXml" Target="../ink/ink428.xml"/><Relationship Id="rId34" Type="http://schemas.openxmlformats.org/officeDocument/2006/relationships/customXml" Target="../ink/ink391.xml"/><Relationship Id="rId50" Type="http://schemas.openxmlformats.org/officeDocument/2006/relationships/customXml" Target="../ink/ink399.xml"/><Relationship Id="rId55" Type="http://schemas.openxmlformats.org/officeDocument/2006/relationships/image" Target="../media/image792.png"/><Relationship Id="rId76" Type="http://schemas.openxmlformats.org/officeDocument/2006/relationships/image" Target="../media/image803.png"/><Relationship Id="rId97" Type="http://schemas.openxmlformats.org/officeDocument/2006/relationships/customXml" Target="../ink/ink422.xml"/><Relationship Id="rId104" Type="http://schemas.openxmlformats.org/officeDocument/2006/relationships/image" Target="../media/image817.png"/><Relationship Id="rId120" Type="http://schemas.openxmlformats.org/officeDocument/2006/relationships/image" Target="../media/image825.png"/><Relationship Id="rId125" Type="http://schemas.openxmlformats.org/officeDocument/2006/relationships/customXml" Target="../ink/ink436.xml"/><Relationship Id="rId7" Type="http://schemas.openxmlformats.org/officeDocument/2006/relationships/image" Target="../media/image768.png"/><Relationship Id="rId71" Type="http://schemas.openxmlformats.org/officeDocument/2006/relationships/customXml" Target="../ink/ink409.xml"/><Relationship Id="rId92" Type="http://schemas.openxmlformats.org/officeDocument/2006/relationships/image" Target="../media/image811.png"/><Relationship Id="rId2" Type="http://schemas.openxmlformats.org/officeDocument/2006/relationships/customXml" Target="../ink/ink375.xml"/><Relationship Id="rId29" Type="http://schemas.openxmlformats.org/officeDocument/2006/relationships/image" Target="../media/image779.png"/><Relationship Id="rId24" Type="http://schemas.openxmlformats.org/officeDocument/2006/relationships/customXml" Target="../ink/ink386.xml"/><Relationship Id="rId40" Type="http://schemas.openxmlformats.org/officeDocument/2006/relationships/customXml" Target="../ink/ink394.xml"/><Relationship Id="rId45" Type="http://schemas.openxmlformats.org/officeDocument/2006/relationships/image" Target="../media/image787.png"/><Relationship Id="rId66" Type="http://schemas.openxmlformats.org/officeDocument/2006/relationships/image" Target="../media/image250.png"/><Relationship Id="rId87" Type="http://schemas.openxmlformats.org/officeDocument/2006/relationships/customXml" Target="../ink/ink417.xml"/><Relationship Id="rId110" Type="http://schemas.openxmlformats.org/officeDocument/2006/relationships/image" Target="../media/image820.png"/><Relationship Id="rId115" Type="http://schemas.openxmlformats.org/officeDocument/2006/relationships/customXml" Target="../ink/ink431.xml"/><Relationship Id="rId131" Type="http://schemas.openxmlformats.org/officeDocument/2006/relationships/customXml" Target="../ink/ink439.xml"/><Relationship Id="rId61" Type="http://schemas.openxmlformats.org/officeDocument/2006/relationships/image" Target="../media/image795.png"/><Relationship Id="rId82" Type="http://schemas.openxmlformats.org/officeDocument/2006/relationships/image" Target="../media/image806.png"/><Relationship Id="rId19" Type="http://schemas.openxmlformats.org/officeDocument/2006/relationships/image" Target="../media/image774.png"/><Relationship Id="rId14" Type="http://schemas.openxmlformats.org/officeDocument/2006/relationships/customXml" Target="../ink/ink381.xml"/><Relationship Id="rId30" Type="http://schemas.openxmlformats.org/officeDocument/2006/relationships/customXml" Target="../ink/ink389.xml"/><Relationship Id="rId35" Type="http://schemas.openxmlformats.org/officeDocument/2006/relationships/image" Target="../media/image782.png"/><Relationship Id="rId56" Type="http://schemas.openxmlformats.org/officeDocument/2006/relationships/customXml" Target="../ink/ink402.xml"/><Relationship Id="rId77" Type="http://schemas.openxmlformats.org/officeDocument/2006/relationships/customXml" Target="../ink/ink412.xml"/><Relationship Id="rId100" Type="http://schemas.openxmlformats.org/officeDocument/2006/relationships/image" Target="../media/image815.png"/><Relationship Id="rId105" Type="http://schemas.openxmlformats.org/officeDocument/2006/relationships/customXml" Target="../ink/ink426.xml"/><Relationship Id="rId126" Type="http://schemas.openxmlformats.org/officeDocument/2006/relationships/image" Target="../media/image828.png"/><Relationship Id="rId8" Type="http://schemas.openxmlformats.org/officeDocument/2006/relationships/customXml" Target="../ink/ink378.xml"/><Relationship Id="rId51" Type="http://schemas.openxmlformats.org/officeDocument/2006/relationships/image" Target="../media/image790.png"/><Relationship Id="rId72" Type="http://schemas.openxmlformats.org/officeDocument/2006/relationships/image" Target="../media/image801.png"/><Relationship Id="rId93" Type="http://schemas.openxmlformats.org/officeDocument/2006/relationships/customXml" Target="../ink/ink420.xml"/><Relationship Id="rId98" Type="http://schemas.openxmlformats.org/officeDocument/2006/relationships/image" Target="../media/image814.png"/><Relationship Id="rId121" Type="http://schemas.openxmlformats.org/officeDocument/2006/relationships/customXml" Target="../ink/ink434.xml"/><Relationship Id="rId3" Type="http://schemas.openxmlformats.org/officeDocument/2006/relationships/image" Target="../media/image766.png"/><Relationship Id="rId25" Type="http://schemas.openxmlformats.org/officeDocument/2006/relationships/image" Target="../media/image777.png"/><Relationship Id="rId46" Type="http://schemas.openxmlformats.org/officeDocument/2006/relationships/customXml" Target="../ink/ink397.xml"/><Relationship Id="rId67" Type="http://schemas.openxmlformats.org/officeDocument/2006/relationships/customXml" Target="../ink/ink407.xml"/><Relationship Id="rId116" Type="http://schemas.openxmlformats.org/officeDocument/2006/relationships/image" Target="../media/image823.png"/><Relationship Id="rId20" Type="http://schemas.openxmlformats.org/officeDocument/2006/relationships/customXml" Target="../ink/ink384.xml"/><Relationship Id="rId41" Type="http://schemas.openxmlformats.org/officeDocument/2006/relationships/image" Target="../media/image785.png"/><Relationship Id="rId62" Type="http://schemas.openxmlformats.org/officeDocument/2006/relationships/customXml" Target="../ink/ink405.xml"/><Relationship Id="rId83" Type="http://schemas.openxmlformats.org/officeDocument/2006/relationships/customXml" Target="../ink/ink415.xml"/><Relationship Id="rId88" Type="http://schemas.openxmlformats.org/officeDocument/2006/relationships/image" Target="../media/image809.png"/><Relationship Id="rId111" Type="http://schemas.openxmlformats.org/officeDocument/2006/relationships/customXml" Target="../ink/ink429.xml"/><Relationship Id="rId132" Type="http://schemas.openxmlformats.org/officeDocument/2006/relationships/image" Target="../media/image831.png"/><Relationship Id="rId15" Type="http://schemas.openxmlformats.org/officeDocument/2006/relationships/image" Target="../media/image772.png"/><Relationship Id="rId36" Type="http://schemas.openxmlformats.org/officeDocument/2006/relationships/customXml" Target="../ink/ink392.xml"/><Relationship Id="rId57" Type="http://schemas.openxmlformats.org/officeDocument/2006/relationships/image" Target="../media/image793.png"/><Relationship Id="rId106" Type="http://schemas.openxmlformats.org/officeDocument/2006/relationships/image" Target="../media/image818.png"/><Relationship Id="rId127" Type="http://schemas.openxmlformats.org/officeDocument/2006/relationships/customXml" Target="../ink/ink437.xml"/><Relationship Id="rId10" Type="http://schemas.openxmlformats.org/officeDocument/2006/relationships/customXml" Target="../ink/ink379.xml"/><Relationship Id="rId31" Type="http://schemas.openxmlformats.org/officeDocument/2006/relationships/image" Target="../media/image780.png"/><Relationship Id="rId52" Type="http://schemas.openxmlformats.org/officeDocument/2006/relationships/customXml" Target="../ink/ink400.xml"/><Relationship Id="rId73" Type="http://schemas.openxmlformats.org/officeDocument/2006/relationships/customXml" Target="../ink/ink410.xml"/><Relationship Id="rId78" Type="http://schemas.openxmlformats.org/officeDocument/2006/relationships/image" Target="../media/image804.png"/><Relationship Id="rId94" Type="http://schemas.openxmlformats.org/officeDocument/2006/relationships/image" Target="../media/image812.png"/><Relationship Id="rId99" Type="http://schemas.openxmlformats.org/officeDocument/2006/relationships/customXml" Target="../ink/ink423.xml"/><Relationship Id="rId101" Type="http://schemas.openxmlformats.org/officeDocument/2006/relationships/customXml" Target="../ink/ink424.xml"/><Relationship Id="rId122" Type="http://schemas.openxmlformats.org/officeDocument/2006/relationships/image" Target="../media/image826.png"/><Relationship Id="rId4" Type="http://schemas.openxmlformats.org/officeDocument/2006/relationships/customXml" Target="../ink/ink376.xml"/><Relationship Id="rId9" Type="http://schemas.openxmlformats.org/officeDocument/2006/relationships/image" Target="../media/image769.png"/><Relationship Id="rId26" Type="http://schemas.openxmlformats.org/officeDocument/2006/relationships/customXml" Target="../ink/ink387.xml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498.xml"/><Relationship Id="rId21" Type="http://schemas.openxmlformats.org/officeDocument/2006/relationships/customXml" Target="../ink/ink450.xml"/><Relationship Id="rId42" Type="http://schemas.openxmlformats.org/officeDocument/2006/relationships/image" Target="../media/image850.png"/><Relationship Id="rId63" Type="http://schemas.openxmlformats.org/officeDocument/2006/relationships/customXml" Target="../ink/ink471.xml"/><Relationship Id="rId84" Type="http://schemas.openxmlformats.org/officeDocument/2006/relationships/image" Target="../media/image896.png"/><Relationship Id="rId16" Type="http://schemas.openxmlformats.org/officeDocument/2006/relationships/image" Target="../media/image837.png"/><Relationship Id="rId107" Type="http://schemas.openxmlformats.org/officeDocument/2006/relationships/customXml" Target="../ink/ink493.xml"/><Relationship Id="rId11" Type="http://schemas.openxmlformats.org/officeDocument/2006/relationships/customXml" Target="../ink/ink445.xml"/><Relationship Id="rId32" Type="http://schemas.openxmlformats.org/officeDocument/2006/relationships/image" Target="../media/image253.png"/><Relationship Id="rId37" Type="http://schemas.openxmlformats.org/officeDocument/2006/relationships/customXml" Target="../ink/ink458.xml"/><Relationship Id="rId53" Type="http://schemas.openxmlformats.org/officeDocument/2006/relationships/customXml" Target="../ink/ink466.xml"/><Relationship Id="rId58" Type="http://schemas.openxmlformats.org/officeDocument/2006/relationships/image" Target="../media/image256.png"/><Relationship Id="rId74" Type="http://schemas.openxmlformats.org/officeDocument/2006/relationships/image" Target="../media/image891.png"/><Relationship Id="rId79" Type="http://schemas.openxmlformats.org/officeDocument/2006/relationships/customXml" Target="../ink/ink479.xml"/><Relationship Id="rId102" Type="http://schemas.openxmlformats.org/officeDocument/2006/relationships/image" Target="../media/image905.png"/><Relationship Id="rId123" Type="http://schemas.openxmlformats.org/officeDocument/2006/relationships/customXml" Target="../ink/ink501.xml"/><Relationship Id="rId128" Type="http://schemas.openxmlformats.org/officeDocument/2006/relationships/image" Target="../media/image918.png"/><Relationship Id="rId5" Type="http://schemas.openxmlformats.org/officeDocument/2006/relationships/image" Target="../media/image832.png"/><Relationship Id="rId90" Type="http://schemas.openxmlformats.org/officeDocument/2006/relationships/image" Target="../media/image899.png"/><Relationship Id="rId95" Type="http://schemas.openxmlformats.org/officeDocument/2006/relationships/customXml" Target="../ink/ink487.xml"/><Relationship Id="rId22" Type="http://schemas.openxmlformats.org/officeDocument/2006/relationships/image" Target="../media/image840.png"/><Relationship Id="rId27" Type="http://schemas.openxmlformats.org/officeDocument/2006/relationships/customXml" Target="../ink/ink453.xml"/><Relationship Id="rId43" Type="http://schemas.openxmlformats.org/officeDocument/2006/relationships/customXml" Target="../ink/ink461.xml"/><Relationship Id="rId48" Type="http://schemas.openxmlformats.org/officeDocument/2006/relationships/image" Target="../media/image853.png"/><Relationship Id="rId64" Type="http://schemas.openxmlformats.org/officeDocument/2006/relationships/image" Target="../media/image886.png"/><Relationship Id="rId69" Type="http://schemas.openxmlformats.org/officeDocument/2006/relationships/customXml" Target="../ink/ink474.xml"/><Relationship Id="rId113" Type="http://schemas.openxmlformats.org/officeDocument/2006/relationships/customXml" Target="../ink/ink496.xml"/><Relationship Id="rId118" Type="http://schemas.openxmlformats.org/officeDocument/2006/relationships/image" Target="../media/image913.png"/><Relationship Id="rId134" Type="http://schemas.openxmlformats.org/officeDocument/2006/relationships/image" Target="../media/image921.png"/><Relationship Id="rId80" Type="http://schemas.openxmlformats.org/officeDocument/2006/relationships/image" Target="../media/image894.png"/><Relationship Id="rId85" Type="http://schemas.openxmlformats.org/officeDocument/2006/relationships/customXml" Target="../ink/ink482.xml"/><Relationship Id="rId12" Type="http://schemas.openxmlformats.org/officeDocument/2006/relationships/image" Target="../media/image835.png"/><Relationship Id="rId17" Type="http://schemas.openxmlformats.org/officeDocument/2006/relationships/customXml" Target="../ink/ink448.xml"/><Relationship Id="rId33" Type="http://schemas.openxmlformats.org/officeDocument/2006/relationships/customXml" Target="../ink/ink456.xml"/><Relationship Id="rId38" Type="http://schemas.openxmlformats.org/officeDocument/2006/relationships/image" Target="../media/image848.png"/><Relationship Id="rId59" Type="http://schemas.openxmlformats.org/officeDocument/2006/relationships/customXml" Target="../ink/ink469.xml"/><Relationship Id="rId103" Type="http://schemas.openxmlformats.org/officeDocument/2006/relationships/customXml" Target="../ink/ink491.xml"/><Relationship Id="rId108" Type="http://schemas.openxmlformats.org/officeDocument/2006/relationships/image" Target="../media/image908.png"/><Relationship Id="rId124" Type="http://schemas.openxmlformats.org/officeDocument/2006/relationships/image" Target="../media/image916.png"/><Relationship Id="rId129" Type="http://schemas.openxmlformats.org/officeDocument/2006/relationships/customXml" Target="../ink/ink504.xml"/><Relationship Id="rId54" Type="http://schemas.openxmlformats.org/officeDocument/2006/relationships/image" Target="../media/image254.png"/><Relationship Id="rId70" Type="http://schemas.openxmlformats.org/officeDocument/2006/relationships/image" Target="../media/image889.png"/><Relationship Id="rId75" Type="http://schemas.openxmlformats.org/officeDocument/2006/relationships/customXml" Target="../ink/ink477.xml"/><Relationship Id="rId91" Type="http://schemas.openxmlformats.org/officeDocument/2006/relationships/customXml" Target="../ink/ink485.xml"/><Relationship Id="rId96" Type="http://schemas.openxmlformats.org/officeDocument/2006/relationships/image" Target="../media/image902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442.xml"/><Relationship Id="rId23" Type="http://schemas.openxmlformats.org/officeDocument/2006/relationships/customXml" Target="../ink/ink451.xml"/><Relationship Id="rId28" Type="http://schemas.openxmlformats.org/officeDocument/2006/relationships/image" Target="../media/image251.png"/><Relationship Id="rId49" Type="http://schemas.openxmlformats.org/officeDocument/2006/relationships/customXml" Target="../ink/ink464.xml"/><Relationship Id="rId114" Type="http://schemas.openxmlformats.org/officeDocument/2006/relationships/image" Target="../media/image911.png"/><Relationship Id="rId119" Type="http://schemas.openxmlformats.org/officeDocument/2006/relationships/customXml" Target="../ink/ink499.xml"/><Relationship Id="rId44" Type="http://schemas.openxmlformats.org/officeDocument/2006/relationships/image" Target="../media/image851.png"/><Relationship Id="rId60" Type="http://schemas.openxmlformats.org/officeDocument/2006/relationships/image" Target="../media/image257.png"/><Relationship Id="rId65" Type="http://schemas.openxmlformats.org/officeDocument/2006/relationships/customXml" Target="../ink/ink472.xml"/><Relationship Id="rId81" Type="http://schemas.openxmlformats.org/officeDocument/2006/relationships/customXml" Target="../ink/ink480.xml"/><Relationship Id="rId86" Type="http://schemas.openxmlformats.org/officeDocument/2006/relationships/image" Target="../media/image897.png"/><Relationship Id="rId130" Type="http://schemas.openxmlformats.org/officeDocument/2006/relationships/image" Target="../media/image919.png"/><Relationship Id="rId135" Type="http://schemas.openxmlformats.org/officeDocument/2006/relationships/customXml" Target="../ink/ink507.xml"/><Relationship Id="rId13" Type="http://schemas.openxmlformats.org/officeDocument/2006/relationships/customXml" Target="../ink/ink446.xml"/><Relationship Id="rId18" Type="http://schemas.openxmlformats.org/officeDocument/2006/relationships/image" Target="../media/image838.png"/><Relationship Id="rId39" Type="http://schemas.openxmlformats.org/officeDocument/2006/relationships/customXml" Target="../ink/ink459.xml"/><Relationship Id="rId109" Type="http://schemas.openxmlformats.org/officeDocument/2006/relationships/customXml" Target="../ink/ink494.xml"/><Relationship Id="rId34" Type="http://schemas.openxmlformats.org/officeDocument/2006/relationships/image" Target="../media/image846.png"/><Relationship Id="rId50" Type="http://schemas.openxmlformats.org/officeDocument/2006/relationships/image" Target="../media/image854.png"/><Relationship Id="rId55" Type="http://schemas.openxmlformats.org/officeDocument/2006/relationships/customXml" Target="../ink/ink467.xml"/><Relationship Id="rId76" Type="http://schemas.openxmlformats.org/officeDocument/2006/relationships/image" Target="../media/image892.png"/><Relationship Id="rId97" Type="http://schemas.openxmlformats.org/officeDocument/2006/relationships/customXml" Target="../ink/ink488.xml"/><Relationship Id="rId104" Type="http://schemas.openxmlformats.org/officeDocument/2006/relationships/image" Target="../media/image906.png"/><Relationship Id="rId120" Type="http://schemas.openxmlformats.org/officeDocument/2006/relationships/image" Target="../media/image914.png"/><Relationship Id="rId125" Type="http://schemas.openxmlformats.org/officeDocument/2006/relationships/customXml" Target="../ink/ink502.xml"/><Relationship Id="rId7" Type="http://schemas.openxmlformats.org/officeDocument/2006/relationships/customXml" Target="../ink/ink443.xml"/><Relationship Id="rId71" Type="http://schemas.openxmlformats.org/officeDocument/2006/relationships/customXml" Target="../ink/ink475.xml"/><Relationship Id="rId92" Type="http://schemas.openxmlformats.org/officeDocument/2006/relationships/image" Target="../media/image900.png"/><Relationship Id="rId2" Type="http://schemas.openxmlformats.org/officeDocument/2006/relationships/customXml" Target="../ink/ink440.xml"/><Relationship Id="rId29" Type="http://schemas.openxmlformats.org/officeDocument/2006/relationships/customXml" Target="../ink/ink454.xml"/><Relationship Id="rId24" Type="http://schemas.openxmlformats.org/officeDocument/2006/relationships/image" Target="../media/image841.png"/><Relationship Id="rId40" Type="http://schemas.openxmlformats.org/officeDocument/2006/relationships/image" Target="../media/image849.png"/><Relationship Id="rId45" Type="http://schemas.openxmlformats.org/officeDocument/2006/relationships/customXml" Target="../ink/ink462.xml"/><Relationship Id="rId66" Type="http://schemas.openxmlformats.org/officeDocument/2006/relationships/image" Target="../media/image887.png"/><Relationship Id="rId87" Type="http://schemas.openxmlformats.org/officeDocument/2006/relationships/customXml" Target="../ink/ink483.xml"/><Relationship Id="rId110" Type="http://schemas.openxmlformats.org/officeDocument/2006/relationships/image" Target="../media/image909.png"/><Relationship Id="rId115" Type="http://schemas.openxmlformats.org/officeDocument/2006/relationships/customXml" Target="../ink/ink497.xml"/><Relationship Id="rId131" Type="http://schemas.openxmlformats.org/officeDocument/2006/relationships/customXml" Target="../ink/ink505.xml"/><Relationship Id="rId136" Type="http://schemas.openxmlformats.org/officeDocument/2006/relationships/image" Target="../media/image922.png"/><Relationship Id="rId61" Type="http://schemas.openxmlformats.org/officeDocument/2006/relationships/customXml" Target="../ink/ink470.xml"/><Relationship Id="rId82" Type="http://schemas.openxmlformats.org/officeDocument/2006/relationships/image" Target="../media/image895.png"/><Relationship Id="rId19" Type="http://schemas.openxmlformats.org/officeDocument/2006/relationships/customXml" Target="../ink/ink449.xml"/><Relationship Id="rId14" Type="http://schemas.openxmlformats.org/officeDocument/2006/relationships/image" Target="../media/image836.png"/><Relationship Id="rId30" Type="http://schemas.openxmlformats.org/officeDocument/2006/relationships/image" Target="../media/image252.png"/><Relationship Id="rId35" Type="http://schemas.openxmlformats.org/officeDocument/2006/relationships/customXml" Target="../ink/ink457.xml"/><Relationship Id="rId56" Type="http://schemas.openxmlformats.org/officeDocument/2006/relationships/image" Target="../media/image255.png"/><Relationship Id="rId77" Type="http://schemas.openxmlformats.org/officeDocument/2006/relationships/customXml" Target="../ink/ink478.xml"/><Relationship Id="rId100" Type="http://schemas.openxmlformats.org/officeDocument/2006/relationships/image" Target="../media/image904.png"/><Relationship Id="rId105" Type="http://schemas.openxmlformats.org/officeDocument/2006/relationships/customXml" Target="../ink/ink492.xml"/><Relationship Id="rId126" Type="http://schemas.openxmlformats.org/officeDocument/2006/relationships/image" Target="../media/image917.png"/><Relationship Id="rId8" Type="http://schemas.openxmlformats.org/officeDocument/2006/relationships/image" Target="../media/image833.png"/><Relationship Id="rId51" Type="http://schemas.openxmlformats.org/officeDocument/2006/relationships/customXml" Target="../ink/ink465.xml"/><Relationship Id="rId72" Type="http://schemas.openxmlformats.org/officeDocument/2006/relationships/image" Target="../media/image890.png"/><Relationship Id="rId93" Type="http://schemas.openxmlformats.org/officeDocument/2006/relationships/customXml" Target="../ink/ink486.xml"/><Relationship Id="rId98" Type="http://schemas.openxmlformats.org/officeDocument/2006/relationships/image" Target="../media/image903.png"/><Relationship Id="rId121" Type="http://schemas.openxmlformats.org/officeDocument/2006/relationships/customXml" Target="../ink/ink500.xml"/><Relationship Id="rId3" Type="http://schemas.openxmlformats.org/officeDocument/2006/relationships/image" Target="../media/image610.png"/><Relationship Id="rId25" Type="http://schemas.openxmlformats.org/officeDocument/2006/relationships/customXml" Target="../ink/ink452.xml"/><Relationship Id="rId46" Type="http://schemas.openxmlformats.org/officeDocument/2006/relationships/image" Target="../media/image852.png"/><Relationship Id="rId67" Type="http://schemas.openxmlformats.org/officeDocument/2006/relationships/customXml" Target="../ink/ink473.xml"/><Relationship Id="rId116" Type="http://schemas.openxmlformats.org/officeDocument/2006/relationships/image" Target="../media/image912.png"/><Relationship Id="rId20" Type="http://schemas.openxmlformats.org/officeDocument/2006/relationships/image" Target="../media/image839.png"/><Relationship Id="rId41" Type="http://schemas.openxmlformats.org/officeDocument/2006/relationships/customXml" Target="../ink/ink460.xml"/><Relationship Id="rId62" Type="http://schemas.openxmlformats.org/officeDocument/2006/relationships/image" Target="../media/image258.png"/><Relationship Id="rId83" Type="http://schemas.openxmlformats.org/officeDocument/2006/relationships/customXml" Target="../ink/ink481.xml"/><Relationship Id="rId88" Type="http://schemas.openxmlformats.org/officeDocument/2006/relationships/image" Target="../media/image898.png"/><Relationship Id="rId111" Type="http://schemas.openxmlformats.org/officeDocument/2006/relationships/customXml" Target="../ink/ink495.xml"/><Relationship Id="rId132" Type="http://schemas.openxmlformats.org/officeDocument/2006/relationships/image" Target="../media/image920.png"/><Relationship Id="rId15" Type="http://schemas.openxmlformats.org/officeDocument/2006/relationships/customXml" Target="../ink/ink447.xml"/><Relationship Id="rId36" Type="http://schemas.openxmlformats.org/officeDocument/2006/relationships/image" Target="../media/image847.png"/><Relationship Id="rId57" Type="http://schemas.openxmlformats.org/officeDocument/2006/relationships/customXml" Target="../ink/ink468.xml"/><Relationship Id="rId106" Type="http://schemas.openxmlformats.org/officeDocument/2006/relationships/image" Target="../media/image907.png"/><Relationship Id="rId127" Type="http://schemas.openxmlformats.org/officeDocument/2006/relationships/customXml" Target="../ink/ink503.xml"/><Relationship Id="rId10" Type="http://schemas.openxmlformats.org/officeDocument/2006/relationships/image" Target="../media/image834.png"/><Relationship Id="rId31" Type="http://schemas.openxmlformats.org/officeDocument/2006/relationships/customXml" Target="../ink/ink455.xml"/><Relationship Id="rId52" Type="http://schemas.openxmlformats.org/officeDocument/2006/relationships/image" Target="../media/image855.png"/><Relationship Id="rId73" Type="http://schemas.openxmlformats.org/officeDocument/2006/relationships/customXml" Target="../ink/ink476.xml"/><Relationship Id="rId78" Type="http://schemas.openxmlformats.org/officeDocument/2006/relationships/image" Target="../media/image893.png"/><Relationship Id="rId94" Type="http://schemas.openxmlformats.org/officeDocument/2006/relationships/image" Target="../media/image901.png"/><Relationship Id="rId99" Type="http://schemas.openxmlformats.org/officeDocument/2006/relationships/customXml" Target="../ink/ink489.xml"/><Relationship Id="rId101" Type="http://schemas.openxmlformats.org/officeDocument/2006/relationships/customXml" Target="../ink/ink490.xml"/><Relationship Id="rId122" Type="http://schemas.openxmlformats.org/officeDocument/2006/relationships/image" Target="../media/image915.png"/><Relationship Id="rId4" Type="http://schemas.openxmlformats.org/officeDocument/2006/relationships/customXml" Target="../ink/ink441.xml"/><Relationship Id="rId9" Type="http://schemas.openxmlformats.org/officeDocument/2006/relationships/customXml" Target="../ink/ink444.xml"/><Relationship Id="rId26" Type="http://schemas.openxmlformats.org/officeDocument/2006/relationships/image" Target="../media/image842.png"/><Relationship Id="rId47" Type="http://schemas.openxmlformats.org/officeDocument/2006/relationships/customXml" Target="../ink/ink463.xml"/><Relationship Id="rId68" Type="http://schemas.openxmlformats.org/officeDocument/2006/relationships/image" Target="../media/image888.png"/><Relationship Id="rId89" Type="http://schemas.openxmlformats.org/officeDocument/2006/relationships/customXml" Target="../ink/ink484.xml"/><Relationship Id="rId112" Type="http://schemas.openxmlformats.org/officeDocument/2006/relationships/image" Target="../media/image910.png"/><Relationship Id="rId133" Type="http://schemas.openxmlformats.org/officeDocument/2006/relationships/customXml" Target="../ink/ink506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225.png"/><Relationship Id="rId299" Type="http://schemas.openxmlformats.org/officeDocument/2006/relationships/image" Target="../media/image1314.png"/><Relationship Id="rId21" Type="http://schemas.openxmlformats.org/officeDocument/2006/relationships/image" Target="../media/image890.png"/><Relationship Id="rId63" Type="http://schemas.openxmlformats.org/officeDocument/2006/relationships/image" Target="../media/image911.png"/><Relationship Id="rId159" Type="http://schemas.openxmlformats.org/officeDocument/2006/relationships/image" Target="../media/image1208.png"/><Relationship Id="rId170" Type="http://schemas.openxmlformats.org/officeDocument/2006/relationships/customXml" Target="../ink/ink592.xml"/><Relationship Id="rId226" Type="http://schemas.openxmlformats.org/officeDocument/2006/relationships/customXml" Target="../ink/ink620.xml"/><Relationship Id="rId268" Type="http://schemas.openxmlformats.org/officeDocument/2006/relationships/customXml" Target="../ink/ink641.xml"/><Relationship Id="rId32" Type="http://schemas.openxmlformats.org/officeDocument/2006/relationships/customXml" Target="../ink/ink523.xml"/><Relationship Id="rId74" Type="http://schemas.openxmlformats.org/officeDocument/2006/relationships/customXml" Target="../ink/ink544.xml"/><Relationship Id="rId128" Type="http://schemas.openxmlformats.org/officeDocument/2006/relationships/customXml" Target="../ink/ink571.xml"/><Relationship Id="rId5" Type="http://schemas.openxmlformats.org/officeDocument/2006/relationships/image" Target="../media/image255.png"/><Relationship Id="rId181" Type="http://schemas.openxmlformats.org/officeDocument/2006/relationships/image" Target="../media/image1255.png"/><Relationship Id="rId237" Type="http://schemas.openxmlformats.org/officeDocument/2006/relationships/image" Target="../media/image1283.png"/><Relationship Id="rId279" Type="http://schemas.openxmlformats.org/officeDocument/2006/relationships/image" Target="../media/image1304.png"/><Relationship Id="rId43" Type="http://schemas.openxmlformats.org/officeDocument/2006/relationships/image" Target="../media/image901.png"/><Relationship Id="rId139" Type="http://schemas.openxmlformats.org/officeDocument/2006/relationships/image" Target="../media/image1236.png"/><Relationship Id="rId290" Type="http://schemas.openxmlformats.org/officeDocument/2006/relationships/customXml" Target="../ink/ink652.xml"/><Relationship Id="rId304" Type="http://schemas.openxmlformats.org/officeDocument/2006/relationships/customXml" Target="../ink/ink659.xml"/><Relationship Id="rId85" Type="http://schemas.openxmlformats.org/officeDocument/2006/relationships/image" Target="../media/image922.png"/><Relationship Id="rId150" Type="http://schemas.openxmlformats.org/officeDocument/2006/relationships/customXml" Target="../ink/ink582.xml"/><Relationship Id="rId192" Type="http://schemas.openxmlformats.org/officeDocument/2006/relationships/customXml" Target="../ink/ink603.xml"/><Relationship Id="rId206" Type="http://schemas.openxmlformats.org/officeDocument/2006/relationships/customXml" Target="../ink/ink610.xml"/><Relationship Id="rId248" Type="http://schemas.openxmlformats.org/officeDocument/2006/relationships/customXml" Target="../ink/ink631.xml"/><Relationship Id="rId12" Type="http://schemas.openxmlformats.org/officeDocument/2006/relationships/customXml" Target="../ink/ink513.xml"/><Relationship Id="rId108" Type="http://schemas.openxmlformats.org/officeDocument/2006/relationships/customXml" Target="../ink/ink561.xml"/><Relationship Id="rId54" Type="http://schemas.openxmlformats.org/officeDocument/2006/relationships/customXml" Target="../ink/ink534.xml"/><Relationship Id="rId96" Type="http://schemas.openxmlformats.org/officeDocument/2006/relationships/customXml" Target="../ink/ink555.xml"/><Relationship Id="rId161" Type="http://schemas.openxmlformats.org/officeDocument/2006/relationships/image" Target="../media/image1246.png"/><Relationship Id="rId217" Type="http://schemas.openxmlformats.org/officeDocument/2006/relationships/image" Target="../media/image1273.png"/><Relationship Id="rId259" Type="http://schemas.openxmlformats.org/officeDocument/2006/relationships/image" Target="../media/image1294.png"/><Relationship Id="rId23" Type="http://schemas.openxmlformats.org/officeDocument/2006/relationships/image" Target="../media/image891.png"/><Relationship Id="rId119" Type="http://schemas.openxmlformats.org/officeDocument/2006/relationships/image" Target="../media/image1226.png"/><Relationship Id="rId270" Type="http://schemas.openxmlformats.org/officeDocument/2006/relationships/customXml" Target="../ink/ink642.xml"/><Relationship Id="rId65" Type="http://schemas.openxmlformats.org/officeDocument/2006/relationships/image" Target="../media/image912.png"/><Relationship Id="rId130" Type="http://schemas.openxmlformats.org/officeDocument/2006/relationships/customXml" Target="../ink/ink572.xml"/><Relationship Id="rId172" Type="http://schemas.openxmlformats.org/officeDocument/2006/relationships/customXml" Target="../ink/ink593.xml"/><Relationship Id="rId193" Type="http://schemas.openxmlformats.org/officeDocument/2006/relationships/image" Target="../media/image1261.png"/><Relationship Id="rId207" Type="http://schemas.openxmlformats.org/officeDocument/2006/relationships/image" Target="../media/image1268.png"/><Relationship Id="rId228" Type="http://schemas.openxmlformats.org/officeDocument/2006/relationships/customXml" Target="../ink/ink621.xml"/><Relationship Id="rId249" Type="http://schemas.openxmlformats.org/officeDocument/2006/relationships/image" Target="../media/image1289.png"/><Relationship Id="rId13" Type="http://schemas.openxmlformats.org/officeDocument/2006/relationships/image" Target="../media/image886.png"/><Relationship Id="rId109" Type="http://schemas.openxmlformats.org/officeDocument/2006/relationships/image" Target="../media/image1221.png"/><Relationship Id="rId260" Type="http://schemas.openxmlformats.org/officeDocument/2006/relationships/customXml" Target="../ink/ink637.xml"/><Relationship Id="rId281" Type="http://schemas.openxmlformats.org/officeDocument/2006/relationships/image" Target="../media/image1305.png"/><Relationship Id="rId34" Type="http://schemas.openxmlformats.org/officeDocument/2006/relationships/customXml" Target="../ink/ink524.xml"/><Relationship Id="rId55" Type="http://schemas.openxmlformats.org/officeDocument/2006/relationships/image" Target="../media/image907.png"/><Relationship Id="rId76" Type="http://schemas.openxmlformats.org/officeDocument/2006/relationships/customXml" Target="../ink/ink545.xml"/><Relationship Id="rId97" Type="http://schemas.openxmlformats.org/officeDocument/2006/relationships/image" Target="../media/image1215.png"/><Relationship Id="rId120" Type="http://schemas.openxmlformats.org/officeDocument/2006/relationships/customXml" Target="../ink/ink567.xml"/><Relationship Id="rId141" Type="http://schemas.openxmlformats.org/officeDocument/2006/relationships/image" Target="../media/image1237.png"/><Relationship Id="rId7" Type="http://schemas.openxmlformats.org/officeDocument/2006/relationships/image" Target="../media/image256.png"/><Relationship Id="rId162" Type="http://schemas.openxmlformats.org/officeDocument/2006/relationships/customXml" Target="../ink/ink588.xml"/><Relationship Id="rId183" Type="http://schemas.openxmlformats.org/officeDocument/2006/relationships/image" Target="../media/image1256.png"/><Relationship Id="rId218" Type="http://schemas.openxmlformats.org/officeDocument/2006/relationships/customXml" Target="../ink/ink616.xml"/><Relationship Id="rId239" Type="http://schemas.openxmlformats.org/officeDocument/2006/relationships/image" Target="../media/image1284.png"/><Relationship Id="rId250" Type="http://schemas.openxmlformats.org/officeDocument/2006/relationships/customXml" Target="../ink/ink632.xml"/><Relationship Id="rId271" Type="http://schemas.openxmlformats.org/officeDocument/2006/relationships/image" Target="../media/image1300.png"/><Relationship Id="rId292" Type="http://schemas.openxmlformats.org/officeDocument/2006/relationships/customXml" Target="../ink/ink653.xml"/><Relationship Id="rId306" Type="http://schemas.openxmlformats.org/officeDocument/2006/relationships/customXml" Target="../ink/ink660.xml"/><Relationship Id="rId24" Type="http://schemas.openxmlformats.org/officeDocument/2006/relationships/customXml" Target="../ink/ink519.xml"/><Relationship Id="rId45" Type="http://schemas.openxmlformats.org/officeDocument/2006/relationships/image" Target="../media/image902.png"/><Relationship Id="rId66" Type="http://schemas.openxmlformats.org/officeDocument/2006/relationships/customXml" Target="../ink/ink540.xml"/><Relationship Id="rId87" Type="http://schemas.openxmlformats.org/officeDocument/2006/relationships/image" Target="../media/image1211.png"/><Relationship Id="rId110" Type="http://schemas.openxmlformats.org/officeDocument/2006/relationships/customXml" Target="../ink/ink562.xml"/><Relationship Id="rId131" Type="http://schemas.openxmlformats.org/officeDocument/2006/relationships/image" Target="../media/image1232.png"/><Relationship Id="rId152" Type="http://schemas.openxmlformats.org/officeDocument/2006/relationships/customXml" Target="../ink/ink583.xml"/><Relationship Id="rId173" Type="http://schemas.openxmlformats.org/officeDocument/2006/relationships/image" Target="../media/image1251.png"/><Relationship Id="rId194" Type="http://schemas.openxmlformats.org/officeDocument/2006/relationships/customXml" Target="../ink/ink604.xml"/><Relationship Id="rId208" Type="http://schemas.openxmlformats.org/officeDocument/2006/relationships/customXml" Target="../ink/ink611.xml"/><Relationship Id="rId229" Type="http://schemas.openxmlformats.org/officeDocument/2006/relationships/image" Target="../media/image1279.png"/><Relationship Id="rId240" Type="http://schemas.openxmlformats.org/officeDocument/2006/relationships/customXml" Target="../ink/ink627.xml"/><Relationship Id="rId261" Type="http://schemas.openxmlformats.org/officeDocument/2006/relationships/image" Target="../media/image1295.png"/><Relationship Id="rId14" Type="http://schemas.openxmlformats.org/officeDocument/2006/relationships/customXml" Target="../ink/ink514.xml"/><Relationship Id="rId35" Type="http://schemas.openxmlformats.org/officeDocument/2006/relationships/image" Target="../media/image897.png"/><Relationship Id="rId56" Type="http://schemas.openxmlformats.org/officeDocument/2006/relationships/customXml" Target="../ink/ink535.xml"/><Relationship Id="rId77" Type="http://schemas.openxmlformats.org/officeDocument/2006/relationships/image" Target="../media/image918.png"/><Relationship Id="rId100" Type="http://schemas.openxmlformats.org/officeDocument/2006/relationships/customXml" Target="../ink/ink557.xml"/><Relationship Id="rId282" Type="http://schemas.openxmlformats.org/officeDocument/2006/relationships/customXml" Target="../ink/ink648.xml"/><Relationship Id="rId8" Type="http://schemas.openxmlformats.org/officeDocument/2006/relationships/customXml" Target="../ink/ink511.xml"/><Relationship Id="rId98" Type="http://schemas.openxmlformats.org/officeDocument/2006/relationships/customXml" Target="../ink/ink556.xml"/><Relationship Id="rId121" Type="http://schemas.openxmlformats.org/officeDocument/2006/relationships/image" Target="../media/image1227.png"/><Relationship Id="rId142" Type="http://schemas.openxmlformats.org/officeDocument/2006/relationships/customXml" Target="../ink/ink578.xml"/><Relationship Id="rId163" Type="http://schemas.openxmlformats.org/officeDocument/2006/relationships/image" Target="../media/image1247.png"/><Relationship Id="rId184" Type="http://schemas.openxmlformats.org/officeDocument/2006/relationships/customXml" Target="../ink/ink599.xml"/><Relationship Id="rId219" Type="http://schemas.openxmlformats.org/officeDocument/2006/relationships/image" Target="../media/image1274.png"/><Relationship Id="rId230" Type="http://schemas.openxmlformats.org/officeDocument/2006/relationships/customXml" Target="../ink/ink622.xml"/><Relationship Id="rId251" Type="http://schemas.openxmlformats.org/officeDocument/2006/relationships/image" Target="../media/image1290.png"/><Relationship Id="rId25" Type="http://schemas.openxmlformats.org/officeDocument/2006/relationships/image" Target="../media/image892.png"/><Relationship Id="rId46" Type="http://schemas.openxmlformats.org/officeDocument/2006/relationships/customXml" Target="../ink/ink530.xml"/><Relationship Id="rId67" Type="http://schemas.openxmlformats.org/officeDocument/2006/relationships/image" Target="../media/image913.png"/><Relationship Id="rId272" Type="http://schemas.openxmlformats.org/officeDocument/2006/relationships/customXml" Target="../ink/ink643.xml"/><Relationship Id="rId293" Type="http://schemas.openxmlformats.org/officeDocument/2006/relationships/image" Target="../media/image1311.png"/><Relationship Id="rId307" Type="http://schemas.openxmlformats.org/officeDocument/2006/relationships/image" Target="../media/image1318.png"/><Relationship Id="rId88" Type="http://schemas.openxmlformats.org/officeDocument/2006/relationships/customXml" Target="../ink/ink551.xml"/><Relationship Id="rId111" Type="http://schemas.openxmlformats.org/officeDocument/2006/relationships/image" Target="../media/image1222.png"/><Relationship Id="rId132" Type="http://schemas.openxmlformats.org/officeDocument/2006/relationships/customXml" Target="../ink/ink573.xml"/><Relationship Id="rId153" Type="http://schemas.openxmlformats.org/officeDocument/2006/relationships/image" Target="../media/image1243.png"/><Relationship Id="rId174" Type="http://schemas.openxmlformats.org/officeDocument/2006/relationships/customXml" Target="../ink/ink594.xml"/><Relationship Id="rId195" Type="http://schemas.openxmlformats.org/officeDocument/2006/relationships/image" Target="../media/image1262.png"/><Relationship Id="rId209" Type="http://schemas.openxmlformats.org/officeDocument/2006/relationships/image" Target="../media/image1269.png"/><Relationship Id="rId220" Type="http://schemas.openxmlformats.org/officeDocument/2006/relationships/customXml" Target="../ink/ink617.xml"/><Relationship Id="rId241" Type="http://schemas.openxmlformats.org/officeDocument/2006/relationships/image" Target="../media/image1285.png"/><Relationship Id="rId15" Type="http://schemas.openxmlformats.org/officeDocument/2006/relationships/image" Target="../media/image887.png"/><Relationship Id="rId36" Type="http://schemas.openxmlformats.org/officeDocument/2006/relationships/customXml" Target="../ink/ink525.xml"/><Relationship Id="rId57" Type="http://schemas.openxmlformats.org/officeDocument/2006/relationships/image" Target="../media/image908.png"/><Relationship Id="rId262" Type="http://schemas.openxmlformats.org/officeDocument/2006/relationships/customXml" Target="../ink/ink638.xml"/><Relationship Id="rId283" Type="http://schemas.openxmlformats.org/officeDocument/2006/relationships/image" Target="../media/image1306.png"/><Relationship Id="rId78" Type="http://schemas.openxmlformats.org/officeDocument/2006/relationships/customXml" Target="../ink/ink546.xml"/><Relationship Id="rId99" Type="http://schemas.openxmlformats.org/officeDocument/2006/relationships/image" Target="../media/image1216.png"/><Relationship Id="rId101" Type="http://schemas.openxmlformats.org/officeDocument/2006/relationships/image" Target="../media/image1217.png"/><Relationship Id="rId122" Type="http://schemas.openxmlformats.org/officeDocument/2006/relationships/customXml" Target="../ink/ink568.xml"/><Relationship Id="rId143" Type="http://schemas.openxmlformats.org/officeDocument/2006/relationships/image" Target="../media/image1238.png"/><Relationship Id="rId164" Type="http://schemas.openxmlformats.org/officeDocument/2006/relationships/customXml" Target="../ink/ink589.xml"/><Relationship Id="rId185" Type="http://schemas.openxmlformats.org/officeDocument/2006/relationships/image" Target="../media/image1257.png"/><Relationship Id="rId9" Type="http://schemas.openxmlformats.org/officeDocument/2006/relationships/image" Target="../media/image257.png"/><Relationship Id="rId210" Type="http://schemas.openxmlformats.org/officeDocument/2006/relationships/customXml" Target="../ink/ink612.xml"/><Relationship Id="rId26" Type="http://schemas.openxmlformats.org/officeDocument/2006/relationships/customXml" Target="../ink/ink520.xml"/><Relationship Id="rId231" Type="http://schemas.openxmlformats.org/officeDocument/2006/relationships/image" Target="../media/image1280.png"/><Relationship Id="rId252" Type="http://schemas.openxmlformats.org/officeDocument/2006/relationships/customXml" Target="../ink/ink633.xml"/><Relationship Id="rId273" Type="http://schemas.openxmlformats.org/officeDocument/2006/relationships/image" Target="../media/image1301.png"/><Relationship Id="rId294" Type="http://schemas.openxmlformats.org/officeDocument/2006/relationships/customXml" Target="../ink/ink654.xml"/><Relationship Id="rId308" Type="http://schemas.openxmlformats.org/officeDocument/2006/relationships/customXml" Target="../ink/ink661.xml"/><Relationship Id="rId47" Type="http://schemas.openxmlformats.org/officeDocument/2006/relationships/image" Target="../media/image903.png"/><Relationship Id="rId68" Type="http://schemas.openxmlformats.org/officeDocument/2006/relationships/customXml" Target="../ink/ink541.xml"/><Relationship Id="rId89" Type="http://schemas.openxmlformats.org/officeDocument/2006/relationships/image" Target="../media/image1212.png"/><Relationship Id="rId112" Type="http://schemas.openxmlformats.org/officeDocument/2006/relationships/customXml" Target="../ink/ink563.xml"/><Relationship Id="rId133" Type="http://schemas.openxmlformats.org/officeDocument/2006/relationships/image" Target="../media/image1233.png"/><Relationship Id="rId154" Type="http://schemas.openxmlformats.org/officeDocument/2006/relationships/customXml" Target="../ink/ink584.xml"/><Relationship Id="rId175" Type="http://schemas.openxmlformats.org/officeDocument/2006/relationships/image" Target="../media/image1252.png"/><Relationship Id="rId196" Type="http://schemas.openxmlformats.org/officeDocument/2006/relationships/customXml" Target="../ink/ink605.xml"/><Relationship Id="rId200" Type="http://schemas.openxmlformats.org/officeDocument/2006/relationships/customXml" Target="../ink/ink607.xml"/><Relationship Id="rId16" Type="http://schemas.openxmlformats.org/officeDocument/2006/relationships/customXml" Target="../ink/ink515.xml"/><Relationship Id="rId221" Type="http://schemas.openxmlformats.org/officeDocument/2006/relationships/image" Target="../media/image1275.png"/><Relationship Id="rId242" Type="http://schemas.openxmlformats.org/officeDocument/2006/relationships/customXml" Target="../ink/ink628.xml"/><Relationship Id="rId263" Type="http://schemas.openxmlformats.org/officeDocument/2006/relationships/image" Target="../media/image1296.png"/><Relationship Id="rId284" Type="http://schemas.openxmlformats.org/officeDocument/2006/relationships/customXml" Target="../ink/ink649.xml"/><Relationship Id="rId37" Type="http://schemas.openxmlformats.org/officeDocument/2006/relationships/image" Target="../media/image898.png"/><Relationship Id="rId58" Type="http://schemas.openxmlformats.org/officeDocument/2006/relationships/customXml" Target="../ink/ink536.xml"/><Relationship Id="rId79" Type="http://schemas.openxmlformats.org/officeDocument/2006/relationships/image" Target="../media/image919.png"/><Relationship Id="rId102" Type="http://schemas.openxmlformats.org/officeDocument/2006/relationships/customXml" Target="../ink/ink558.xml"/><Relationship Id="rId123" Type="http://schemas.openxmlformats.org/officeDocument/2006/relationships/image" Target="../media/image1228.png"/><Relationship Id="rId144" Type="http://schemas.openxmlformats.org/officeDocument/2006/relationships/customXml" Target="../ink/ink579.xml"/><Relationship Id="rId90" Type="http://schemas.openxmlformats.org/officeDocument/2006/relationships/customXml" Target="../ink/ink552.xml"/><Relationship Id="rId165" Type="http://schemas.openxmlformats.org/officeDocument/2006/relationships/image" Target="../media/image1248.png"/><Relationship Id="rId186" Type="http://schemas.openxmlformats.org/officeDocument/2006/relationships/customXml" Target="../ink/ink600.xml"/><Relationship Id="rId211" Type="http://schemas.openxmlformats.org/officeDocument/2006/relationships/image" Target="../media/image1270.png"/><Relationship Id="rId232" Type="http://schemas.openxmlformats.org/officeDocument/2006/relationships/customXml" Target="../ink/ink623.xml"/><Relationship Id="rId253" Type="http://schemas.openxmlformats.org/officeDocument/2006/relationships/image" Target="../media/image1291.png"/><Relationship Id="rId274" Type="http://schemas.openxmlformats.org/officeDocument/2006/relationships/customXml" Target="../ink/ink644.xml"/><Relationship Id="rId295" Type="http://schemas.openxmlformats.org/officeDocument/2006/relationships/image" Target="../media/image1312.png"/><Relationship Id="rId309" Type="http://schemas.openxmlformats.org/officeDocument/2006/relationships/image" Target="../media/image1319.png"/><Relationship Id="rId27" Type="http://schemas.openxmlformats.org/officeDocument/2006/relationships/image" Target="../media/image893.png"/><Relationship Id="rId48" Type="http://schemas.openxmlformats.org/officeDocument/2006/relationships/customXml" Target="../ink/ink531.xml"/><Relationship Id="rId69" Type="http://schemas.openxmlformats.org/officeDocument/2006/relationships/image" Target="../media/image914.png"/><Relationship Id="rId113" Type="http://schemas.openxmlformats.org/officeDocument/2006/relationships/image" Target="../media/image1223.png"/><Relationship Id="rId134" Type="http://schemas.openxmlformats.org/officeDocument/2006/relationships/customXml" Target="../ink/ink574.xml"/><Relationship Id="rId80" Type="http://schemas.openxmlformats.org/officeDocument/2006/relationships/customXml" Target="../ink/ink547.xml"/><Relationship Id="rId155" Type="http://schemas.openxmlformats.org/officeDocument/2006/relationships/image" Target="../media/image1244.png"/><Relationship Id="rId176" Type="http://schemas.openxmlformats.org/officeDocument/2006/relationships/customXml" Target="../ink/ink595.xml"/><Relationship Id="rId197" Type="http://schemas.openxmlformats.org/officeDocument/2006/relationships/image" Target="../media/image1263.png"/><Relationship Id="rId201" Type="http://schemas.openxmlformats.org/officeDocument/2006/relationships/image" Target="../media/image1265.png"/><Relationship Id="rId222" Type="http://schemas.openxmlformats.org/officeDocument/2006/relationships/customXml" Target="../ink/ink618.xml"/><Relationship Id="rId243" Type="http://schemas.openxmlformats.org/officeDocument/2006/relationships/image" Target="../media/image1286.png"/><Relationship Id="rId264" Type="http://schemas.openxmlformats.org/officeDocument/2006/relationships/customXml" Target="../ink/ink639.xml"/><Relationship Id="rId285" Type="http://schemas.openxmlformats.org/officeDocument/2006/relationships/image" Target="../media/image1307.png"/><Relationship Id="rId17" Type="http://schemas.openxmlformats.org/officeDocument/2006/relationships/image" Target="../media/image888.png"/><Relationship Id="rId38" Type="http://schemas.openxmlformats.org/officeDocument/2006/relationships/customXml" Target="../ink/ink526.xml"/><Relationship Id="rId59" Type="http://schemas.openxmlformats.org/officeDocument/2006/relationships/image" Target="../media/image909.png"/><Relationship Id="rId103" Type="http://schemas.openxmlformats.org/officeDocument/2006/relationships/image" Target="../media/image1218.png"/><Relationship Id="rId124" Type="http://schemas.openxmlformats.org/officeDocument/2006/relationships/customXml" Target="../ink/ink569.xml"/><Relationship Id="rId310" Type="http://schemas.openxmlformats.org/officeDocument/2006/relationships/customXml" Target="../ink/ink662.xml"/><Relationship Id="rId70" Type="http://schemas.openxmlformats.org/officeDocument/2006/relationships/customXml" Target="../ink/ink542.xml"/><Relationship Id="rId91" Type="http://schemas.openxmlformats.org/officeDocument/2006/relationships/image" Target="../media/image1213.png"/><Relationship Id="rId145" Type="http://schemas.openxmlformats.org/officeDocument/2006/relationships/image" Target="../media/image1239.png"/><Relationship Id="rId166" Type="http://schemas.openxmlformats.org/officeDocument/2006/relationships/customXml" Target="../ink/ink590.xml"/><Relationship Id="rId187" Type="http://schemas.openxmlformats.org/officeDocument/2006/relationships/image" Target="../media/image1258.png"/><Relationship Id="rId1" Type="http://schemas.openxmlformats.org/officeDocument/2006/relationships/slideLayout" Target="../slideLayouts/slideLayout1.xml"/><Relationship Id="rId212" Type="http://schemas.openxmlformats.org/officeDocument/2006/relationships/customXml" Target="../ink/ink613.xml"/><Relationship Id="rId233" Type="http://schemas.openxmlformats.org/officeDocument/2006/relationships/image" Target="../media/image1281.png"/><Relationship Id="rId254" Type="http://schemas.openxmlformats.org/officeDocument/2006/relationships/customXml" Target="../ink/ink634.xml"/><Relationship Id="rId28" Type="http://schemas.openxmlformats.org/officeDocument/2006/relationships/customXml" Target="../ink/ink521.xml"/><Relationship Id="rId49" Type="http://schemas.openxmlformats.org/officeDocument/2006/relationships/image" Target="../media/image904.png"/><Relationship Id="rId114" Type="http://schemas.openxmlformats.org/officeDocument/2006/relationships/customXml" Target="../ink/ink564.xml"/><Relationship Id="rId275" Type="http://schemas.openxmlformats.org/officeDocument/2006/relationships/image" Target="../media/image1302.png"/><Relationship Id="rId296" Type="http://schemas.openxmlformats.org/officeDocument/2006/relationships/customXml" Target="../ink/ink655.xml"/><Relationship Id="rId300" Type="http://schemas.openxmlformats.org/officeDocument/2006/relationships/customXml" Target="../ink/ink657.xml"/><Relationship Id="rId60" Type="http://schemas.openxmlformats.org/officeDocument/2006/relationships/customXml" Target="../ink/ink537.xml"/><Relationship Id="rId81" Type="http://schemas.openxmlformats.org/officeDocument/2006/relationships/image" Target="../media/image920.png"/><Relationship Id="rId135" Type="http://schemas.openxmlformats.org/officeDocument/2006/relationships/image" Target="../media/image1234.png"/><Relationship Id="rId156" Type="http://schemas.openxmlformats.org/officeDocument/2006/relationships/customXml" Target="../ink/ink585.xml"/><Relationship Id="rId177" Type="http://schemas.openxmlformats.org/officeDocument/2006/relationships/image" Target="../media/image1253.png"/><Relationship Id="rId198" Type="http://schemas.openxmlformats.org/officeDocument/2006/relationships/customXml" Target="../ink/ink606.xml"/><Relationship Id="rId202" Type="http://schemas.openxmlformats.org/officeDocument/2006/relationships/customXml" Target="../ink/ink608.xml"/><Relationship Id="rId223" Type="http://schemas.openxmlformats.org/officeDocument/2006/relationships/image" Target="../media/image1276.png"/><Relationship Id="rId244" Type="http://schemas.openxmlformats.org/officeDocument/2006/relationships/customXml" Target="../ink/ink629.xml"/><Relationship Id="rId18" Type="http://schemas.openxmlformats.org/officeDocument/2006/relationships/customXml" Target="../ink/ink516.xml"/><Relationship Id="rId39" Type="http://schemas.openxmlformats.org/officeDocument/2006/relationships/image" Target="../media/image899.png"/><Relationship Id="rId265" Type="http://schemas.openxmlformats.org/officeDocument/2006/relationships/image" Target="../media/image1297.png"/><Relationship Id="rId286" Type="http://schemas.openxmlformats.org/officeDocument/2006/relationships/customXml" Target="../ink/ink650.xml"/><Relationship Id="rId50" Type="http://schemas.openxmlformats.org/officeDocument/2006/relationships/customXml" Target="../ink/ink532.xml"/><Relationship Id="rId104" Type="http://schemas.openxmlformats.org/officeDocument/2006/relationships/customXml" Target="../ink/ink559.xml"/><Relationship Id="rId125" Type="http://schemas.openxmlformats.org/officeDocument/2006/relationships/image" Target="../media/image1229.png"/><Relationship Id="rId146" Type="http://schemas.openxmlformats.org/officeDocument/2006/relationships/customXml" Target="../ink/ink580.xml"/><Relationship Id="rId167" Type="http://schemas.openxmlformats.org/officeDocument/2006/relationships/image" Target="../media/image646.png"/><Relationship Id="rId188" Type="http://schemas.openxmlformats.org/officeDocument/2006/relationships/customXml" Target="../ink/ink601.xml"/><Relationship Id="rId311" Type="http://schemas.openxmlformats.org/officeDocument/2006/relationships/image" Target="../media/image259.png"/><Relationship Id="rId71" Type="http://schemas.openxmlformats.org/officeDocument/2006/relationships/image" Target="../media/image915.png"/><Relationship Id="rId92" Type="http://schemas.openxmlformats.org/officeDocument/2006/relationships/customXml" Target="../ink/ink553.xml"/><Relationship Id="rId213" Type="http://schemas.openxmlformats.org/officeDocument/2006/relationships/image" Target="../media/image1271.png"/><Relationship Id="rId234" Type="http://schemas.openxmlformats.org/officeDocument/2006/relationships/customXml" Target="../ink/ink624.xml"/><Relationship Id="rId2" Type="http://schemas.openxmlformats.org/officeDocument/2006/relationships/customXml" Target="../ink/ink508.xml"/><Relationship Id="rId29" Type="http://schemas.openxmlformats.org/officeDocument/2006/relationships/image" Target="../media/image894.png"/><Relationship Id="rId255" Type="http://schemas.openxmlformats.org/officeDocument/2006/relationships/image" Target="../media/image1292.png"/><Relationship Id="rId276" Type="http://schemas.openxmlformats.org/officeDocument/2006/relationships/customXml" Target="../ink/ink645.xml"/><Relationship Id="rId297" Type="http://schemas.openxmlformats.org/officeDocument/2006/relationships/image" Target="../media/image1313.png"/><Relationship Id="rId40" Type="http://schemas.openxmlformats.org/officeDocument/2006/relationships/customXml" Target="../ink/ink527.xml"/><Relationship Id="rId115" Type="http://schemas.openxmlformats.org/officeDocument/2006/relationships/image" Target="../media/image1224.png"/><Relationship Id="rId136" Type="http://schemas.openxmlformats.org/officeDocument/2006/relationships/customXml" Target="../ink/ink575.xml"/><Relationship Id="rId157" Type="http://schemas.openxmlformats.org/officeDocument/2006/relationships/image" Target="../media/image1245.png"/><Relationship Id="rId178" Type="http://schemas.openxmlformats.org/officeDocument/2006/relationships/customXml" Target="../ink/ink596.xml"/><Relationship Id="rId301" Type="http://schemas.openxmlformats.org/officeDocument/2006/relationships/image" Target="../media/image1315.png"/><Relationship Id="rId61" Type="http://schemas.openxmlformats.org/officeDocument/2006/relationships/image" Target="../media/image910.png"/><Relationship Id="rId82" Type="http://schemas.openxmlformats.org/officeDocument/2006/relationships/customXml" Target="../ink/ink548.xml"/><Relationship Id="rId199" Type="http://schemas.openxmlformats.org/officeDocument/2006/relationships/image" Target="../media/image1264.png"/><Relationship Id="rId203" Type="http://schemas.openxmlformats.org/officeDocument/2006/relationships/image" Target="../media/image1266.png"/><Relationship Id="rId19" Type="http://schemas.openxmlformats.org/officeDocument/2006/relationships/image" Target="../media/image889.png"/><Relationship Id="rId224" Type="http://schemas.openxmlformats.org/officeDocument/2006/relationships/customXml" Target="../ink/ink619.xml"/><Relationship Id="rId245" Type="http://schemas.openxmlformats.org/officeDocument/2006/relationships/image" Target="../media/image1287.png"/><Relationship Id="rId266" Type="http://schemas.openxmlformats.org/officeDocument/2006/relationships/customXml" Target="../ink/ink640.xml"/><Relationship Id="rId287" Type="http://schemas.openxmlformats.org/officeDocument/2006/relationships/image" Target="../media/image1308.png"/><Relationship Id="rId30" Type="http://schemas.openxmlformats.org/officeDocument/2006/relationships/customXml" Target="../ink/ink522.xml"/><Relationship Id="rId105" Type="http://schemas.openxmlformats.org/officeDocument/2006/relationships/image" Target="../media/image1219.png"/><Relationship Id="rId126" Type="http://schemas.openxmlformats.org/officeDocument/2006/relationships/customXml" Target="../ink/ink570.xml"/><Relationship Id="rId147" Type="http://schemas.openxmlformats.org/officeDocument/2006/relationships/image" Target="../media/image1240.png"/><Relationship Id="rId168" Type="http://schemas.openxmlformats.org/officeDocument/2006/relationships/customXml" Target="../ink/ink591.xml"/><Relationship Id="rId312" Type="http://schemas.openxmlformats.org/officeDocument/2006/relationships/customXml" Target="../ink/ink663.xml"/><Relationship Id="rId51" Type="http://schemas.openxmlformats.org/officeDocument/2006/relationships/image" Target="../media/image905.png"/><Relationship Id="rId72" Type="http://schemas.openxmlformats.org/officeDocument/2006/relationships/customXml" Target="../ink/ink543.xml"/><Relationship Id="rId93" Type="http://schemas.openxmlformats.org/officeDocument/2006/relationships/image" Target="../media/image940.png"/><Relationship Id="rId189" Type="http://schemas.openxmlformats.org/officeDocument/2006/relationships/image" Target="../media/image1259.png"/><Relationship Id="rId3" Type="http://schemas.openxmlformats.org/officeDocument/2006/relationships/image" Target="../media/image254.png"/><Relationship Id="rId214" Type="http://schemas.openxmlformats.org/officeDocument/2006/relationships/customXml" Target="../ink/ink614.xml"/><Relationship Id="rId235" Type="http://schemas.openxmlformats.org/officeDocument/2006/relationships/image" Target="../media/image1282.png"/><Relationship Id="rId256" Type="http://schemas.openxmlformats.org/officeDocument/2006/relationships/customXml" Target="../ink/ink635.xml"/><Relationship Id="rId277" Type="http://schemas.openxmlformats.org/officeDocument/2006/relationships/image" Target="../media/image1303.png"/><Relationship Id="rId298" Type="http://schemas.openxmlformats.org/officeDocument/2006/relationships/customXml" Target="../ink/ink656.xml"/><Relationship Id="rId116" Type="http://schemas.openxmlformats.org/officeDocument/2006/relationships/customXml" Target="../ink/ink565.xml"/><Relationship Id="rId137" Type="http://schemas.openxmlformats.org/officeDocument/2006/relationships/image" Target="../media/image1235.png"/><Relationship Id="rId158" Type="http://schemas.openxmlformats.org/officeDocument/2006/relationships/customXml" Target="../ink/ink586.xml"/><Relationship Id="rId302" Type="http://schemas.openxmlformats.org/officeDocument/2006/relationships/customXml" Target="../ink/ink658.xml"/><Relationship Id="rId20" Type="http://schemas.openxmlformats.org/officeDocument/2006/relationships/customXml" Target="../ink/ink517.xml"/><Relationship Id="rId41" Type="http://schemas.openxmlformats.org/officeDocument/2006/relationships/image" Target="../media/image900.png"/><Relationship Id="rId62" Type="http://schemas.openxmlformats.org/officeDocument/2006/relationships/customXml" Target="../ink/ink538.xml"/><Relationship Id="rId83" Type="http://schemas.openxmlformats.org/officeDocument/2006/relationships/image" Target="../media/image921.png"/><Relationship Id="rId179" Type="http://schemas.openxmlformats.org/officeDocument/2006/relationships/image" Target="../media/image1254.png"/><Relationship Id="rId190" Type="http://schemas.openxmlformats.org/officeDocument/2006/relationships/customXml" Target="../ink/ink602.xml"/><Relationship Id="rId204" Type="http://schemas.openxmlformats.org/officeDocument/2006/relationships/customXml" Target="../ink/ink609.xml"/><Relationship Id="rId225" Type="http://schemas.openxmlformats.org/officeDocument/2006/relationships/image" Target="../media/image1277.png"/><Relationship Id="rId246" Type="http://schemas.openxmlformats.org/officeDocument/2006/relationships/customXml" Target="../ink/ink630.xml"/><Relationship Id="rId267" Type="http://schemas.openxmlformats.org/officeDocument/2006/relationships/image" Target="../media/image1298.png"/><Relationship Id="rId288" Type="http://schemas.openxmlformats.org/officeDocument/2006/relationships/customXml" Target="../ink/ink651.xml"/><Relationship Id="rId106" Type="http://schemas.openxmlformats.org/officeDocument/2006/relationships/customXml" Target="../ink/ink560.xml"/><Relationship Id="rId127" Type="http://schemas.openxmlformats.org/officeDocument/2006/relationships/image" Target="../media/image1230.png"/><Relationship Id="rId313" Type="http://schemas.openxmlformats.org/officeDocument/2006/relationships/image" Target="../media/image260.png"/><Relationship Id="rId10" Type="http://schemas.openxmlformats.org/officeDocument/2006/relationships/customXml" Target="../ink/ink512.xml"/><Relationship Id="rId31" Type="http://schemas.openxmlformats.org/officeDocument/2006/relationships/image" Target="../media/image895.png"/><Relationship Id="rId52" Type="http://schemas.openxmlformats.org/officeDocument/2006/relationships/customXml" Target="../ink/ink533.xml"/><Relationship Id="rId73" Type="http://schemas.openxmlformats.org/officeDocument/2006/relationships/image" Target="../media/image916.png"/><Relationship Id="rId94" Type="http://schemas.openxmlformats.org/officeDocument/2006/relationships/customXml" Target="../ink/ink554.xml"/><Relationship Id="rId148" Type="http://schemas.openxmlformats.org/officeDocument/2006/relationships/customXml" Target="../ink/ink581.xml"/><Relationship Id="rId169" Type="http://schemas.openxmlformats.org/officeDocument/2006/relationships/image" Target="../media/image1249.png"/><Relationship Id="rId4" Type="http://schemas.openxmlformats.org/officeDocument/2006/relationships/customXml" Target="../ink/ink509.xml"/><Relationship Id="rId180" Type="http://schemas.openxmlformats.org/officeDocument/2006/relationships/customXml" Target="../ink/ink597.xml"/><Relationship Id="rId215" Type="http://schemas.openxmlformats.org/officeDocument/2006/relationships/image" Target="../media/image1272.png"/><Relationship Id="rId236" Type="http://schemas.openxmlformats.org/officeDocument/2006/relationships/customXml" Target="../ink/ink625.xml"/><Relationship Id="rId257" Type="http://schemas.openxmlformats.org/officeDocument/2006/relationships/image" Target="../media/image1293.png"/><Relationship Id="rId278" Type="http://schemas.openxmlformats.org/officeDocument/2006/relationships/customXml" Target="../ink/ink646.xml"/><Relationship Id="rId303" Type="http://schemas.openxmlformats.org/officeDocument/2006/relationships/image" Target="../media/image1316.png"/><Relationship Id="rId42" Type="http://schemas.openxmlformats.org/officeDocument/2006/relationships/customXml" Target="../ink/ink528.xml"/><Relationship Id="rId84" Type="http://schemas.openxmlformats.org/officeDocument/2006/relationships/customXml" Target="../ink/ink549.xml"/><Relationship Id="rId138" Type="http://schemas.openxmlformats.org/officeDocument/2006/relationships/customXml" Target="../ink/ink576.xml"/><Relationship Id="rId191" Type="http://schemas.openxmlformats.org/officeDocument/2006/relationships/image" Target="../media/image1260.png"/><Relationship Id="rId205" Type="http://schemas.openxmlformats.org/officeDocument/2006/relationships/image" Target="../media/image1267.png"/><Relationship Id="rId247" Type="http://schemas.openxmlformats.org/officeDocument/2006/relationships/image" Target="../media/image1288.png"/><Relationship Id="rId107" Type="http://schemas.openxmlformats.org/officeDocument/2006/relationships/image" Target="../media/image1220.png"/><Relationship Id="rId289" Type="http://schemas.openxmlformats.org/officeDocument/2006/relationships/image" Target="../media/image1309.png"/><Relationship Id="rId11" Type="http://schemas.openxmlformats.org/officeDocument/2006/relationships/image" Target="../media/image258.png"/><Relationship Id="rId53" Type="http://schemas.openxmlformats.org/officeDocument/2006/relationships/image" Target="../media/image906.png"/><Relationship Id="rId149" Type="http://schemas.openxmlformats.org/officeDocument/2006/relationships/image" Target="../media/image1241.png"/><Relationship Id="rId95" Type="http://schemas.openxmlformats.org/officeDocument/2006/relationships/image" Target="../media/image1214.png"/><Relationship Id="rId160" Type="http://schemas.openxmlformats.org/officeDocument/2006/relationships/customXml" Target="../ink/ink587.xml"/><Relationship Id="rId216" Type="http://schemas.openxmlformats.org/officeDocument/2006/relationships/customXml" Target="../ink/ink615.xml"/><Relationship Id="rId258" Type="http://schemas.openxmlformats.org/officeDocument/2006/relationships/customXml" Target="../ink/ink636.xml"/><Relationship Id="rId22" Type="http://schemas.openxmlformats.org/officeDocument/2006/relationships/customXml" Target="../ink/ink518.xml"/><Relationship Id="rId64" Type="http://schemas.openxmlformats.org/officeDocument/2006/relationships/customXml" Target="../ink/ink539.xml"/><Relationship Id="rId118" Type="http://schemas.openxmlformats.org/officeDocument/2006/relationships/customXml" Target="../ink/ink566.xml"/><Relationship Id="rId171" Type="http://schemas.openxmlformats.org/officeDocument/2006/relationships/image" Target="../media/image1250.png"/><Relationship Id="rId227" Type="http://schemas.openxmlformats.org/officeDocument/2006/relationships/image" Target="../media/image1278.png"/><Relationship Id="rId269" Type="http://schemas.openxmlformats.org/officeDocument/2006/relationships/image" Target="../media/image1299.png"/><Relationship Id="rId33" Type="http://schemas.openxmlformats.org/officeDocument/2006/relationships/image" Target="../media/image896.png"/><Relationship Id="rId129" Type="http://schemas.openxmlformats.org/officeDocument/2006/relationships/image" Target="../media/image1231.png"/><Relationship Id="rId280" Type="http://schemas.openxmlformats.org/officeDocument/2006/relationships/customXml" Target="../ink/ink647.xml"/><Relationship Id="rId75" Type="http://schemas.openxmlformats.org/officeDocument/2006/relationships/image" Target="../media/image917.png"/><Relationship Id="rId140" Type="http://schemas.openxmlformats.org/officeDocument/2006/relationships/customXml" Target="../ink/ink577.xml"/><Relationship Id="rId182" Type="http://schemas.openxmlformats.org/officeDocument/2006/relationships/customXml" Target="../ink/ink598.xml"/><Relationship Id="rId6" Type="http://schemas.openxmlformats.org/officeDocument/2006/relationships/customXml" Target="../ink/ink510.xml"/><Relationship Id="rId238" Type="http://schemas.openxmlformats.org/officeDocument/2006/relationships/customXml" Target="../ink/ink626.xml"/><Relationship Id="rId291" Type="http://schemas.openxmlformats.org/officeDocument/2006/relationships/image" Target="../media/image1310.png"/><Relationship Id="rId305" Type="http://schemas.openxmlformats.org/officeDocument/2006/relationships/image" Target="../media/image1317.png"/><Relationship Id="rId44" Type="http://schemas.openxmlformats.org/officeDocument/2006/relationships/customXml" Target="../ink/ink529.xml"/><Relationship Id="rId86" Type="http://schemas.openxmlformats.org/officeDocument/2006/relationships/customXml" Target="../ink/ink550.xml"/><Relationship Id="rId151" Type="http://schemas.openxmlformats.org/officeDocument/2006/relationships/image" Target="../media/image1242.png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261.png"/><Relationship Id="rId21" Type="http://schemas.openxmlformats.org/officeDocument/2006/relationships/customXml" Target="../ink/ink669.xml"/><Relationship Id="rId42" Type="http://schemas.openxmlformats.org/officeDocument/2006/relationships/image" Target="../media/image1225.png"/><Relationship Id="rId63" Type="http://schemas.openxmlformats.org/officeDocument/2006/relationships/customXml" Target="../ink/ink690.xml"/><Relationship Id="rId84" Type="http://schemas.openxmlformats.org/officeDocument/2006/relationships/customXml" Target="../ink/ink701.xml"/><Relationship Id="rId138" Type="http://schemas.openxmlformats.org/officeDocument/2006/relationships/customXml" Target="../ink/ink728.xml"/><Relationship Id="rId159" Type="http://schemas.openxmlformats.org/officeDocument/2006/relationships/image" Target="../media/image1282.png"/><Relationship Id="rId170" Type="http://schemas.openxmlformats.org/officeDocument/2006/relationships/customXml" Target="../ink/ink744.xml"/><Relationship Id="rId191" Type="http://schemas.openxmlformats.org/officeDocument/2006/relationships/image" Target="../media/image1298.png"/><Relationship Id="rId205" Type="http://schemas.openxmlformats.org/officeDocument/2006/relationships/image" Target="../media/image1305.png"/><Relationship Id="rId226" Type="http://schemas.openxmlformats.org/officeDocument/2006/relationships/customXml" Target="../ink/ink772.xml"/><Relationship Id="rId107" Type="http://schemas.openxmlformats.org/officeDocument/2006/relationships/image" Target="../media/image1256.png"/><Relationship Id="rId32" Type="http://schemas.openxmlformats.org/officeDocument/2006/relationships/image" Target="../media/image1220.png"/><Relationship Id="rId53" Type="http://schemas.openxmlformats.org/officeDocument/2006/relationships/customXml" Target="../ink/ink685.xml"/><Relationship Id="rId74" Type="http://schemas.openxmlformats.org/officeDocument/2006/relationships/image" Target="../media/image1241.png"/><Relationship Id="rId128" Type="http://schemas.openxmlformats.org/officeDocument/2006/relationships/customXml" Target="../ink/ink723.xml"/><Relationship Id="rId149" Type="http://schemas.openxmlformats.org/officeDocument/2006/relationships/image" Target="../media/image1277.png"/><Relationship Id="rId95" Type="http://schemas.openxmlformats.org/officeDocument/2006/relationships/image" Target="../media/image1250.png"/><Relationship Id="rId160" Type="http://schemas.openxmlformats.org/officeDocument/2006/relationships/customXml" Target="../ink/ink739.xml"/><Relationship Id="rId181" Type="http://schemas.openxmlformats.org/officeDocument/2006/relationships/image" Target="../media/image1293.png"/><Relationship Id="rId216" Type="http://schemas.openxmlformats.org/officeDocument/2006/relationships/customXml" Target="../ink/ink767.xml"/><Relationship Id="rId237" Type="http://schemas.openxmlformats.org/officeDocument/2006/relationships/image" Target="../media/image260.png"/><Relationship Id="rId22" Type="http://schemas.openxmlformats.org/officeDocument/2006/relationships/image" Target="../media/image1215.png"/><Relationship Id="rId43" Type="http://schemas.openxmlformats.org/officeDocument/2006/relationships/customXml" Target="../ink/ink680.xml"/><Relationship Id="rId64" Type="http://schemas.openxmlformats.org/officeDocument/2006/relationships/image" Target="../media/image1236.png"/><Relationship Id="rId118" Type="http://schemas.openxmlformats.org/officeDocument/2006/relationships/customXml" Target="../ink/ink718.xml"/><Relationship Id="rId139" Type="http://schemas.openxmlformats.org/officeDocument/2006/relationships/image" Target="../media/image1272.png"/><Relationship Id="rId85" Type="http://schemas.openxmlformats.org/officeDocument/2006/relationships/image" Target="../media/image1246.png"/><Relationship Id="rId150" Type="http://schemas.openxmlformats.org/officeDocument/2006/relationships/customXml" Target="../ink/ink734.xml"/><Relationship Id="rId171" Type="http://schemas.openxmlformats.org/officeDocument/2006/relationships/image" Target="../media/image1288.png"/><Relationship Id="rId192" Type="http://schemas.openxmlformats.org/officeDocument/2006/relationships/customXml" Target="../ink/ink755.xml"/><Relationship Id="rId206" Type="http://schemas.openxmlformats.org/officeDocument/2006/relationships/customXml" Target="../ink/ink762.xml"/><Relationship Id="rId227" Type="http://schemas.openxmlformats.org/officeDocument/2006/relationships/image" Target="../media/image1316.png"/><Relationship Id="rId12" Type="http://schemas.openxmlformats.org/officeDocument/2006/relationships/image" Target="../media/image1211.png"/><Relationship Id="rId33" Type="http://schemas.openxmlformats.org/officeDocument/2006/relationships/customXml" Target="../ink/ink675.xml"/><Relationship Id="rId108" Type="http://schemas.openxmlformats.org/officeDocument/2006/relationships/customXml" Target="../ink/ink713.xml"/><Relationship Id="rId129" Type="http://schemas.openxmlformats.org/officeDocument/2006/relationships/image" Target="../media/image1267.png"/><Relationship Id="rId54" Type="http://schemas.openxmlformats.org/officeDocument/2006/relationships/image" Target="../media/image1231.png"/><Relationship Id="rId75" Type="http://schemas.openxmlformats.org/officeDocument/2006/relationships/customXml" Target="../ink/ink696.xml"/><Relationship Id="rId96" Type="http://schemas.openxmlformats.org/officeDocument/2006/relationships/customXml" Target="../ink/ink707.xml"/><Relationship Id="rId140" Type="http://schemas.openxmlformats.org/officeDocument/2006/relationships/customXml" Target="../ink/ink729.xml"/><Relationship Id="rId161" Type="http://schemas.openxmlformats.org/officeDocument/2006/relationships/image" Target="../media/image1283.png"/><Relationship Id="rId182" Type="http://schemas.openxmlformats.org/officeDocument/2006/relationships/customXml" Target="../ink/ink750.xml"/><Relationship Id="rId217" Type="http://schemas.openxmlformats.org/officeDocument/2006/relationships/image" Target="../media/image1311.png"/><Relationship Id="rId238" Type="http://schemas.openxmlformats.org/officeDocument/2006/relationships/customXml" Target="../ink/ink778.xml"/><Relationship Id="rId23" Type="http://schemas.openxmlformats.org/officeDocument/2006/relationships/customXml" Target="../ink/ink670.xml"/><Relationship Id="rId119" Type="http://schemas.openxmlformats.org/officeDocument/2006/relationships/image" Target="../media/image1262.png"/><Relationship Id="rId44" Type="http://schemas.openxmlformats.org/officeDocument/2006/relationships/image" Target="../media/image1226.png"/><Relationship Id="rId65" Type="http://schemas.openxmlformats.org/officeDocument/2006/relationships/customXml" Target="../ink/ink691.xml"/><Relationship Id="rId86" Type="http://schemas.openxmlformats.org/officeDocument/2006/relationships/customXml" Target="../ink/ink702.xml"/><Relationship Id="rId130" Type="http://schemas.openxmlformats.org/officeDocument/2006/relationships/customXml" Target="../ink/ink724.xml"/><Relationship Id="rId151" Type="http://schemas.openxmlformats.org/officeDocument/2006/relationships/image" Target="../media/image1278.png"/><Relationship Id="rId172" Type="http://schemas.openxmlformats.org/officeDocument/2006/relationships/customXml" Target="../ink/ink745.xml"/><Relationship Id="rId193" Type="http://schemas.openxmlformats.org/officeDocument/2006/relationships/image" Target="../media/image1299.png"/><Relationship Id="rId207" Type="http://schemas.openxmlformats.org/officeDocument/2006/relationships/image" Target="../media/image1306.png"/><Relationship Id="rId228" Type="http://schemas.openxmlformats.org/officeDocument/2006/relationships/customXml" Target="../ink/ink773.xml"/><Relationship Id="rId13" Type="http://schemas.openxmlformats.org/officeDocument/2006/relationships/customXml" Target="../ink/ink665.xml"/><Relationship Id="rId109" Type="http://schemas.openxmlformats.org/officeDocument/2006/relationships/image" Target="../media/image1257.png"/><Relationship Id="rId34" Type="http://schemas.openxmlformats.org/officeDocument/2006/relationships/image" Target="../media/image1221.png"/><Relationship Id="rId55" Type="http://schemas.openxmlformats.org/officeDocument/2006/relationships/customXml" Target="../ink/ink686.xml"/><Relationship Id="rId76" Type="http://schemas.openxmlformats.org/officeDocument/2006/relationships/image" Target="../media/image1242.png"/><Relationship Id="rId97" Type="http://schemas.openxmlformats.org/officeDocument/2006/relationships/image" Target="../media/image1251.png"/><Relationship Id="rId120" Type="http://schemas.openxmlformats.org/officeDocument/2006/relationships/customXml" Target="../ink/ink719.xml"/><Relationship Id="rId141" Type="http://schemas.openxmlformats.org/officeDocument/2006/relationships/image" Target="../media/image1273.png"/><Relationship Id="rId162" Type="http://schemas.openxmlformats.org/officeDocument/2006/relationships/customXml" Target="../ink/ink740.xml"/><Relationship Id="rId183" Type="http://schemas.openxmlformats.org/officeDocument/2006/relationships/image" Target="../media/image1294.png"/><Relationship Id="rId218" Type="http://schemas.openxmlformats.org/officeDocument/2006/relationships/customXml" Target="../ink/ink768.xml"/><Relationship Id="rId239" Type="http://schemas.openxmlformats.org/officeDocument/2006/relationships/image" Target="../media/image262.png"/><Relationship Id="rId24" Type="http://schemas.openxmlformats.org/officeDocument/2006/relationships/image" Target="../media/image1216.png"/><Relationship Id="rId45" Type="http://schemas.openxmlformats.org/officeDocument/2006/relationships/customXml" Target="../ink/ink681.xml"/><Relationship Id="rId66" Type="http://schemas.openxmlformats.org/officeDocument/2006/relationships/image" Target="../media/image1237.png"/><Relationship Id="rId87" Type="http://schemas.openxmlformats.org/officeDocument/2006/relationships/image" Target="../media/image1247.png"/><Relationship Id="rId110" Type="http://schemas.openxmlformats.org/officeDocument/2006/relationships/customXml" Target="../ink/ink714.xml"/><Relationship Id="rId131" Type="http://schemas.openxmlformats.org/officeDocument/2006/relationships/image" Target="../media/image1268.png"/><Relationship Id="rId152" Type="http://schemas.openxmlformats.org/officeDocument/2006/relationships/customXml" Target="../ink/ink735.xml"/><Relationship Id="rId173" Type="http://schemas.openxmlformats.org/officeDocument/2006/relationships/image" Target="../media/image1289.png"/><Relationship Id="rId194" Type="http://schemas.openxmlformats.org/officeDocument/2006/relationships/customXml" Target="../ink/ink756.xml"/><Relationship Id="rId208" Type="http://schemas.openxmlformats.org/officeDocument/2006/relationships/customXml" Target="../ink/ink763.xml"/><Relationship Id="rId229" Type="http://schemas.openxmlformats.org/officeDocument/2006/relationships/image" Target="../media/image1317.png"/><Relationship Id="rId240" Type="http://schemas.openxmlformats.org/officeDocument/2006/relationships/customXml" Target="../ink/ink779.xml"/><Relationship Id="rId14" Type="http://schemas.openxmlformats.org/officeDocument/2006/relationships/image" Target="../media/image1212.png"/><Relationship Id="rId35" Type="http://schemas.openxmlformats.org/officeDocument/2006/relationships/customXml" Target="../ink/ink676.xml"/><Relationship Id="rId56" Type="http://schemas.openxmlformats.org/officeDocument/2006/relationships/image" Target="../media/image1232.png"/><Relationship Id="rId77" Type="http://schemas.openxmlformats.org/officeDocument/2006/relationships/customXml" Target="../ink/ink697.xml"/><Relationship Id="rId100" Type="http://schemas.openxmlformats.org/officeDocument/2006/relationships/customXml" Target="../ink/ink709.xml"/><Relationship Id="rId98" Type="http://schemas.openxmlformats.org/officeDocument/2006/relationships/customXml" Target="../ink/ink708.xml"/><Relationship Id="rId121" Type="http://schemas.openxmlformats.org/officeDocument/2006/relationships/image" Target="../media/image1263.png"/><Relationship Id="rId142" Type="http://schemas.openxmlformats.org/officeDocument/2006/relationships/customXml" Target="../ink/ink730.xml"/><Relationship Id="rId163" Type="http://schemas.openxmlformats.org/officeDocument/2006/relationships/image" Target="../media/image1284.png"/><Relationship Id="rId184" Type="http://schemas.openxmlformats.org/officeDocument/2006/relationships/customXml" Target="../ink/ink751.xml"/><Relationship Id="rId219" Type="http://schemas.openxmlformats.org/officeDocument/2006/relationships/image" Target="../media/image1312.png"/><Relationship Id="rId230" Type="http://schemas.openxmlformats.org/officeDocument/2006/relationships/customXml" Target="../ink/ink774.xml"/><Relationship Id="rId25" Type="http://schemas.openxmlformats.org/officeDocument/2006/relationships/customXml" Target="../ink/ink671.xml"/><Relationship Id="rId46" Type="http://schemas.openxmlformats.org/officeDocument/2006/relationships/image" Target="../media/image1227.png"/><Relationship Id="rId67" Type="http://schemas.openxmlformats.org/officeDocument/2006/relationships/customXml" Target="../ink/ink692.xml"/><Relationship Id="rId20" Type="http://schemas.openxmlformats.org/officeDocument/2006/relationships/image" Target="../media/image1214.png"/><Relationship Id="rId41" Type="http://schemas.openxmlformats.org/officeDocument/2006/relationships/customXml" Target="../ink/ink679.xml"/><Relationship Id="rId62" Type="http://schemas.openxmlformats.org/officeDocument/2006/relationships/image" Target="../media/image1235.png"/><Relationship Id="rId83" Type="http://schemas.openxmlformats.org/officeDocument/2006/relationships/customXml" Target="../ink/ink700.xml"/><Relationship Id="rId88" Type="http://schemas.openxmlformats.org/officeDocument/2006/relationships/customXml" Target="../ink/ink703.xml"/><Relationship Id="rId111" Type="http://schemas.openxmlformats.org/officeDocument/2006/relationships/image" Target="../media/image1258.png"/><Relationship Id="rId132" Type="http://schemas.openxmlformats.org/officeDocument/2006/relationships/customXml" Target="../ink/ink725.xml"/><Relationship Id="rId153" Type="http://schemas.openxmlformats.org/officeDocument/2006/relationships/image" Target="../media/image1279.png"/><Relationship Id="rId174" Type="http://schemas.openxmlformats.org/officeDocument/2006/relationships/customXml" Target="../ink/ink746.xml"/><Relationship Id="rId179" Type="http://schemas.openxmlformats.org/officeDocument/2006/relationships/image" Target="../media/image1292.png"/><Relationship Id="rId195" Type="http://schemas.openxmlformats.org/officeDocument/2006/relationships/image" Target="../media/image1300.png"/><Relationship Id="rId209" Type="http://schemas.openxmlformats.org/officeDocument/2006/relationships/image" Target="../media/image1307.png"/><Relationship Id="rId190" Type="http://schemas.openxmlformats.org/officeDocument/2006/relationships/customXml" Target="../ink/ink754.xml"/><Relationship Id="rId204" Type="http://schemas.openxmlformats.org/officeDocument/2006/relationships/customXml" Target="../ink/ink761.xml"/><Relationship Id="rId220" Type="http://schemas.openxmlformats.org/officeDocument/2006/relationships/customXml" Target="../ink/ink769.xml"/><Relationship Id="rId225" Type="http://schemas.openxmlformats.org/officeDocument/2006/relationships/image" Target="../media/image1315.png"/><Relationship Id="rId241" Type="http://schemas.openxmlformats.org/officeDocument/2006/relationships/image" Target="../media/image263.png"/><Relationship Id="rId15" Type="http://schemas.openxmlformats.org/officeDocument/2006/relationships/customXml" Target="../ink/ink666.xml"/><Relationship Id="rId36" Type="http://schemas.openxmlformats.org/officeDocument/2006/relationships/image" Target="../media/image1222.png"/><Relationship Id="rId57" Type="http://schemas.openxmlformats.org/officeDocument/2006/relationships/customXml" Target="../ink/ink687.xml"/><Relationship Id="rId106" Type="http://schemas.openxmlformats.org/officeDocument/2006/relationships/customXml" Target="../ink/ink712.xml"/><Relationship Id="rId127" Type="http://schemas.openxmlformats.org/officeDocument/2006/relationships/image" Target="../media/image1266.png"/><Relationship Id="rId31" Type="http://schemas.openxmlformats.org/officeDocument/2006/relationships/customXml" Target="../ink/ink674.xml"/><Relationship Id="rId52" Type="http://schemas.openxmlformats.org/officeDocument/2006/relationships/image" Target="../media/image1230.png"/><Relationship Id="rId73" Type="http://schemas.openxmlformats.org/officeDocument/2006/relationships/customXml" Target="../ink/ink695.xml"/><Relationship Id="rId78" Type="http://schemas.openxmlformats.org/officeDocument/2006/relationships/image" Target="../media/image1243.png"/><Relationship Id="rId94" Type="http://schemas.openxmlformats.org/officeDocument/2006/relationships/customXml" Target="../ink/ink706.xml"/><Relationship Id="rId99" Type="http://schemas.openxmlformats.org/officeDocument/2006/relationships/image" Target="../media/image1252.png"/><Relationship Id="rId101" Type="http://schemas.openxmlformats.org/officeDocument/2006/relationships/image" Target="../media/image1253.png"/><Relationship Id="rId122" Type="http://schemas.openxmlformats.org/officeDocument/2006/relationships/customXml" Target="../ink/ink720.xml"/><Relationship Id="rId143" Type="http://schemas.openxmlformats.org/officeDocument/2006/relationships/image" Target="../media/image1274.png"/><Relationship Id="rId148" Type="http://schemas.openxmlformats.org/officeDocument/2006/relationships/customXml" Target="../ink/ink733.xml"/><Relationship Id="rId164" Type="http://schemas.openxmlformats.org/officeDocument/2006/relationships/customXml" Target="../ink/ink741.xml"/><Relationship Id="rId169" Type="http://schemas.openxmlformats.org/officeDocument/2006/relationships/image" Target="../media/image1287.png"/><Relationship Id="rId185" Type="http://schemas.openxmlformats.org/officeDocument/2006/relationships/image" Target="../media/image1295.png"/><Relationship Id="rId4" Type="http://schemas.openxmlformats.org/officeDocument/2006/relationships/image" Target="../media/image1208.png"/><Relationship Id="rId180" Type="http://schemas.openxmlformats.org/officeDocument/2006/relationships/customXml" Target="../ink/ink749.xml"/><Relationship Id="rId210" Type="http://schemas.openxmlformats.org/officeDocument/2006/relationships/customXml" Target="../ink/ink764.xml"/><Relationship Id="rId215" Type="http://schemas.openxmlformats.org/officeDocument/2006/relationships/image" Target="../media/image1310.png"/><Relationship Id="rId236" Type="http://schemas.openxmlformats.org/officeDocument/2006/relationships/customXml" Target="../ink/ink777.xml"/><Relationship Id="rId26" Type="http://schemas.openxmlformats.org/officeDocument/2006/relationships/image" Target="../media/image1217.png"/><Relationship Id="rId231" Type="http://schemas.openxmlformats.org/officeDocument/2006/relationships/image" Target="../media/image1318.png"/><Relationship Id="rId47" Type="http://schemas.openxmlformats.org/officeDocument/2006/relationships/customXml" Target="../ink/ink682.xml"/><Relationship Id="rId68" Type="http://schemas.openxmlformats.org/officeDocument/2006/relationships/image" Target="../media/image1238.png"/><Relationship Id="rId89" Type="http://schemas.openxmlformats.org/officeDocument/2006/relationships/image" Target="../media/image1248.png"/><Relationship Id="rId112" Type="http://schemas.openxmlformats.org/officeDocument/2006/relationships/customXml" Target="../ink/ink715.xml"/><Relationship Id="rId133" Type="http://schemas.openxmlformats.org/officeDocument/2006/relationships/image" Target="../media/image1269.png"/><Relationship Id="rId154" Type="http://schemas.openxmlformats.org/officeDocument/2006/relationships/customXml" Target="../ink/ink736.xml"/><Relationship Id="rId175" Type="http://schemas.openxmlformats.org/officeDocument/2006/relationships/image" Target="../media/image1290.png"/><Relationship Id="rId196" Type="http://schemas.openxmlformats.org/officeDocument/2006/relationships/customXml" Target="../ink/ink757.xml"/><Relationship Id="rId200" Type="http://schemas.openxmlformats.org/officeDocument/2006/relationships/customXml" Target="../ink/ink759.xml"/><Relationship Id="rId16" Type="http://schemas.openxmlformats.org/officeDocument/2006/relationships/image" Target="../media/image1213.png"/><Relationship Id="rId221" Type="http://schemas.openxmlformats.org/officeDocument/2006/relationships/image" Target="../media/image1313.png"/><Relationship Id="rId242" Type="http://schemas.openxmlformats.org/officeDocument/2006/relationships/customXml" Target="../ink/ink780.xml"/><Relationship Id="rId37" Type="http://schemas.openxmlformats.org/officeDocument/2006/relationships/customXml" Target="../ink/ink677.xml"/><Relationship Id="rId58" Type="http://schemas.openxmlformats.org/officeDocument/2006/relationships/image" Target="../media/image1233.png"/><Relationship Id="rId79" Type="http://schemas.openxmlformats.org/officeDocument/2006/relationships/customXml" Target="../ink/ink698.xml"/><Relationship Id="rId102" Type="http://schemas.openxmlformats.org/officeDocument/2006/relationships/customXml" Target="../ink/ink710.xml"/><Relationship Id="rId123" Type="http://schemas.openxmlformats.org/officeDocument/2006/relationships/image" Target="../media/image1264.png"/><Relationship Id="rId144" Type="http://schemas.openxmlformats.org/officeDocument/2006/relationships/customXml" Target="../ink/ink731.xml"/><Relationship Id="rId90" Type="http://schemas.openxmlformats.org/officeDocument/2006/relationships/customXml" Target="../ink/ink704.xml"/><Relationship Id="rId165" Type="http://schemas.openxmlformats.org/officeDocument/2006/relationships/image" Target="../media/image1285.png"/><Relationship Id="rId186" Type="http://schemas.openxmlformats.org/officeDocument/2006/relationships/customXml" Target="../ink/ink752.xml"/><Relationship Id="rId211" Type="http://schemas.openxmlformats.org/officeDocument/2006/relationships/image" Target="../media/image1308.png"/><Relationship Id="rId232" Type="http://schemas.openxmlformats.org/officeDocument/2006/relationships/customXml" Target="../ink/ink775.xml"/><Relationship Id="rId27" Type="http://schemas.openxmlformats.org/officeDocument/2006/relationships/customXml" Target="../ink/ink672.xml"/><Relationship Id="rId48" Type="http://schemas.openxmlformats.org/officeDocument/2006/relationships/image" Target="../media/image1228.png"/><Relationship Id="rId69" Type="http://schemas.openxmlformats.org/officeDocument/2006/relationships/customXml" Target="../ink/ink693.xml"/><Relationship Id="rId113" Type="http://schemas.openxmlformats.org/officeDocument/2006/relationships/image" Target="../media/image1259.png"/><Relationship Id="rId134" Type="http://schemas.openxmlformats.org/officeDocument/2006/relationships/customXml" Target="../ink/ink726.xml"/><Relationship Id="rId80" Type="http://schemas.openxmlformats.org/officeDocument/2006/relationships/image" Target="../media/image1244.png"/><Relationship Id="rId155" Type="http://schemas.openxmlformats.org/officeDocument/2006/relationships/image" Target="../media/image1280.png"/><Relationship Id="rId176" Type="http://schemas.openxmlformats.org/officeDocument/2006/relationships/customXml" Target="../ink/ink747.xml"/><Relationship Id="rId197" Type="http://schemas.openxmlformats.org/officeDocument/2006/relationships/image" Target="../media/image1301.png"/><Relationship Id="rId201" Type="http://schemas.openxmlformats.org/officeDocument/2006/relationships/image" Target="../media/image1303.png"/><Relationship Id="rId222" Type="http://schemas.openxmlformats.org/officeDocument/2006/relationships/customXml" Target="../ink/ink770.xml"/><Relationship Id="rId17" Type="http://schemas.openxmlformats.org/officeDocument/2006/relationships/customXml" Target="../ink/ink667.xml"/><Relationship Id="rId38" Type="http://schemas.openxmlformats.org/officeDocument/2006/relationships/image" Target="../media/image1223.png"/><Relationship Id="rId59" Type="http://schemas.openxmlformats.org/officeDocument/2006/relationships/customXml" Target="../ink/ink688.xml"/><Relationship Id="rId103" Type="http://schemas.openxmlformats.org/officeDocument/2006/relationships/image" Target="../media/image1254.png"/><Relationship Id="rId124" Type="http://schemas.openxmlformats.org/officeDocument/2006/relationships/customXml" Target="../ink/ink721.xml"/><Relationship Id="rId70" Type="http://schemas.openxmlformats.org/officeDocument/2006/relationships/image" Target="../media/image1239.png"/><Relationship Id="rId91" Type="http://schemas.openxmlformats.org/officeDocument/2006/relationships/image" Target="../media/image646.png"/><Relationship Id="rId145" Type="http://schemas.openxmlformats.org/officeDocument/2006/relationships/image" Target="../media/image1275.png"/><Relationship Id="rId166" Type="http://schemas.openxmlformats.org/officeDocument/2006/relationships/customXml" Target="../ink/ink742.xml"/><Relationship Id="rId187" Type="http://schemas.openxmlformats.org/officeDocument/2006/relationships/image" Target="../media/image1296.png"/><Relationship Id="rId1" Type="http://schemas.openxmlformats.org/officeDocument/2006/relationships/slideLayout" Target="../slideLayouts/slideLayout1.xml"/><Relationship Id="rId212" Type="http://schemas.openxmlformats.org/officeDocument/2006/relationships/customXml" Target="../ink/ink765.xml"/><Relationship Id="rId233" Type="http://schemas.openxmlformats.org/officeDocument/2006/relationships/image" Target="../media/image1319.png"/><Relationship Id="rId28" Type="http://schemas.openxmlformats.org/officeDocument/2006/relationships/image" Target="../media/image1218.png"/><Relationship Id="rId49" Type="http://schemas.openxmlformats.org/officeDocument/2006/relationships/customXml" Target="../ink/ink683.xml"/><Relationship Id="rId114" Type="http://schemas.openxmlformats.org/officeDocument/2006/relationships/customXml" Target="../ink/ink716.xml"/><Relationship Id="rId60" Type="http://schemas.openxmlformats.org/officeDocument/2006/relationships/image" Target="../media/image1234.png"/><Relationship Id="rId81" Type="http://schemas.openxmlformats.org/officeDocument/2006/relationships/customXml" Target="../ink/ink699.xml"/><Relationship Id="rId135" Type="http://schemas.openxmlformats.org/officeDocument/2006/relationships/image" Target="../media/image1270.png"/><Relationship Id="rId156" Type="http://schemas.openxmlformats.org/officeDocument/2006/relationships/customXml" Target="../ink/ink737.xml"/><Relationship Id="rId177" Type="http://schemas.openxmlformats.org/officeDocument/2006/relationships/image" Target="../media/image1291.png"/><Relationship Id="rId198" Type="http://schemas.openxmlformats.org/officeDocument/2006/relationships/customXml" Target="../ink/ink758.xml"/><Relationship Id="rId202" Type="http://schemas.openxmlformats.org/officeDocument/2006/relationships/customXml" Target="../ink/ink760.xml"/><Relationship Id="rId223" Type="http://schemas.openxmlformats.org/officeDocument/2006/relationships/image" Target="../media/image1314.png"/><Relationship Id="rId18" Type="http://schemas.openxmlformats.org/officeDocument/2006/relationships/image" Target="../media/image940.png"/><Relationship Id="rId39" Type="http://schemas.openxmlformats.org/officeDocument/2006/relationships/customXml" Target="../ink/ink678.xml"/><Relationship Id="rId50" Type="http://schemas.openxmlformats.org/officeDocument/2006/relationships/image" Target="../media/image1229.png"/><Relationship Id="rId104" Type="http://schemas.openxmlformats.org/officeDocument/2006/relationships/customXml" Target="../ink/ink711.xml"/><Relationship Id="rId125" Type="http://schemas.openxmlformats.org/officeDocument/2006/relationships/image" Target="../media/image1265.png"/><Relationship Id="rId146" Type="http://schemas.openxmlformats.org/officeDocument/2006/relationships/customXml" Target="../ink/ink732.xml"/><Relationship Id="rId167" Type="http://schemas.openxmlformats.org/officeDocument/2006/relationships/image" Target="../media/image1286.png"/><Relationship Id="rId188" Type="http://schemas.openxmlformats.org/officeDocument/2006/relationships/customXml" Target="../ink/ink753.xml"/><Relationship Id="rId71" Type="http://schemas.openxmlformats.org/officeDocument/2006/relationships/customXml" Target="../ink/ink694.xml"/><Relationship Id="rId92" Type="http://schemas.openxmlformats.org/officeDocument/2006/relationships/customXml" Target="../ink/ink705.xml"/><Relationship Id="rId213" Type="http://schemas.openxmlformats.org/officeDocument/2006/relationships/image" Target="../media/image1309.png"/><Relationship Id="rId234" Type="http://schemas.openxmlformats.org/officeDocument/2006/relationships/customXml" Target="../ink/ink776.xml"/><Relationship Id="rId2" Type="http://schemas.openxmlformats.org/officeDocument/2006/relationships/image" Target="../media/image261.png"/><Relationship Id="rId29" Type="http://schemas.openxmlformats.org/officeDocument/2006/relationships/customXml" Target="../ink/ink673.xml"/><Relationship Id="rId40" Type="http://schemas.openxmlformats.org/officeDocument/2006/relationships/image" Target="../media/image1224.png"/><Relationship Id="rId115" Type="http://schemas.openxmlformats.org/officeDocument/2006/relationships/image" Target="../media/image1260.png"/><Relationship Id="rId136" Type="http://schemas.openxmlformats.org/officeDocument/2006/relationships/customXml" Target="../ink/ink727.xml"/><Relationship Id="rId157" Type="http://schemas.openxmlformats.org/officeDocument/2006/relationships/image" Target="../media/image1281.png"/><Relationship Id="rId178" Type="http://schemas.openxmlformats.org/officeDocument/2006/relationships/customXml" Target="../ink/ink748.xml"/><Relationship Id="rId61" Type="http://schemas.openxmlformats.org/officeDocument/2006/relationships/customXml" Target="../ink/ink689.xml"/><Relationship Id="rId82" Type="http://schemas.openxmlformats.org/officeDocument/2006/relationships/image" Target="../media/image1245.png"/><Relationship Id="rId199" Type="http://schemas.openxmlformats.org/officeDocument/2006/relationships/image" Target="../media/image1302.png"/><Relationship Id="rId203" Type="http://schemas.openxmlformats.org/officeDocument/2006/relationships/image" Target="../media/image1304.png"/><Relationship Id="rId19" Type="http://schemas.openxmlformats.org/officeDocument/2006/relationships/customXml" Target="../ink/ink668.xml"/><Relationship Id="rId224" Type="http://schemas.openxmlformats.org/officeDocument/2006/relationships/customXml" Target="../ink/ink771.xml"/><Relationship Id="rId30" Type="http://schemas.openxmlformats.org/officeDocument/2006/relationships/image" Target="../media/image1219.png"/><Relationship Id="rId105" Type="http://schemas.openxmlformats.org/officeDocument/2006/relationships/image" Target="../media/image1255.png"/><Relationship Id="rId126" Type="http://schemas.openxmlformats.org/officeDocument/2006/relationships/customXml" Target="../ink/ink722.xml"/><Relationship Id="rId147" Type="http://schemas.openxmlformats.org/officeDocument/2006/relationships/image" Target="../media/image1276.png"/><Relationship Id="rId168" Type="http://schemas.openxmlformats.org/officeDocument/2006/relationships/customXml" Target="../ink/ink743.xml"/><Relationship Id="rId51" Type="http://schemas.openxmlformats.org/officeDocument/2006/relationships/customXml" Target="../ink/ink684.xml"/><Relationship Id="rId72" Type="http://schemas.openxmlformats.org/officeDocument/2006/relationships/image" Target="../media/image1240.png"/><Relationship Id="rId93" Type="http://schemas.openxmlformats.org/officeDocument/2006/relationships/image" Target="../media/image1249.png"/><Relationship Id="rId189" Type="http://schemas.openxmlformats.org/officeDocument/2006/relationships/image" Target="../media/image1297.png"/><Relationship Id="rId3" Type="http://schemas.openxmlformats.org/officeDocument/2006/relationships/customXml" Target="../ink/ink664.xml"/><Relationship Id="rId214" Type="http://schemas.openxmlformats.org/officeDocument/2006/relationships/customXml" Target="../ink/ink766.xml"/><Relationship Id="rId235" Type="http://schemas.openxmlformats.org/officeDocument/2006/relationships/image" Target="../media/image259.png"/><Relationship Id="rId116" Type="http://schemas.openxmlformats.org/officeDocument/2006/relationships/customXml" Target="../ink/ink717.xml"/><Relationship Id="rId137" Type="http://schemas.openxmlformats.org/officeDocument/2006/relationships/image" Target="../media/image1271.png"/><Relationship Id="rId158" Type="http://schemas.openxmlformats.org/officeDocument/2006/relationships/customXml" Target="../ink/ink738.xml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261.png"/><Relationship Id="rId21" Type="http://schemas.openxmlformats.org/officeDocument/2006/relationships/customXml" Target="../ink/ink790.xml"/><Relationship Id="rId324" Type="http://schemas.openxmlformats.org/officeDocument/2006/relationships/customXml" Target="../ink/ink942.xml"/><Relationship Id="rId531" Type="http://schemas.openxmlformats.org/officeDocument/2006/relationships/image" Target="../media/image1468.png"/><Relationship Id="rId629" Type="http://schemas.openxmlformats.org/officeDocument/2006/relationships/customXml" Target="../ink/ink1095.xml"/><Relationship Id="rId170" Type="http://schemas.openxmlformats.org/officeDocument/2006/relationships/customXml" Target="../ink/ink865.xml"/><Relationship Id="rId268" Type="http://schemas.openxmlformats.org/officeDocument/2006/relationships/customXml" Target="../ink/ink914.xml"/><Relationship Id="rId475" Type="http://schemas.openxmlformats.org/officeDocument/2006/relationships/image" Target="../media/image1440.png"/><Relationship Id="rId32" Type="http://schemas.openxmlformats.org/officeDocument/2006/relationships/image" Target="../media/image1220.png"/><Relationship Id="rId128" Type="http://schemas.openxmlformats.org/officeDocument/2006/relationships/customXml" Target="../ink/ink844.xml"/><Relationship Id="rId335" Type="http://schemas.openxmlformats.org/officeDocument/2006/relationships/image" Target="../media/image1370.png"/><Relationship Id="rId542" Type="http://schemas.openxmlformats.org/officeDocument/2006/relationships/customXml" Target="../ink/ink1051.xml"/><Relationship Id="rId181" Type="http://schemas.openxmlformats.org/officeDocument/2006/relationships/image" Target="../media/image1293.png"/><Relationship Id="rId402" Type="http://schemas.openxmlformats.org/officeDocument/2006/relationships/customXml" Target="../ink/ink981.xml"/><Relationship Id="rId279" Type="http://schemas.openxmlformats.org/officeDocument/2006/relationships/image" Target="../media/image1342.png"/><Relationship Id="rId486" Type="http://schemas.openxmlformats.org/officeDocument/2006/relationships/customXml" Target="../ink/ink1023.xml"/><Relationship Id="rId43" Type="http://schemas.openxmlformats.org/officeDocument/2006/relationships/customXml" Target="../ink/ink801.xml"/><Relationship Id="rId139" Type="http://schemas.openxmlformats.org/officeDocument/2006/relationships/image" Target="../media/image1272.png"/><Relationship Id="rId346" Type="http://schemas.openxmlformats.org/officeDocument/2006/relationships/customXml" Target="../ink/ink953.xml"/><Relationship Id="rId553" Type="http://schemas.openxmlformats.org/officeDocument/2006/relationships/image" Target="../media/image1479.png"/><Relationship Id="rId192" Type="http://schemas.openxmlformats.org/officeDocument/2006/relationships/customXml" Target="../ink/ink876.xml"/><Relationship Id="rId206" Type="http://schemas.openxmlformats.org/officeDocument/2006/relationships/customXml" Target="../ink/ink883.xml"/><Relationship Id="rId413" Type="http://schemas.openxmlformats.org/officeDocument/2006/relationships/image" Target="../media/image1409.png"/><Relationship Id="rId497" Type="http://schemas.openxmlformats.org/officeDocument/2006/relationships/image" Target="../media/image1451.png"/><Relationship Id="rId620" Type="http://schemas.openxmlformats.org/officeDocument/2006/relationships/image" Target="../media/image1512.png"/><Relationship Id="rId357" Type="http://schemas.openxmlformats.org/officeDocument/2006/relationships/image" Target="../media/image1381.png"/><Relationship Id="rId54" Type="http://schemas.openxmlformats.org/officeDocument/2006/relationships/image" Target="../media/image1231.png"/><Relationship Id="rId217" Type="http://schemas.openxmlformats.org/officeDocument/2006/relationships/image" Target="../media/image1311.png"/><Relationship Id="rId564" Type="http://schemas.openxmlformats.org/officeDocument/2006/relationships/image" Target="../media/image1484.png"/><Relationship Id="rId424" Type="http://schemas.openxmlformats.org/officeDocument/2006/relationships/customXml" Target="../ink/ink992.xml"/><Relationship Id="rId631" Type="http://schemas.openxmlformats.org/officeDocument/2006/relationships/customXml" Target="../ink/ink1096.xml"/><Relationship Id="rId270" Type="http://schemas.openxmlformats.org/officeDocument/2006/relationships/customXml" Target="../ink/ink915.xml"/><Relationship Id="rId65" Type="http://schemas.openxmlformats.org/officeDocument/2006/relationships/customXml" Target="../ink/ink812.xml"/><Relationship Id="rId130" Type="http://schemas.openxmlformats.org/officeDocument/2006/relationships/customXml" Target="../ink/ink845.xml"/><Relationship Id="rId368" Type="http://schemas.openxmlformats.org/officeDocument/2006/relationships/customXml" Target="../ink/ink964.xml"/><Relationship Id="rId575" Type="http://schemas.openxmlformats.org/officeDocument/2006/relationships/customXml" Target="../ink/ink1068.xml"/><Relationship Id="rId228" Type="http://schemas.openxmlformats.org/officeDocument/2006/relationships/customXml" Target="../ink/ink894.xml"/><Relationship Id="rId435" Type="http://schemas.openxmlformats.org/officeDocument/2006/relationships/image" Target="../media/image1420.png"/><Relationship Id="rId642" Type="http://schemas.openxmlformats.org/officeDocument/2006/relationships/image" Target="../media/image1523.png"/><Relationship Id="rId281" Type="http://schemas.openxmlformats.org/officeDocument/2006/relationships/image" Target="../media/image1343.png"/><Relationship Id="rId502" Type="http://schemas.openxmlformats.org/officeDocument/2006/relationships/customXml" Target="../ink/ink1031.xml"/><Relationship Id="rId76" Type="http://schemas.openxmlformats.org/officeDocument/2006/relationships/image" Target="../media/image1242.png"/><Relationship Id="rId141" Type="http://schemas.openxmlformats.org/officeDocument/2006/relationships/image" Target="../media/image1273.png"/><Relationship Id="rId379" Type="http://schemas.openxmlformats.org/officeDocument/2006/relationships/image" Target="../media/image1392.png"/><Relationship Id="rId586" Type="http://schemas.openxmlformats.org/officeDocument/2006/relationships/image" Target="../media/image1495.png"/><Relationship Id="rId7" Type="http://schemas.openxmlformats.org/officeDocument/2006/relationships/customXml" Target="../ink/ink783.xml"/><Relationship Id="rId239" Type="http://schemas.openxmlformats.org/officeDocument/2006/relationships/image" Target="../media/image1322.png"/><Relationship Id="rId446" Type="http://schemas.openxmlformats.org/officeDocument/2006/relationships/customXml" Target="../ink/ink1003.xml"/><Relationship Id="rId292" Type="http://schemas.openxmlformats.org/officeDocument/2006/relationships/customXml" Target="../ink/ink926.xml"/><Relationship Id="rId306" Type="http://schemas.openxmlformats.org/officeDocument/2006/relationships/customXml" Target="../ink/ink933.xml"/><Relationship Id="rId87" Type="http://schemas.openxmlformats.org/officeDocument/2006/relationships/image" Target="../media/image1247.png"/><Relationship Id="rId513" Type="http://schemas.openxmlformats.org/officeDocument/2006/relationships/image" Target="../media/image1459.png"/><Relationship Id="rId597" Type="http://schemas.openxmlformats.org/officeDocument/2006/relationships/customXml" Target="../ink/ink1079.xml"/><Relationship Id="rId152" Type="http://schemas.openxmlformats.org/officeDocument/2006/relationships/customXml" Target="../ink/ink856.xml"/><Relationship Id="rId457" Type="http://schemas.openxmlformats.org/officeDocument/2006/relationships/image" Target="../media/image1431.png"/><Relationship Id="rId14" Type="http://schemas.openxmlformats.org/officeDocument/2006/relationships/image" Target="../media/image1212.png"/><Relationship Id="rId317" Type="http://schemas.openxmlformats.org/officeDocument/2006/relationships/image" Target="../media/image1361.png"/><Relationship Id="rId524" Type="http://schemas.openxmlformats.org/officeDocument/2006/relationships/customXml" Target="../ink/ink1042.xml"/><Relationship Id="rId98" Type="http://schemas.openxmlformats.org/officeDocument/2006/relationships/customXml" Target="../ink/ink829.xml"/><Relationship Id="rId163" Type="http://schemas.openxmlformats.org/officeDocument/2006/relationships/image" Target="../media/image1284.png"/><Relationship Id="rId370" Type="http://schemas.openxmlformats.org/officeDocument/2006/relationships/customXml" Target="../ink/ink965.xml"/><Relationship Id="rId230" Type="http://schemas.openxmlformats.org/officeDocument/2006/relationships/customXml" Target="../ink/ink895.xml"/><Relationship Id="rId468" Type="http://schemas.openxmlformats.org/officeDocument/2006/relationships/customXml" Target="../ink/ink1014.xml"/><Relationship Id="rId25" Type="http://schemas.openxmlformats.org/officeDocument/2006/relationships/customXml" Target="../ink/ink792.xml"/><Relationship Id="rId328" Type="http://schemas.openxmlformats.org/officeDocument/2006/relationships/customXml" Target="../ink/ink944.xml"/><Relationship Id="rId535" Type="http://schemas.openxmlformats.org/officeDocument/2006/relationships/image" Target="../media/image1470.png"/><Relationship Id="rId174" Type="http://schemas.openxmlformats.org/officeDocument/2006/relationships/customXml" Target="../ink/ink867.xml"/><Relationship Id="rId381" Type="http://schemas.openxmlformats.org/officeDocument/2006/relationships/image" Target="../media/image1393.png"/><Relationship Id="rId602" Type="http://schemas.openxmlformats.org/officeDocument/2006/relationships/image" Target="../media/image1503.png"/><Relationship Id="rId241" Type="http://schemas.openxmlformats.org/officeDocument/2006/relationships/image" Target="../media/image1323.png"/><Relationship Id="rId479" Type="http://schemas.openxmlformats.org/officeDocument/2006/relationships/image" Target="../media/image1442.png"/><Relationship Id="rId36" Type="http://schemas.openxmlformats.org/officeDocument/2006/relationships/image" Target="../media/image1222.png"/><Relationship Id="rId339" Type="http://schemas.openxmlformats.org/officeDocument/2006/relationships/image" Target="../media/image1372.png"/><Relationship Id="rId546" Type="http://schemas.openxmlformats.org/officeDocument/2006/relationships/customXml" Target="../ink/ink1053.xml"/><Relationship Id="rId101" Type="http://schemas.openxmlformats.org/officeDocument/2006/relationships/image" Target="../media/image1253.png"/><Relationship Id="rId185" Type="http://schemas.openxmlformats.org/officeDocument/2006/relationships/image" Target="../media/image1295.png"/><Relationship Id="rId406" Type="http://schemas.openxmlformats.org/officeDocument/2006/relationships/customXml" Target="../ink/ink983.xml"/><Relationship Id="rId392" Type="http://schemas.openxmlformats.org/officeDocument/2006/relationships/customXml" Target="../ink/ink976.xml"/><Relationship Id="rId613" Type="http://schemas.openxmlformats.org/officeDocument/2006/relationships/customXml" Target="../ink/ink1087.xml"/><Relationship Id="rId252" Type="http://schemas.openxmlformats.org/officeDocument/2006/relationships/customXml" Target="../ink/ink906.xml"/><Relationship Id="rId47" Type="http://schemas.openxmlformats.org/officeDocument/2006/relationships/customXml" Target="../ink/ink803.xml"/><Relationship Id="rId112" Type="http://schemas.openxmlformats.org/officeDocument/2006/relationships/customXml" Target="../ink/ink836.xml"/><Relationship Id="rId557" Type="http://schemas.openxmlformats.org/officeDocument/2006/relationships/image" Target="../media/image1481.png"/><Relationship Id="rId196" Type="http://schemas.openxmlformats.org/officeDocument/2006/relationships/customXml" Target="../ink/ink878.xml"/><Relationship Id="rId417" Type="http://schemas.openxmlformats.org/officeDocument/2006/relationships/image" Target="../media/image1411.png"/><Relationship Id="rId624" Type="http://schemas.openxmlformats.org/officeDocument/2006/relationships/image" Target="../media/image1514.png"/><Relationship Id="rId16" Type="http://schemas.openxmlformats.org/officeDocument/2006/relationships/image" Target="../media/image1213.png"/><Relationship Id="rId221" Type="http://schemas.openxmlformats.org/officeDocument/2006/relationships/image" Target="../media/image1313.png"/><Relationship Id="rId263" Type="http://schemas.openxmlformats.org/officeDocument/2006/relationships/image" Target="../media/image1334.png"/><Relationship Id="rId319" Type="http://schemas.openxmlformats.org/officeDocument/2006/relationships/image" Target="../media/image1362.png"/><Relationship Id="rId470" Type="http://schemas.openxmlformats.org/officeDocument/2006/relationships/customXml" Target="../ink/ink1015.xml"/><Relationship Id="rId526" Type="http://schemas.openxmlformats.org/officeDocument/2006/relationships/customXml" Target="../ink/ink1043.xml"/><Relationship Id="rId58" Type="http://schemas.openxmlformats.org/officeDocument/2006/relationships/image" Target="../media/image1233.png"/><Relationship Id="rId123" Type="http://schemas.openxmlformats.org/officeDocument/2006/relationships/image" Target="../media/image1264.png"/><Relationship Id="rId330" Type="http://schemas.openxmlformats.org/officeDocument/2006/relationships/customXml" Target="../ink/ink945.xml"/><Relationship Id="rId568" Type="http://schemas.openxmlformats.org/officeDocument/2006/relationships/image" Target="../media/image1486.png"/><Relationship Id="rId165" Type="http://schemas.openxmlformats.org/officeDocument/2006/relationships/image" Target="../media/image1285.png"/><Relationship Id="rId372" Type="http://schemas.openxmlformats.org/officeDocument/2006/relationships/customXml" Target="../ink/ink966.xml"/><Relationship Id="rId428" Type="http://schemas.openxmlformats.org/officeDocument/2006/relationships/customXml" Target="../ink/ink994.xml"/><Relationship Id="rId635" Type="http://schemas.openxmlformats.org/officeDocument/2006/relationships/customXml" Target="../ink/ink1098.xml"/><Relationship Id="rId232" Type="http://schemas.openxmlformats.org/officeDocument/2006/relationships/customXml" Target="../ink/ink896.xml"/><Relationship Id="rId274" Type="http://schemas.openxmlformats.org/officeDocument/2006/relationships/customXml" Target="../ink/ink917.xml"/><Relationship Id="rId481" Type="http://schemas.openxmlformats.org/officeDocument/2006/relationships/image" Target="../media/image1443.png"/><Relationship Id="rId27" Type="http://schemas.openxmlformats.org/officeDocument/2006/relationships/customXml" Target="../ink/ink793.xml"/><Relationship Id="rId69" Type="http://schemas.openxmlformats.org/officeDocument/2006/relationships/customXml" Target="../ink/ink814.xml"/><Relationship Id="rId134" Type="http://schemas.openxmlformats.org/officeDocument/2006/relationships/customXml" Target="../ink/ink847.xml"/><Relationship Id="rId537" Type="http://schemas.openxmlformats.org/officeDocument/2006/relationships/image" Target="../media/image1471.png"/><Relationship Id="rId579" Type="http://schemas.openxmlformats.org/officeDocument/2006/relationships/customXml" Target="../ink/ink1070.xml"/><Relationship Id="rId80" Type="http://schemas.openxmlformats.org/officeDocument/2006/relationships/image" Target="../media/image1244.png"/><Relationship Id="rId176" Type="http://schemas.openxmlformats.org/officeDocument/2006/relationships/customXml" Target="../ink/ink868.xml"/><Relationship Id="rId341" Type="http://schemas.openxmlformats.org/officeDocument/2006/relationships/image" Target="../media/image1373.png"/><Relationship Id="rId383" Type="http://schemas.openxmlformats.org/officeDocument/2006/relationships/image" Target="../media/image1394.png"/><Relationship Id="rId439" Type="http://schemas.openxmlformats.org/officeDocument/2006/relationships/image" Target="../media/image1422.png"/><Relationship Id="rId590" Type="http://schemas.openxmlformats.org/officeDocument/2006/relationships/image" Target="../media/image1497.png"/><Relationship Id="rId604" Type="http://schemas.openxmlformats.org/officeDocument/2006/relationships/image" Target="../media/image1504.png"/><Relationship Id="rId646" Type="http://schemas.openxmlformats.org/officeDocument/2006/relationships/image" Target="../media/image1525.png"/><Relationship Id="rId201" Type="http://schemas.openxmlformats.org/officeDocument/2006/relationships/image" Target="../media/image1303.png"/><Relationship Id="rId243" Type="http://schemas.openxmlformats.org/officeDocument/2006/relationships/image" Target="../media/image1324.png"/><Relationship Id="rId285" Type="http://schemas.openxmlformats.org/officeDocument/2006/relationships/image" Target="../media/image1345.png"/><Relationship Id="rId450" Type="http://schemas.openxmlformats.org/officeDocument/2006/relationships/customXml" Target="../ink/ink1005.xml"/><Relationship Id="rId506" Type="http://schemas.openxmlformats.org/officeDocument/2006/relationships/customXml" Target="../ink/ink1033.xml"/><Relationship Id="rId38" Type="http://schemas.openxmlformats.org/officeDocument/2006/relationships/image" Target="../media/image1223.png"/><Relationship Id="rId103" Type="http://schemas.openxmlformats.org/officeDocument/2006/relationships/image" Target="../media/image1254.png"/><Relationship Id="rId310" Type="http://schemas.openxmlformats.org/officeDocument/2006/relationships/customXml" Target="../ink/ink935.xml"/><Relationship Id="rId492" Type="http://schemas.openxmlformats.org/officeDocument/2006/relationships/customXml" Target="../ink/ink1026.xml"/><Relationship Id="rId548" Type="http://schemas.openxmlformats.org/officeDocument/2006/relationships/customXml" Target="../ink/ink1054.xml"/><Relationship Id="rId91" Type="http://schemas.openxmlformats.org/officeDocument/2006/relationships/image" Target="../media/image646.png"/><Relationship Id="rId145" Type="http://schemas.openxmlformats.org/officeDocument/2006/relationships/image" Target="../media/image1275.png"/><Relationship Id="rId187" Type="http://schemas.openxmlformats.org/officeDocument/2006/relationships/image" Target="../media/image1296.png"/><Relationship Id="rId352" Type="http://schemas.openxmlformats.org/officeDocument/2006/relationships/customXml" Target="../ink/ink956.xml"/><Relationship Id="rId394" Type="http://schemas.openxmlformats.org/officeDocument/2006/relationships/customXml" Target="../ink/ink977.xml"/><Relationship Id="rId408" Type="http://schemas.openxmlformats.org/officeDocument/2006/relationships/customXml" Target="../ink/ink984.xml"/><Relationship Id="rId615" Type="http://schemas.openxmlformats.org/officeDocument/2006/relationships/customXml" Target="../ink/ink1088.xml"/><Relationship Id="rId212" Type="http://schemas.openxmlformats.org/officeDocument/2006/relationships/customXml" Target="../ink/ink886.xml"/><Relationship Id="rId254" Type="http://schemas.openxmlformats.org/officeDocument/2006/relationships/customXml" Target="../ink/ink907.xml"/><Relationship Id="rId49" Type="http://schemas.openxmlformats.org/officeDocument/2006/relationships/customXml" Target="../ink/ink804.xml"/><Relationship Id="rId114" Type="http://schemas.openxmlformats.org/officeDocument/2006/relationships/customXml" Target="../ink/ink837.xml"/><Relationship Id="rId296" Type="http://schemas.openxmlformats.org/officeDocument/2006/relationships/customXml" Target="../ink/ink928.xml"/><Relationship Id="rId461" Type="http://schemas.openxmlformats.org/officeDocument/2006/relationships/image" Target="../media/image1433.png"/><Relationship Id="rId517" Type="http://schemas.openxmlformats.org/officeDocument/2006/relationships/image" Target="../media/image1461.png"/><Relationship Id="rId559" Type="http://schemas.openxmlformats.org/officeDocument/2006/relationships/image" Target="../media/image1482.png"/><Relationship Id="rId60" Type="http://schemas.openxmlformats.org/officeDocument/2006/relationships/image" Target="../media/image1234.png"/><Relationship Id="rId156" Type="http://schemas.openxmlformats.org/officeDocument/2006/relationships/customXml" Target="../ink/ink858.xml"/><Relationship Id="rId198" Type="http://schemas.openxmlformats.org/officeDocument/2006/relationships/customXml" Target="../ink/ink879.xml"/><Relationship Id="rId321" Type="http://schemas.openxmlformats.org/officeDocument/2006/relationships/image" Target="../media/image1363.png"/><Relationship Id="rId363" Type="http://schemas.openxmlformats.org/officeDocument/2006/relationships/image" Target="../media/image1384.png"/><Relationship Id="rId419" Type="http://schemas.openxmlformats.org/officeDocument/2006/relationships/image" Target="../media/image1412.png"/><Relationship Id="rId570" Type="http://schemas.openxmlformats.org/officeDocument/2006/relationships/image" Target="../media/image1487.png"/><Relationship Id="rId626" Type="http://schemas.openxmlformats.org/officeDocument/2006/relationships/image" Target="../media/image1515.png"/><Relationship Id="rId223" Type="http://schemas.openxmlformats.org/officeDocument/2006/relationships/image" Target="../media/image1314.png"/><Relationship Id="rId430" Type="http://schemas.openxmlformats.org/officeDocument/2006/relationships/customXml" Target="../ink/ink995.xml"/><Relationship Id="rId18" Type="http://schemas.openxmlformats.org/officeDocument/2006/relationships/image" Target="../media/image940.png"/><Relationship Id="rId265" Type="http://schemas.openxmlformats.org/officeDocument/2006/relationships/image" Target="../media/image1335.png"/><Relationship Id="rId472" Type="http://schemas.openxmlformats.org/officeDocument/2006/relationships/customXml" Target="../ink/ink1016.xml"/><Relationship Id="rId528" Type="http://schemas.openxmlformats.org/officeDocument/2006/relationships/customXml" Target="../ink/ink1044.xml"/><Relationship Id="rId125" Type="http://schemas.openxmlformats.org/officeDocument/2006/relationships/image" Target="../media/image1265.png"/><Relationship Id="rId167" Type="http://schemas.openxmlformats.org/officeDocument/2006/relationships/image" Target="../media/image1286.png"/><Relationship Id="rId332" Type="http://schemas.openxmlformats.org/officeDocument/2006/relationships/customXml" Target="../ink/ink946.xml"/><Relationship Id="rId374" Type="http://schemas.openxmlformats.org/officeDocument/2006/relationships/customXml" Target="../ink/ink967.xml"/><Relationship Id="rId581" Type="http://schemas.openxmlformats.org/officeDocument/2006/relationships/customXml" Target="../ink/ink1071.xml"/><Relationship Id="rId71" Type="http://schemas.openxmlformats.org/officeDocument/2006/relationships/customXml" Target="../ink/ink815.xml"/><Relationship Id="rId234" Type="http://schemas.openxmlformats.org/officeDocument/2006/relationships/customXml" Target="../ink/ink897.xml"/><Relationship Id="rId637" Type="http://schemas.openxmlformats.org/officeDocument/2006/relationships/customXml" Target="../ink/ink1099.xml"/><Relationship Id="rId2" Type="http://schemas.openxmlformats.org/officeDocument/2006/relationships/image" Target="../media/image261.png"/><Relationship Id="rId29" Type="http://schemas.openxmlformats.org/officeDocument/2006/relationships/customXml" Target="../ink/ink794.xml"/><Relationship Id="rId276" Type="http://schemas.openxmlformats.org/officeDocument/2006/relationships/customXml" Target="../ink/ink918.xml"/><Relationship Id="rId441" Type="http://schemas.openxmlformats.org/officeDocument/2006/relationships/image" Target="../media/image1423.png"/><Relationship Id="rId483" Type="http://schemas.openxmlformats.org/officeDocument/2006/relationships/image" Target="../media/image1444.png"/><Relationship Id="rId539" Type="http://schemas.openxmlformats.org/officeDocument/2006/relationships/image" Target="../media/image1472.png"/><Relationship Id="rId40" Type="http://schemas.openxmlformats.org/officeDocument/2006/relationships/image" Target="../media/image1224.png"/><Relationship Id="rId136" Type="http://schemas.openxmlformats.org/officeDocument/2006/relationships/customXml" Target="../ink/ink848.xml"/><Relationship Id="rId178" Type="http://schemas.openxmlformats.org/officeDocument/2006/relationships/customXml" Target="../ink/ink869.xml"/><Relationship Id="rId301" Type="http://schemas.openxmlformats.org/officeDocument/2006/relationships/image" Target="../media/image1353.png"/><Relationship Id="rId343" Type="http://schemas.openxmlformats.org/officeDocument/2006/relationships/image" Target="../media/image1374.png"/><Relationship Id="rId550" Type="http://schemas.openxmlformats.org/officeDocument/2006/relationships/customXml" Target="../ink/ink1055.xml"/><Relationship Id="rId82" Type="http://schemas.openxmlformats.org/officeDocument/2006/relationships/image" Target="../media/image1245.png"/><Relationship Id="rId203" Type="http://schemas.openxmlformats.org/officeDocument/2006/relationships/image" Target="../media/image1304.png"/><Relationship Id="rId385" Type="http://schemas.openxmlformats.org/officeDocument/2006/relationships/image" Target="../media/image1395.png"/><Relationship Id="rId592" Type="http://schemas.openxmlformats.org/officeDocument/2006/relationships/image" Target="../media/image1498.png"/><Relationship Id="rId606" Type="http://schemas.openxmlformats.org/officeDocument/2006/relationships/image" Target="../media/image1505.png"/><Relationship Id="rId648" Type="http://schemas.openxmlformats.org/officeDocument/2006/relationships/image" Target="../media/image1526.png"/><Relationship Id="rId245" Type="http://schemas.openxmlformats.org/officeDocument/2006/relationships/image" Target="../media/image1325.png"/><Relationship Id="rId287" Type="http://schemas.openxmlformats.org/officeDocument/2006/relationships/image" Target="../media/image1346.png"/><Relationship Id="rId410" Type="http://schemas.openxmlformats.org/officeDocument/2006/relationships/customXml" Target="../ink/ink985.xml"/><Relationship Id="rId452" Type="http://schemas.openxmlformats.org/officeDocument/2006/relationships/customXml" Target="../ink/ink1006.xml"/><Relationship Id="rId494" Type="http://schemas.openxmlformats.org/officeDocument/2006/relationships/customXml" Target="../ink/ink1027.xml"/><Relationship Id="rId508" Type="http://schemas.openxmlformats.org/officeDocument/2006/relationships/customXml" Target="../ink/ink1034.xml"/><Relationship Id="rId105" Type="http://schemas.openxmlformats.org/officeDocument/2006/relationships/image" Target="../media/image1255.png"/><Relationship Id="rId147" Type="http://schemas.openxmlformats.org/officeDocument/2006/relationships/image" Target="../media/image1276.png"/><Relationship Id="rId312" Type="http://schemas.openxmlformats.org/officeDocument/2006/relationships/customXml" Target="../ink/ink936.xml"/><Relationship Id="rId354" Type="http://schemas.openxmlformats.org/officeDocument/2006/relationships/customXml" Target="../ink/ink957.xml"/><Relationship Id="rId51" Type="http://schemas.openxmlformats.org/officeDocument/2006/relationships/customXml" Target="../ink/ink805.xml"/><Relationship Id="rId93" Type="http://schemas.openxmlformats.org/officeDocument/2006/relationships/image" Target="../media/image1249.png"/><Relationship Id="rId189" Type="http://schemas.openxmlformats.org/officeDocument/2006/relationships/image" Target="../media/image1297.png"/><Relationship Id="rId396" Type="http://schemas.openxmlformats.org/officeDocument/2006/relationships/customXml" Target="../ink/ink978.xml"/><Relationship Id="rId561" Type="http://schemas.openxmlformats.org/officeDocument/2006/relationships/customXml" Target="../ink/ink1061.xml"/><Relationship Id="rId617" Type="http://schemas.openxmlformats.org/officeDocument/2006/relationships/customXml" Target="../ink/ink1089.xml"/><Relationship Id="rId214" Type="http://schemas.openxmlformats.org/officeDocument/2006/relationships/customXml" Target="../ink/ink887.xml"/><Relationship Id="rId256" Type="http://schemas.openxmlformats.org/officeDocument/2006/relationships/customXml" Target="../ink/ink908.xml"/><Relationship Id="rId298" Type="http://schemas.openxmlformats.org/officeDocument/2006/relationships/customXml" Target="../ink/ink929.xml"/><Relationship Id="rId421" Type="http://schemas.openxmlformats.org/officeDocument/2006/relationships/image" Target="../media/image1413.png"/><Relationship Id="rId463" Type="http://schemas.openxmlformats.org/officeDocument/2006/relationships/image" Target="../media/image1434.png"/><Relationship Id="rId519" Type="http://schemas.openxmlformats.org/officeDocument/2006/relationships/image" Target="../media/image1462.png"/><Relationship Id="rId116" Type="http://schemas.openxmlformats.org/officeDocument/2006/relationships/customXml" Target="../ink/ink838.xml"/><Relationship Id="rId158" Type="http://schemas.openxmlformats.org/officeDocument/2006/relationships/customXml" Target="../ink/ink859.xml"/><Relationship Id="rId323" Type="http://schemas.openxmlformats.org/officeDocument/2006/relationships/image" Target="../media/image1364.png"/><Relationship Id="rId530" Type="http://schemas.openxmlformats.org/officeDocument/2006/relationships/customXml" Target="../ink/ink1045.xml"/><Relationship Id="rId20" Type="http://schemas.openxmlformats.org/officeDocument/2006/relationships/image" Target="../media/image1214.png"/><Relationship Id="rId62" Type="http://schemas.openxmlformats.org/officeDocument/2006/relationships/image" Target="../media/image1235.png"/><Relationship Id="rId365" Type="http://schemas.openxmlformats.org/officeDocument/2006/relationships/image" Target="../media/image1385.png"/><Relationship Id="rId572" Type="http://schemas.openxmlformats.org/officeDocument/2006/relationships/image" Target="../media/image1488.png"/><Relationship Id="rId628" Type="http://schemas.openxmlformats.org/officeDocument/2006/relationships/image" Target="../media/image1516.png"/><Relationship Id="rId225" Type="http://schemas.openxmlformats.org/officeDocument/2006/relationships/image" Target="../media/image1315.png"/><Relationship Id="rId267" Type="http://schemas.openxmlformats.org/officeDocument/2006/relationships/image" Target="../media/image1336.png"/><Relationship Id="rId432" Type="http://schemas.openxmlformats.org/officeDocument/2006/relationships/customXml" Target="../ink/ink996.xml"/><Relationship Id="rId474" Type="http://schemas.openxmlformats.org/officeDocument/2006/relationships/customXml" Target="../ink/ink1017.xml"/><Relationship Id="rId127" Type="http://schemas.openxmlformats.org/officeDocument/2006/relationships/image" Target="../media/image1266.png"/><Relationship Id="rId31" Type="http://schemas.openxmlformats.org/officeDocument/2006/relationships/customXml" Target="../ink/ink795.xml"/><Relationship Id="rId73" Type="http://schemas.openxmlformats.org/officeDocument/2006/relationships/customXml" Target="../ink/ink816.xml"/><Relationship Id="rId169" Type="http://schemas.openxmlformats.org/officeDocument/2006/relationships/image" Target="../media/image1287.png"/><Relationship Id="rId334" Type="http://schemas.openxmlformats.org/officeDocument/2006/relationships/customXml" Target="../ink/ink947.xml"/><Relationship Id="rId376" Type="http://schemas.openxmlformats.org/officeDocument/2006/relationships/customXml" Target="../ink/ink968.xml"/><Relationship Id="rId541" Type="http://schemas.openxmlformats.org/officeDocument/2006/relationships/image" Target="../media/image1473.png"/><Relationship Id="rId583" Type="http://schemas.openxmlformats.org/officeDocument/2006/relationships/customXml" Target="../ink/ink1072.xml"/><Relationship Id="rId639" Type="http://schemas.openxmlformats.org/officeDocument/2006/relationships/customXml" Target="../ink/ink1100.xml"/><Relationship Id="rId4" Type="http://schemas.openxmlformats.org/officeDocument/2006/relationships/image" Target="../media/image1208.png"/><Relationship Id="rId180" Type="http://schemas.openxmlformats.org/officeDocument/2006/relationships/customXml" Target="../ink/ink870.xml"/><Relationship Id="rId236" Type="http://schemas.openxmlformats.org/officeDocument/2006/relationships/customXml" Target="../ink/ink898.xml"/><Relationship Id="rId278" Type="http://schemas.openxmlformats.org/officeDocument/2006/relationships/customXml" Target="../ink/ink919.xml"/><Relationship Id="rId401" Type="http://schemas.openxmlformats.org/officeDocument/2006/relationships/image" Target="../media/image1403.png"/><Relationship Id="rId443" Type="http://schemas.openxmlformats.org/officeDocument/2006/relationships/image" Target="../media/image1424.png"/><Relationship Id="rId303" Type="http://schemas.openxmlformats.org/officeDocument/2006/relationships/image" Target="../media/image1354.png"/><Relationship Id="rId485" Type="http://schemas.openxmlformats.org/officeDocument/2006/relationships/image" Target="../media/image1445.png"/><Relationship Id="rId42" Type="http://schemas.openxmlformats.org/officeDocument/2006/relationships/image" Target="../media/image1225.png"/><Relationship Id="rId84" Type="http://schemas.openxmlformats.org/officeDocument/2006/relationships/customXml" Target="../ink/ink822.xml"/><Relationship Id="rId138" Type="http://schemas.openxmlformats.org/officeDocument/2006/relationships/customXml" Target="../ink/ink849.xml"/><Relationship Id="rId345" Type="http://schemas.openxmlformats.org/officeDocument/2006/relationships/image" Target="../media/image1375.png"/><Relationship Id="rId387" Type="http://schemas.openxmlformats.org/officeDocument/2006/relationships/image" Target="../media/image1396.png"/><Relationship Id="rId510" Type="http://schemas.openxmlformats.org/officeDocument/2006/relationships/customXml" Target="../ink/ink1035.xml"/><Relationship Id="rId552" Type="http://schemas.openxmlformats.org/officeDocument/2006/relationships/customXml" Target="../ink/ink1056.xml"/><Relationship Id="rId594" Type="http://schemas.openxmlformats.org/officeDocument/2006/relationships/image" Target="../media/image1499.png"/><Relationship Id="rId608" Type="http://schemas.openxmlformats.org/officeDocument/2006/relationships/image" Target="../media/image1506.png"/><Relationship Id="rId191" Type="http://schemas.openxmlformats.org/officeDocument/2006/relationships/image" Target="../media/image1298.png"/><Relationship Id="rId205" Type="http://schemas.openxmlformats.org/officeDocument/2006/relationships/image" Target="../media/image1305.png"/><Relationship Id="rId247" Type="http://schemas.openxmlformats.org/officeDocument/2006/relationships/image" Target="../media/image1326.png"/><Relationship Id="rId412" Type="http://schemas.openxmlformats.org/officeDocument/2006/relationships/customXml" Target="../ink/ink986.xml"/><Relationship Id="rId107" Type="http://schemas.openxmlformats.org/officeDocument/2006/relationships/image" Target="../media/image1256.png"/><Relationship Id="rId289" Type="http://schemas.openxmlformats.org/officeDocument/2006/relationships/image" Target="../media/image1347.png"/><Relationship Id="rId454" Type="http://schemas.openxmlformats.org/officeDocument/2006/relationships/customXml" Target="../ink/ink1007.xml"/><Relationship Id="rId496" Type="http://schemas.openxmlformats.org/officeDocument/2006/relationships/customXml" Target="../ink/ink1028.xml"/><Relationship Id="rId11" Type="http://schemas.openxmlformats.org/officeDocument/2006/relationships/customXml" Target="../ink/ink785.xml"/><Relationship Id="rId53" Type="http://schemas.openxmlformats.org/officeDocument/2006/relationships/customXml" Target="../ink/ink806.xml"/><Relationship Id="rId149" Type="http://schemas.openxmlformats.org/officeDocument/2006/relationships/image" Target="../media/image1277.png"/><Relationship Id="rId314" Type="http://schemas.openxmlformats.org/officeDocument/2006/relationships/customXml" Target="../ink/ink937.xml"/><Relationship Id="rId356" Type="http://schemas.openxmlformats.org/officeDocument/2006/relationships/customXml" Target="../ink/ink958.xml"/><Relationship Id="rId398" Type="http://schemas.openxmlformats.org/officeDocument/2006/relationships/customXml" Target="../ink/ink979.xml"/><Relationship Id="rId521" Type="http://schemas.openxmlformats.org/officeDocument/2006/relationships/image" Target="../media/image1463.png"/><Relationship Id="rId563" Type="http://schemas.openxmlformats.org/officeDocument/2006/relationships/customXml" Target="../ink/ink1062.xml"/><Relationship Id="rId619" Type="http://schemas.openxmlformats.org/officeDocument/2006/relationships/customXml" Target="../ink/ink1090.xml"/><Relationship Id="rId95" Type="http://schemas.openxmlformats.org/officeDocument/2006/relationships/image" Target="../media/image1250.png"/><Relationship Id="rId160" Type="http://schemas.openxmlformats.org/officeDocument/2006/relationships/customXml" Target="../ink/ink860.xml"/><Relationship Id="rId216" Type="http://schemas.openxmlformats.org/officeDocument/2006/relationships/customXml" Target="../ink/ink888.xml"/><Relationship Id="rId423" Type="http://schemas.openxmlformats.org/officeDocument/2006/relationships/image" Target="../media/image1414.png"/><Relationship Id="rId258" Type="http://schemas.openxmlformats.org/officeDocument/2006/relationships/customXml" Target="../ink/ink909.xml"/><Relationship Id="rId465" Type="http://schemas.openxmlformats.org/officeDocument/2006/relationships/image" Target="../media/image1435.png"/><Relationship Id="rId630" Type="http://schemas.openxmlformats.org/officeDocument/2006/relationships/image" Target="../media/image1517.png"/><Relationship Id="rId22" Type="http://schemas.openxmlformats.org/officeDocument/2006/relationships/image" Target="../media/image1215.png"/><Relationship Id="rId64" Type="http://schemas.openxmlformats.org/officeDocument/2006/relationships/image" Target="../media/image1236.png"/><Relationship Id="rId118" Type="http://schemas.openxmlformats.org/officeDocument/2006/relationships/customXml" Target="../ink/ink839.xml"/><Relationship Id="rId325" Type="http://schemas.openxmlformats.org/officeDocument/2006/relationships/image" Target="../media/image1365.png"/><Relationship Id="rId367" Type="http://schemas.openxmlformats.org/officeDocument/2006/relationships/image" Target="../media/image1386.png"/><Relationship Id="rId532" Type="http://schemas.openxmlformats.org/officeDocument/2006/relationships/customXml" Target="../ink/ink1046.xml"/><Relationship Id="rId574" Type="http://schemas.openxmlformats.org/officeDocument/2006/relationships/image" Target="../media/image1489.png"/><Relationship Id="rId171" Type="http://schemas.openxmlformats.org/officeDocument/2006/relationships/image" Target="../media/image1288.png"/><Relationship Id="rId227" Type="http://schemas.openxmlformats.org/officeDocument/2006/relationships/image" Target="../media/image1316.png"/><Relationship Id="rId269" Type="http://schemas.openxmlformats.org/officeDocument/2006/relationships/image" Target="../media/image1337.png"/><Relationship Id="rId434" Type="http://schemas.openxmlformats.org/officeDocument/2006/relationships/customXml" Target="../ink/ink997.xml"/><Relationship Id="rId476" Type="http://schemas.openxmlformats.org/officeDocument/2006/relationships/customXml" Target="../ink/ink1018.xml"/><Relationship Id="rId641" Type="http://schemas.openxmlformats.org/officeDocument/2006/relationships/customXml" Target="../ink/ink1101.xml"/><Relationship Id="rId33" Type="http://schemas.openxmlformats.org/officeDocument/2006/relationships/customXml" Target="../ink/ink796.xml"/><Relationship Id="rId129" Type="http://schemas.openxmlformats.org/officeDocument/2006/relationships/image" Target="../media/image1267.png"/><Relationship Id="rId280" Type="http://schemas.openxmlformats.org/officeDocument/2006/relationships/customXml" Target="../ink/ink920.xml"/><Relationship Id="rId336" Type="http://schemas.openxmlformats.org/officeDocument/2006/relationships/customXml" Target="../ink/ink948.xml"/><Relationship Id="rId501" Type="http://schemas.openxmlformats.org/officeDocument/2006/relationships/image" Target="../media/image1453.png"/><Relationship Id="rId543" Type="http://schemas.openxmlformats.org/officeDocument/2006/relationships/image" Target="../media/image1474.png"/><Relationship Id="rId75" Type="http://schemas.openxmlformats.org/officeDocument/2006/relationships/customXml" Target="../ink/ink817.xml"/><Relationship Id="rId140" Type="http://schemas.openxmlformats.org/officeDocument/2006/relationships/customXml" Target="../ink/ink850.xml"/><Relationship Id="rId182" Type="http://schemas.openxmlformats.org/officeDocument/2006/relationships/customXml" Target="../ink/ink871.xml"/><Relationship Id="rId378" Type="http://schemas.openxmlformats.org/officeDocument/2006/relationships/customXml" Target="../ink/ink969.xml"/><Relationship Id="rId403" Type="http://schemas.openxmlformats.org/officeDocument/2006/relationships/image" Target="../media/image1404.png"/><Relationship Id="rId585" Type="http://schemas.openxmlformats.org/officeDocument/2006/relationships/customXml" Target="../ink/ink1073.xml"/><Relationship Id="rId6" Type="http://schemas.openxmlformats.org/officeDocument/2006/relationships/image" Target="../media/image1209.png"/><Relationship Id="rId238" Type="http://schemas.openxmlformats.org/officeDocument/2006/relationships/customXml" Target="../ink/ink899.xml"/><Relationship Id="rId445" Type="http://schemas.openxmlformats.org/officeDocument/2006/relationships/image" Target="../media/image1425.png"/><Relationship Id="rId487" Type="http://schemas.openxmlformats.org/officeDocument/2006/relationships/image" Target="../media/image1446.png"/><Relationship Id="rId610" Type="http://schemas.openxmlformats.org/officeDocument/2006/relationships/image" Target="../media/image1507.png"/><Relationship Id="rId291" Type="http://schemas.openxmlformats.org/officeDocument/2006/relationships/image" Target="../media/image1348.png"/><Relationship Id="rId305" Type="http://schemas.openxmlformats.org/officeDocument/2006/relationships/image" Target="../media/image1355.png"/><Relationship Id="rId347" Type="http://schemas.openxmlformats.org/officeDocument/2006/relationships/image" Target="../media/image1376.png"/><Relationship Id="rId512" Type="http://schemas.openxmlformats.org/officeDocument/2006/relationships/customXml" Target="../ink/ink1036.xml"/><Relationship Id="rId44" Type="http://schemas.openxmlformats.org/officeDocument/2006/relationships/image" Target="../media/image1226.png"/><Relationship Id="rId86" Type="http://schemas.openxmlformats.org/officeDocument/2006/relationships/customXml" Target="../ink/ink823.xml"/><Relationship Id="rId151" Type="http://schemas.openxmlformats.org/officeDocument/2006/relationships/image" Target="../media/image1278.png"/><Relationship Id="rId389" Type="http://schemas.openxmlformats.org/officeDocument/2006/relationships/image" Target="../media/image1397.png"/><Relationship Id="rId554" Type="http://schemas.openxmlformats.org/officeDocument/2006/relationships/customXml" Target="../ink/ink1057.xml"/><Relationship Id="rId596" Type="http://schemas.openxmlformats.org/officeDocument/2006/relationships/image" Target="../media/image1500.png"/><Relationship Id="rId193" Type="http://schemas.openxmlformats.org/officeDocument/2006/relationships/image" Target="../media/image1299.png"/><Relationship Id="rId207" Type="http://schemas.openxmlformats.org/officeDocument/2006/relationships/image" Target="../media/image1306.png"/><Relationship Id="rId249" Type="http://schemas.openxmlformats.org/officeDocument/2006/relationships/image" Target="../media/image1327.png"/><Relationship Id="rId414" Type="http://schemas.openxmlformats.org/officeDocument/2006/relationships/customXml" Target="../ink/ink987.xml"/><Relationship Id="rId456" Type="http://schemas.openxmlformats.org/officeDocument/2006/relationships/customXml" Target="../ink/ink1008.xml"/><Relationship Id="rId498" Type="http://schemas.openxmlformats.org/officeDocument/2006/relationships/customXml" Target="../ink/ink1029.xml"/><Relationship Id="rId621" Type="http://schemas.openxmlformats.org/officeDocument/2006/relationships/customXml" Target="../ink/ink1091.xml"/><Relationship Id="rId13" Type="http://schemas.openxmlformats.org/officeDocument/2006/relationships/customXml" Target="../ink/ink786.xml"/><Relationship Id="rId109" Type="http://schemas.openxmlformats.org/officeDocument/2006/relationships/image" Target="../media/image1257.png"/><Relationship Id="rId260" Type="http://schemas.openxmlformats.org/officeDocument/2006/relationships/customXml" Target="../ink/ink910.xml"/><Relationship Id="rId316" Type="http://schemas.openxmlformats.org/officeDocument/2006/relationships/customXml" Target="../ink/ink938.xml"/><Relationship Id="rId523" Type="http://schemas.openxmlformats.org/officeDocument/2006/relationships/image" Target="../media/image1464.png"/><Relationship Id="rId55" Type="http://schemas.openxmlformats.org/officeDocument/2006/relationships/customXml" Target="../ink/ink807.xml"/><Relationship Id="rId97" Type="http://schemas.openxmlformats.org/officeDocument/2006/relationships/image" Target="../media/image1251.png"/><Relationship Id="rId120" Type="http://schemas.openxmlformats.org/officeDocument/2006/relationships/customXml" Target="../ink/ink840.xml"/><Relationship Id="rId358" Type="http://schemas.openxmlformats.org/officeDocument/2006/relationships/customXml" Target="../ink/ink959.xml"/><Relationship Id="rId565" Type="http://schemas.openxmlformats.org/officeDocument/2006/relationships/customXml" Target="../ink/ink1063.xml"/><Relationship Id="rId162" Type="http://schemas.openxmlformats.org/officeDocument/2006/relationships/customXml" Target="../ink/ink861.xml"/><Relationship Id="rId218" Type="http://schemas.openxmlformats.org/officeDocument/2006/relationships/customXml" Target="../ink/ink889.xml"/><Relationship Id="rId425" Type="http://schemas.openxmlformats.org/officeDocument/2006/relationships/image" Target="../media/image1415.png"/><Relationship Id="rId467" Type="http://schemas.openxmlformats.org/officeDocument/2006/relationships/image" Target="../media/image1436.png"/><Relationship Id="rId632" Type="http://schemas.openxmlformats.org/officeDocument/2006/relationships/image" Target="../media/image1518.png"/><Relationship Id="rId271" Type="http://schemas.openxmlformats.org/officeDocument/2006/relationships/image" Target="../media/image1338.png"/><Relationship Id="rId24" Type="http://schemas.openxmlformats.org/officeDocument/2006/relationships/image" Target="../media/image1216.png"/><Relationship Id="rId66" Type="http://schemas.openxmlformats.org/officeDocument/2006/relationships/image" Target="../media/image1237.png"/><Relationship Id="rId131" Type="http://schemas.openxmlformats.org/officeDocument/2006/relationships/image" Target="../media/image1268.png"/><Relationship Id="rId327" Type="http://schemas.openxmlformats.org/officeDocument/2006/relationships/image" Target="../media/image1366.png"/><Relationship Id="rId369" Type="http://schemas.openxmlformats.org/officeDocument/2006/relationships/image" Target="../media/image1387.png"/><Relationship Id="rId534" Type="http://schemas.openxmlformats.org/officeDocument/2006/relationships/customXml" Target="../ink/ink1047.xml"/><Relationship Id="rId576" Type="http://schemas.openxmlformats.org/officeDocument/2006/relationships/image" Target="../media/image1490.png"/><Relationship Id="rId173" Type="http://schemas.openxmlformats.org/officeDocument/2006/relationships/image" Target="../media/image1289.png"/><Relationship Id="rId229" Type="http://schemas.openxmlformats.org/officeDocument/2006/relationships/image" Target="../media/image1317.png"/><Relationship Id="rId380" Type="http://schemas.openxmlformats.org/officeDocument/2006/relationships/customXml" Target="../ink/ink970.xml"/><Relationship Id="rId436" Type="http://schemas.openxmlformats.org/officeDocument/2006/relationships/customXml" Target="../ink/ink998.xml"/><Relationship Id="rId601" Type="http://schemas.openxmlformats.org/officeDocument/2006/relationships/customXml" Target="../ink/ink1081.xml"/><Relationship Id="rId643" Type="http://schemas.openxmlformats.org/officeDocument/2006/relationships/customXml" Target="../ink/ink1102.xml"/><Relationship Id="rId240" Type="http://schemas.openxmlformats.org/officeDocument/2006/relationships/customXml" Target="../ink/ink900.xml"/><Relationship Id="rId478" Type="http://schemas.openxmlformats.org/officeDocument/2006/relationships/customXml" Target="../ink/ink1019.xml"/><Relationship Id="rId35" Type="http://schemas.openxmlformats.org/officeDocument/2006/relationships/customXml" Target="../ink/ink797.xml"/><Relationship Id="rId77" Type="http://schemas.openxmlformats.org/officeDocument/2006/relationships/customXml" Target="../ink/ink818.xml"/><Relationship Id="rId100" Type="http://schemas.openxmlformats.org/officeDocument/2006/relationships/customXml" Target="../ink/ink830.xml"/><Relationship Id="rId282" Type="http://schemas.openxmlformats.org/officeDocument/2006/relationships/customXml" Target="../ink/ink921.xml"/><Relationship Id="rId338" Type="http://schemas.openxmlformats.org/officeDocument/2006/relationships/customXml" Target="../ink/ink949.xml"/><Relationship Id="rId503" Type="http://schemas.openxmlformats.org/officeDocument/2006/relationships/image" Target="../media/image1454.png"/><Relationship Id="rId545" Type="http://schemas.openxmlformats.org/officeDocument/2006/relationships/image" Target="../media/image1475.png"/><Relationship Id="rId587" Type="http://schemas.openxmlformats.org/officeDocument/2006/relationships/customXml" Target="../ink/ink1074.xml"/><Relationship Id="rId8" Type="http://schemas.openxmlformats.org/officeDocument/2006/relationships/image" Target="../media/image1210.png"/><Relationship Id="rId142" Type="http://schemas.openxmlformats.org/officeDocument/2006/relationships/customXml" Target="../ink/ink851.xml"/><Relationship Id="rId184" Type="http://schemas.openxmlformats.org/officeDocument/2006/relationships/customXml" Target="../ink/ink872.xml"/><Relationship Id="rId391" Type="http://schemas.openxmlformats.org/officeDocument/2006/relationships/image" Target="../media/image1398.png"/><Relationship Id="rId405" Type="http://schemas.openxmlformats.org/officeDocument/2006/relationships/image" Target="../media/image1405.png"/><Relationship Id="rId447" Type="http://schemas.openxmlformats.org/officeDocument/2006/relationships/image" Target="../media/image1426.png"/><Relationship Id="rId612" Type="http://schemas.openxmlformats.org/officeDocument/2006/relationships/image" Target="../media/image1508.png"/><Relationship Id="rId251" Type="http://schemas.openxmlformats.org/officeDocument/2006/relationships/image" Target="../media/image1328.png"/><Relationship Id="rId489" Type="http://schemas.openxmlformats.org/officeDocument/2006/relationships/image" Target="../media/image1447.png"/><Relationship Id="rId654" Type="http://schemas.openxmlformats.org/officeDocument/2006/relationships/image" Target="../media/image1529.png"/><Relationship Id="rId46" Type="http://schemas.openxmlformats.org/officeDocument/2006/relationships/image" Target="../media/image1227.png"/><Relationship Id="rId293" Type="http://schemas.openxmlformats.org/officeDocument/2006/relationships/image" Target="../media/image1349.png"/><Relationship Id="rId307" Type="http://schemas.openxmlformats.org/officeDocument/2006/relationships/image" Target="../media/image1356.png"/><Relationship Id="rId349" Type="http://schemas.openxmlformats.org/officeDocument/2006/relationships/image" Target="../media/image1377.png"/><Relationship Id="rId514" Type="http://schemas.openxmlformats.org/officeDocument/2006/relationships/customXml" Target="../ink/ink1037.xml"/><Relationship Id="rId556" Type="http://schemas.openxmlformats.org/officeDocument/2006/relationships/customXml" Target="../ink/ink1058.xml"/><Relationship Id="rId88" Type="http://schemas.openxmlformats.org/officeDocument/2006/relationships/customXml" Target="../ink/ink824.xml"/><Relationship Id="rId111" Type="http://schemas.openxmlformats.org/officeDocument/2006/relationships/image" Target="../media/image1258.png"/><Relationship Id="rId153" Type="http://schemas.openxmlformats.org/officeDocument/2006/relationships/image" Target="../media/image1279.png"/><Relationship Id="rId195" Type="http://schemas.openxmlformats.org/officeDocument/2006/relationships/image" Target="../media/image1300.png"/><Relationship Id="rId209" Type="http://schemas.openxmlformats.org/officeDocument/2006/relationships/image" Target="../media/image1307.png"/><Relationship Id="rId360" Type="http://schemas.openxmlformats.org/officeDocument/2006/relationships/customXml" Target="../ink/ink960.xml"/><Relationship Id="rId416" Type="http://schemas.openxmlformats.org/officeDocument/2006/relationships/customXml" Target="../ink/ink988.xml"/><Relationship Id="rId598" Type="http://schemas.openxmlformats.org/officeDocument/2006/relationships/image" Target="../media/image1501.png"/><Relationship Id="rId220" Type="http://schemas.openxmlformats.org/officeDocument/2006/relationships/customXml" Target="../ink/ink890.xml"/><Relationship Id="rId458" Type="http://schemas.openxmlformats.org/officeDocument/2006/relationships/customXml" Target="../ink/ink1009.xml"/><Relationship Id="rId623" Type="http://schemas.openxmlformats.org/officeDocument/2006/relationships/customXml" Target="../ink/ink1092.xml"/><Relationship Id="rId15" Type="http://schemas.openxmlformats.org/officeDocument/2006/relationships/customXml" Target="../ink/ink787.xml"/><Relationship Id="rId57" Type="http://schemas.openxmlformats.org/officeDocument/2006/relationships/customXml" Target="../ink/ink808.xml"/><Relationship Id="rId262" Type="http://schemas.openxmlformats.org/officeDocument/2006/relationships/customXml" Target="../ink/ink911.xml"/><Relationship Id="rId318" Type="http://schemas.openxmlformats.org/officeDocument/2006/relationships/customXml" Target="../ink/ink939.xml"/><Relationship Id="rId525" Type="http://schemas.openxmlformats.org/officeDocument/2006/relationships/image" Target="../media/image1465.png"/><Relationship Id="rId567" Type="http://schemas.openxmlformats.org/officeDocument/2006/relationships/customXml" Target="../ink/ink1064.xml"/><Relationship Id="rId99" Type="http://schemas.openxmlformats.org/officeDocument/2006/relationships/image" Target="../media/image1252.png"/><Relationship Id="rId122" Type="http://schemas.openxmlformats.org/officeDocument/2006/relationships/customXml" Target="../ink/ink841.xml"/><Relationship Id="rId164" Type="http://schemas.openxmlformats.org/officeDocument/2006/relationships/customXml" Target="../ink/ink862.xml"/><Relationship Id="rId371" Type="http://schemas.openxmlformats.org/officeDocument/2006/relationships/image" Target="../media/image1388.png"/><Relationship Id="rId427" Type="http://schemas.openxmlformats.org/officeDocument/2006/relationships/image" Target="../media/image1416.png"/><Relationship Id="rId469" Type="http://schemas.openxmlformats.org/officeDocument/2006/relationships/image" Target="../media/image1437.png"/><Relationship Id="rId634" Type="http://schemas.openxmlformats.org/officeDocument/2006/relationships/image" Target="../media/image1519.png"/><Relationship Id="rId26" Type="http://schemas.openxmlformats.org/officeDocument/2006/relationships/image" Target="../media/image1217.png"/><Relationship Id="rId231" Type="http://schemas.openxmlformats.org/officeDocument/2006/relationships/image" Target="../media/image1318.png"/><Relationship Id="rId273" Type="http://schemas.openxmlformats.org/officeDocument/2006/relationships/image" Target="../media/image1339.png"/><Relationship Id="rId329" Type="http://schemas.openxmlformats.org/officeDocument/2006/relationships/image" Target="../media/image1367.png"/><Relationship Id="rId480" Type="http://schemas.openxmlformats.org/officeDocument/2006/relationships/customXml" Target="../ink/ink1020.xml"/><Relationship Id="rId536" Type="http://schemas.openxmlformats.org/officeDocument/2006/relationships/customXml" Target="../ink/ink1048.xml"/><Relationship Id="rId68" Type="http://schemas.openxmlformats.org/officeDocument/2006/relationships/image" Target="../media/image1238.png"/><Relationship Id="rId133" Type="http://schemas.openxmlformats.org/officeDocument/2006/relationships/image" Target="../media/image1269.png"/><Relationship Id="rId175" Type="http://schemas.openxmlformats.org/officeDocument/2006/relationships/image" Target="../media/image1290.png"/><Relationship Id="rId340" Type="http://schemas.openxmlformats.org/officeDocument/2006/relationships/customXml" Target="../ink/ink950.xml"/><Relationship Id="rId578" Type="http://schemas.openxmlformats.org/officeDocument/2006/relationships/image" Target="../media/image1491.png"/><Relationship Id="rId200" Type="http://schemas.openxmlformats.org/officeDocument/2006/relationships/customXml" Target="../ink/ink880.xml"/><Relationship Id="rId382" Type="http://schemas.openxmlformats.org/officeDocument/2006/relationships/customXml" Target="../ink/ink971.xml"/><Relationship Id="rId438" Type="http://schemas.openxmlformats.org/officeDocument/2006/relationships/customXml" Target="../ink/ink999.xml"/><Relationship Id="rId603" Type="http://schemas.openxmlformats.org/officeDocument/2006/relationships/customXml" Target="../ink/ink1082.xml"/><Relationship Id="rId645" Type="http://schemas.openxmlformats.org/officeDocument/2006/relationships/customXml" Target="../ink/ink1103.xml"/><Relationship Id="rId242" Type="http://schemas.openxmlformats.org/officeDocument/2006/relationships/customXml" Target="../ink/ink901.xml"/><Relationship Id="rId284" Type="http://schemas.openxmlformats.org/officeDocument/2006/relationships/customXml" Target="../ink/ink922.xml"/><Relationship Id="rId491" Type="http://schemas.openxmlformats.org/officeDocument/2006/relationships/image" Target="../media/image1448.png"/><Relationship Id="rId505" Type="http://schemas.openxmlformats.org/officeDocument/2006/relationships/image" Target="../media/image1455.png"/><Relationship Id="rId37" Type="http://schemas.openxmlformats.org/officeDocument/2006/relationships/customXml" Target="../ink/ink798.xml"/><Relationship Id="rId79" Type="http://schemas.openxmlformats.org/officeDocument/2006/relationships/customXml" Target="../ink/ink819.xml"/><Relationship Id="rId102" Type="http://schemas.openxmlformats.org/officeDocument/2006/relationships/customXml" Target="../ink/ink831.xml"/><Relationship Id="rId144" Type="http://schemas.openxmlformats.org/officeDocument/2006/relationships/customXml" Target="../ink/ink852.xml"/><Relationship Id="rId547" Type="http://schemas.openxmlformats.org/officeDocument/2006/relationships/image" Target="../media/image1476.png"/><Relationship Id="rId589" Type="http://schemas.openxmlformats.org/officeDocument/2006/relationships/customXml" Target="../ink/ink1075.xml"/><Relationship Id="rId90" Type="http://schemas.openxmlformats.org/officeDocument/2006/relationships/customXml" Target="../ink/ink825.xml"/><Relationship Id="rId186" Type="http://schemas.openxmlformats.org/officeDocument/2006/relationships/customXml" Target="../ink/ink873.xml"/><Relationship Id="rId351" Type="http://schemas.openxmlformats.org/officeDocument/2006/relationships/image" Target="../media/image1378.png"/><Relationship Id="rId393" Type="http://schemas.openxmlformats.org/officeDocument/2006/relationships/image" Target="../media/image1399.png"/><Relationship Id="rId407" Type="http://schemas.openxmlformats.org/officeDocument/2006/relationships/image" Target="../media/image1406.png"/><Relationship Id="rId449" Type="http://schemas.openxmlformats.org/officeDocument/2006/relationships/image" Target="../media/image1427.png"/><Relationship Id="rId614" Type="http://schemas.openxmlformats.org/officeDocument/2006/relationships/image" Target="../media/image1509.png"/><Relationship Id="rId656" Type="http://schemas.openxmlformats.org/officeDocument/2006/relationships/image" Target="../media/image1530.png"/><Relationship Id="rId211" Type="http://schemas.openxmlformats.org/officeDocument/2006/relationships/image" Target="../media/image1308.png"/><Relationship Id="rId253" Type="http://schemas.openxmlformats.org/officeDocument/2006/relationships/image" Target="../media/image1329.png"/><Relationship Id="rId295" Type="http://schemas.openxmlformats.org/officeDocument/2006/relationships/image" Target="../media/image1350.png"/><Relationship Id="rId309" Type="http://schemas.openxmlformats.org/officeDocument/2006/relationships/image" Target="../media/image1357.png"/><Relationship Id="rId460" Type="http://schemas.openxmlformats.org/officeDocument/2006/relationships/customXml" Target="../ink/ink1010.xml"/><Relationship Id="rId516" Type="http://schemas.openxmlformats.org/officeDocument/2006/relationships/customXml" Target="../ink/ink1038.xml"/><Relationship Id="rId48" Type="http://schemas.openxmlformats.org/officeDocument/2006/relationships/image" Target="../media/image1228.png"/><Relationship Id="rId113" Type="http://schemas.openxmlformats.org/officeDocument/2006/relationships/image" Target="../media/image1259.png"/><Relationship Id="rId320" Type="http://schemas.openxmlformats.org/officeDocument/2006/relationships/customXml" Target="../ink/ink940.xml"/><Relationship Id="rId558" Type="http://schemas.openxmlformats.org/officeDocument/2006/relationships/customXml" Target="../ink/ink1059.xml"/><Relationship Id="rId155" Type="http://schemas.openxmlformats.org/officeDocument/2006/relationships/image" Target="../media/image1280.png"/><Relationship Id="rId197" Type="http://schemas.openxmlformats.org/officeDocument/2006/relationships/image" Target="../media/image1301.png"/><Relationship Id="rId362" Type="http://schemas.openxmlformats.org/officeDocument/2006/relationships/customXml" Target="../ink/ink961.xml"/><Relationship Id="rId418" Type="http://schemas.openxmlformats.org/officeDocument/2006/relationships/customXml" Target="../ink/ink989.xml"/><Relationship Id="rId625" Type="http://schemas.openxmlformats.org/officeDocument/2006/relationships/customXml" Target="../ink/ink1093.xml"/><Relationship Id="rId222" Type="http://schemas.openxmlformats.org/officeDocument/2006/relationships/customXml" Target="../ink/ink891.xml"/><Relationship Id="rId264" Type="http://schemas.openxmlformats.org/officeDocument/2006/relationships/customXml" Target="../ink/ink912.xml"/><Relationship Id="rId471" Type="http://schemas.openxmlformats.org/officeDocument/2006/relationships/image" Target="../media/image1438.png"/><Relationship Id="rId17" Type="http://schemas.openxmlformats.org/officeDocument/2006/relationships/customXml" Target="../ink/ink788.xml"/><Relationship Id="rId59" Type="http://schemas.openxmlformats.org/officeDocument/2006/relationships/customXml" Target="../ink/ink809.xml"/><Relationship Id="rId124" Type="http://schemas.openxmlformats.org/officeDocument/2006/relationships/customXml" Target="../ink/ink842.xml"/><Relationship Id="rId527" Type="http://schemas.openxmlformats.org/officeDocument/2006/relationships/image" Target="../media/image1466.png"/><Relationship Id="rId569" Type="http://schemas.openxmlformats.org/officeDocument/2006/relationships/customXml" Target="../ink/ink1065.xml"/><Relationship Id="rId70" Type="http://schemas.openxmlformats.org/officeDocument/2006/relationships/image" Target="../media/image1239.png"/><Relationship Id="rId166" Type="http://schemas.openxmlformats.org/officeDocument/2006/relationships/customXml" Target="../ink/ink863.xml"/><Relationship Id="rId331" Type="http://schemas.openxmlformats.org/officeDocument/2006/relationships/image" Target="../media/image1368.png"/><Relationship Id="rId373" Type="http://schemas.openxmlformats.org/officeDocument/2006/relationships/image" Target="../media/image1389.png"/><Relationship Id="rId429" Type="http://schemas.openxmlformats.org/officeDocument/2006/relationships/image" Target="../media/image1417.png"/><Relationship Id="rId580" Type="http://schemas.openxmlformats.org/officeDocument/2006/relationships/image" Target="../media/image1492.png"/><Relationship Id="rId636" Type="http://schemas.openxmlformats.org/officeDocument/2006/relationships/image" Target="../media/image1520.png"/><Relationship Id="rId1" Type="http://schemas.openxmlformats.org/officeDocument/2006/relationships/slideLayout" Target="../slideLayouts/slideLayout1.xml"/><Relationship Id="rId233" Type="http://schemas.openxmlformats.org/officeDocument/2006/relationships/image" Target="../media/image1319.png"/><Relationship Id="rId440" Type="http://schemas.openxmlformats.org/officeDocument/2006/relationships/customXml" Target="../ink/ink1000.xml"/><Relationship Id="rId28" Type="http://schemas.openxmlformats.org/officeDocument/2006/relationships/image" Target="../media/image1218.png"/><Relationship Id="rId275" Type="http://schemas.openxmlformats.org/officeDocument/2006/relationships/image" Target="../media/image1340.png"/><Relationship Id="rId300" Type="http://schemas.openxmlformats.org/officeDocument/2006/relationships/customXml" Target="../ink/ink930.xml"/><Relationship Id="rId482" Type="http://schemas.openxmlformats.org/officeDocument/2006/relationships/customXml" Target="../ink/ink1021.xml"/><Relationship Id="rId538" Type="http://schemas.openxmlformats.org/officeDocument/2006/relationships/customXml" Target="../ink/ink1049.xml"/><Relationship Id="rId81" Type="http://schemas.openxmlformats.org/officeDocument/2006/relationships/customXml" Target="../ink/ink820.xml"/><Relationship Id="rId135" Type="http://schemas.openxmlformats.org/officeDocument/2006/relationships/image" Target="../media/image1270.png"/><Relationship Id="rId177" Type="http://schemas.openxmlformats.org/officeDocument/2006/relationships/image" Target="../media/image1291.png"/><Relationship Id="rId342" Type="http://schemas.openxmlformats.org/officeDocument/2006/relationships/customXml" Target="../ink/ink951.xml"/><Relationship Id="rId384" Type="http://schemas.openxmlformats.org/officeDocument/2006/relationships/customXml" Target="../ink/ink972.xml"/><Relationship Id="rId591" Type="http://schemas.openxmlformats.org/officeDocument/2006/relationships/customXml" Target="../ink/ink1076.xml"/><Relationship Id="rId605" Type="http://schemas.openxmlformats.org/officeDocument/2006/relationships/customXml" Target="../ink/ink1083.xml"/><Relationship Id="rId202" Type="http://schemas.openxmlformats.org/officeDocument/2006/relationships/customXml" Target="../ink/ink881.xml"/><Relationship Id="rId244" Type="http://schemas.openxmlformats.org/officeDocument/2006/relationships/customXml" Target="../ink/ink902.xml"/><Relationship Id="rId647" Type="http://schemas.openxmlformats.org/officeDocument/2006/relationships/customXml" Target="../ink/ink1104.xml"/><Relationship Id="rId39" Type="http://schemas.openxmlformats.org/officeDocument/2006/relationships/customXml" Target="../ink/ink799.xml"/><Relationship Id="rId286" Type="http://schemas.openxmlformats.org/officeDocument/2006/relationships/customXml" Target="../ink/ink923.xml"/><Relationship Id="rId451" Type="http://schemas.openxmlformats.org/officeDocument/2006/relationships/image" Target="../media/image1428.png"/><Relationship Id="rId493" Type="http://schemas.openxmlformats.org/officeDocument/2006/relationships/image" Target="../media/image1449.png"/><Relationship Id="rId507" Type="http://schemas.openxmlformats.org/officeDocument/2006/relationships/image" Target="../media/image1456.png"/><Relationship Id="rId549" Type="http://schemas.openxmlformats.org/officeDocument/2006/relationships/image" Target="../media/image1477.png"/><Relationship Id="rId50" Type="http://schemas.openxmlformats.org/officeDocument/2006/relationships/image" Target="../media/image1229.png"/><Relationship Id="rId104" Type="http://schemas.openxmlformats.org/officeDocument/2006/relationships/customXml" Target="../ink/ink832.xml"/><Relationship Id="rId146" Type="http://schemas.openxmlformats.org/officeDocument/2006/relationships/customXml" Target="../ink/ink853.xml"/><Relationship Id="rId188" Type="http://schemas.openxmlformats.org/officeDocument/2006/relationships/customXml" Target="../ink/ink874.xml"/><Relationship Id="rId311" Type="http://schemas.openxmlformats.org/officeDocument/2006/relationships/image" Target="../media/image1358.png"/><Relationship Id="rId353" Type="http://schemas.openxmlformats.org/officeDocument/2006/relationships/image" Target="../media/image1379.png"/><Relationship Id="rId395" Type="http://schemas.openxmlformats.org/officeDocument/2006/relationships/image" Target="../media/image1400.png"/><Relationship Id="rId409" Type="http://schemas.openxmlformats.org/officeDocument/2006/relationships/image" Target="../media/image1407.png"/><Relationship Id="rId560" Type="http://schemas.openxmlformats.org/officeDocument/2006/relationships/customXml" Target="../ink/ink1060.xml"/><Relationship Id="rId92" Type="http://schemas.openxmlformats.org/officeDocument/2006/relationships/customXml" Target="../ink/ink826.xml"/><Relationship Id="rId213" Type="http://schemas.openxmlformats.org/officeDocument/2006/relationships/image" Target="../media/image1309.png"/><Relationship Id="rId420" Type="http://schemas.openxmlformats.org/officeDocument/2006/relationships/customXml" Target="../ink/ink990.xml"/><Relationship Id="rId616" Type="http://schemas.openxmlformats.org/officeDocument/2006/relationships/image" Target="../media/image1510.png"/><Relationship Id="rId255" Type="http://schemas.openxmlformats.org/officeDocument/2006/relationships/image" Target="../media/image1330.png"/><Relationship Id="rId297" Type="http://schemas.openxmlformats.org/officeDocument/2006/relationships/image" Target="../media/image1351.png"/><Relationship Id="rId462" Type="http://schemas.openxmlformats.org/officeDocument/2006/relationships/customXml" Target="../ink/ink1011.xml"/><Relationship Id="rId518" Type="http://schemas.openxmlformats.org/officeDocument/2006/relationships/customXml" Target="../ink/ink1039.xml"/><Relationship Id="rId115" Type="http://schemas.openxmlformats.org/officeDocument/2006/relationships/image" Target="../media/image1260.png"/><Relationship Id="rId157" Type="http://schemas.openxmlformats.org/officeDocument/2006/relationships/image" Target="../media/image1281.png"/><Relationship Id="rId322" Type="http://schemas.openxmlformats.org/officeDocument/2006/relationships/customXml" Target="../ink/ink941.xml"/><Relationship Id="rId364" Type="http://schemas.openxmlformats.org/officeDocument/2006/relationships/customXml" Target="../ink/ink962.xml"/><Relationship Id="rId61" Type="http://schemas.openxmlformats.org/officeDocument/2006/relationships/customXml" Target="../ink/ink810.xml"/><Relationship Id="rId199" Type="http://schemas.openxmlformats.org/officeDocument/2006/relationships/image" Target="../media/image1302.png"/><Relationship Id="rId571" Type="http://schemas.openxmlformats.org/officeDocument/2006/relationships/customXml" Target="../ink/ink1066.xml"/><Relationship Id="rId627" Type="http://schemas.openxmlformats.org/officeDocument/2006/relationships/customXml" Target="../ink/ink1094.xml"/><Relationship Id="rId19" Type="http://schemas.openxmlformats.org/officeDocument/2006/relationships/customXml" Target="../ink/ink789.xml"/><Relationship Id="rId224" Type="http://schemas.openxmlformats.org/officeDocument/2006/relationships/customXml" Target="../ink/ink892.xml"/><Relationship Id="rId266" Type="http://schemas.openxmlformats.org/officeDocument/2006/relationships/customXml" Target="../ink/ink913.xml"/><Relationship Id="rId431" Type="http://schemas.openxmlformats.org/officeDocument/2006/relationships/image" Target="../media/image1418.png"/><Relationship Id="rId473" Type="http://schemas.openxmlformats.org/officeDocument/2006/relationships/image" Target="../media/image1439.png"/><Relationship Id="rId529" Type="http://schemas.openxmlformats.org/officeDocument/2006/relationships/image" Target="../media/image1467.png"/><Relationship Id="rId30" Type="http://schemas.openxmlformats.org/officeDocument/2006/relationships/image" Target="../media/image1219.png"/><Relationship Id="rId126" Type="http://schemas.openxmlformats.org/officeDocument/2006/relationships/customXml" Target="../ink/ink843.xml"/><Relationship Id="rId168" Type="http://schemas.openxmlformats.org/officeDocument/2006/relationships/customXml" Target="../ink/ink864.xml"/><Relationship Id="rId333" Type="http://schemas.openxmlformats.org/officeDocument/2006/relationships/image" Target="../media/image1369.png"/><Relationship Id="rId540" Type="http://schemas.openxmlformats.org/officeDocument/2006/relationships/customXml" Target="../ink/ink1050.xml"/><Relationship Id="rId72" Type="http://schemas.openxmlformats.org/officeDocument/2006/relationships/image" Target="../media/image1240.png"/><Relationship Id="rId375" Type="http://schemas.openxmlformats.org/officeDocument/2006/relationships/image" Target="../media/image1390.png"/><Relationship Id="rId582" Type="http://schemas.openxmlformats.org/officeDocument/2006/relationships/image" Target="../media/image1493.png"/><Relationship Id="rId638" Type="http://schemas.openxmlformats.org/officeDocument/2006/relationships/image" Target="../media/image1521.png"/><Relationship Id="rId3" Type="http://schemas.openxmlformats.org/officeDocument/2006/relationships/customXml" Target="../ink/ink781.xml"/><Relationship Id="rId235" Type="http://schemas.openxmlformats.org/officeDocument/2006/relationships/image" Target="../media/image1320.png"/><Relationship Id="rId277" Type="http://schemas.openxmlformats.org/officeDocument/2006/relationships/image" Target="../media/image1341.png"/><Relationship Id="rId400" Type="http://schemas.openxmlformats.org/officeDocument/2006/relationships/customXml" Target="../ink/ink980.xml"/><Relationship Id="rId442" Type="http://schemas.openxmlformats.org/officeDocument/2006/relationships/customXml" Target="../ink/ink1001.xml"/><Relationship Id="rId484" Type="http://schemas.openxmlformats.org/officeDocument/2006/relationships/customXml" Target="../ink/ink1022.xml"/><Relationship Id="rId137" Type="http://schemas.openxmlformats.org/officeDocument/2006/relationships/image" Target="../media/image1271.png"/><Relationship Id="rId302" Type="http://schemas.openxmlformats.org/officeDocument/2006/relationships/customXml" Target="../ink/ink931.xml"/><Relationship Id="rId344" Type="http://schemas.openxmlformats.org/officeDocument/2006/relationships/customXml" Target="../ink/ink952.xml"/><Relationship Id="rId41" Type="http://schemas.openxmlformats.org/officeDocument/2006/relationships/customXml" Target="../ink/ink800.xml"/><Relationship Id="rId83" Type="http://schemas.openxmlformats.org/officeDocument/2006/relationships/customXml" Target="../ink/ink821.xml"/><Relationship Id="rId179" Type="http://schemas.openxmlformats.org/officeDocument/2006/relationships/image" Target="../media/image1292.png"/><Relationship Id="rId386" Type="http://schemas.openxmlformats.org/officeDocument/2006/relationships/customXml" Target="../ink/ink973.xml"/><Relationship Id="rId551" Type="http://schemas.openxmlformats.org/officeDocument/2006/relationships/image" Target="../media/image1478.png"/><Relationship Id="rId593" Type="http://schemas.openxmlformats.org/officeDocument/2006/relationships/customXml" Target="../ink/ink1077.xml"/><Relationship Id="rId607" Type="http://schemas.openxmlformats.org/officeDocument/2006/relationships/customXml" Target="../ink/ink1084.xml"/><Relationship Id="rId649" Type="http://schemas.openxmlformats.org/officeDocument/2006/relationships/customXml" Target="../ink/ink1105.xml"/><Relationship Id="rId190" Type="http://schemas.openxmlformats.org/officeDocument/2006/relationships/customXml" Target="../ink/ink875.xml"/><Relationship Id="rId204" Type="http://schemas.openxmlformats.org/officeDocument/2006/relationships/customXml" Target="../ink/ink882.xml"/><Relationship Id="rId246" Type="http://schemas.openxmlformats.org/officeDocument/2006/relationships/customXml" Target="../ink/ink903.xml"/><Relationship Id="rId288" Type="http://schemas.openxmlformats.org/officeDocument/2006/relationships/customXml" Target="../ink/ink924.xml"/><Relationship Id="rId411" Type="http://schemas.openxmlformats.org/officeDocument/2006/relationships/image" Target="../media/image1408.png"/><Relationship Id="rId453" Type="http://schemas.openxmlformats.org/officeDocument/2006/relationships/image" Target="../media/image1429.png"/><Relationship Id="rId509" Type="http://schemas.openxmlformats.org/officeDocument/2006/relationships/image" Target="../media/image1457.png"/><Relationship Id="rId106" Type="http://schemas.openxmlformats.org/officeDocument/2006/relationships/customXml" Target="../ink/ink833.xml"/><Relationship Id="rId313" Type="http://schemas.openxmlformats.org/officeDocument/2006/relationships/image" Target="../media/image1359.png"/><Relationship Id="rId495" Type="http://schemas.openxmlformats.org/officeDocument/2006/relationships/image" Target="../media/image1450.png"/><Relationship Id="rId10" Type="http://schemas.openxmlformats.org/officeDocument/2006/relationships/image" Target="../media/image639.png"/><Relationship Id="rId52" Type="http://schemas.openxmlformats.org/officeDocument/2006/relationships/image" Target="../media/image1230.png"/><Relationship Id="rId94" Type="http://schemas.openxmlformats.org/officeDocument/2006/relationships/customXml" Target="../ink/ink827.xml"/><Relationship Id="rId148" Type="http://schemas.openxmlformats.org/officeDocument/2006/relationships/customXml" Target="../ink/ink854.xml"/><Relationship Id="rId355" Type="http://schemas.openxmlformats.org/officeDocument/2006/relationships/image" Target="../media/image1380.png"/><Relationship Id="rId397" Type="http://schemas.openxmlformats.org/officeDocument/2006/relationships/image" Target="../media/image1401.png"/><Relationship Id="rId520" Type="http://schemas.openxmlformats.org/officeDocument/2006/relationships/customXml" Target="../ink/ink1040.xml"/><Relationship Id="rId562" Type="http://schemas.openxmlformats.org/officeDocument/2006/relationships/image" Target="../media/image1483.png"/><Relationship Id="rId618" Type="http://schemas.openxmlformats.org/officeDocument/2006/relationships/image" Target="../media/image1511.png"/><Relationship Id="rId215" Type="http://schemas.openxmlformats.org/officeDocument/2006/relationships/image" Target="../media/image1310.png"/><Relationship Id="rId257" Type="http://schemas.openxmlformats.org/officeDocument/2006/relationships/image" Target="../media/image1331.png"/><Relationship Id="rId422" Type="http://schemas.openxmlformats.org/officeDocument/2006/relationships/customXml" Target="../ink/ink991.xml"/><Relationship Id="rId464" Type="http://schemas.openxmlformats.org/officeDocument/2006/relationships/customXml" Target="../ink/ink1012.xml"/><Relationship Id="rId299" Type="http://schemas.openxmlformats.org/officeDocument/2006/relationships/image" Target="../media/image1352.png"/><Relationship Id="rId63" Type="http://schemas.openxmlformats.org/officeDocument/2006/relationships/customXml" Target="../ink/ink811.xml"/><Relationship Id="rId159" Type="http://schemas.openxmlformats.org/officeDocument/2006/relationships/image" Target="../media/image1282.png"/><Relationship Id="rId366" Type="http://schemas.openxmlformats.org/officeDocument/2006/relationships/customXml" Target="../ink/ink963.xml"/><Relationship Id="rId573" Type="http://schemas.openxmlformats.org/officeDocument/2006/relationships/customXml" Target="../ink/ink1067.xml"/><Relationship Id="rId226" Type="http://schemas.openxmlformats.org/officeDocument/2006/relationships/customXml" Target="../ink/ink893.xml"/><Relationship Id="rId433" Type="http://schemas.openxmlformats.org/officeDocument/2006/relationships/image" Target="../media/image1419.png"/><Relationship Id="rId640" Type="http://schemas.openxmlformats.org/officeDocument/2006/relationships/image" Target="../media/image1522.png"/><Relationship Id="rId74" Type="http://schemas.openxmlformats.org/officeDocument/2006/relationships/image" Target="../media/image1241.png"/><Relationship Id="rId377" Type="http://schemas.openxmlformats.org/officeDocument/2006/relationships/image" Target="../media/image1391.png"/><Relationship Id="rId500" Type="http://schemas.openxmlformats.org/officeDocument/2006/relationships/customXml" Target="../ink/ink1030.xml"/><Relationship Id="rId584" Type="http://schemas.openxmlformats.org/officeDocument/2006/relationships/image" Target="../media/image1494.png"/><Relationship Id="rId5" Type="http://schemas.openxmlformats.org/officeDocument/2006/relationships/customXml" Target="../ink/ink782.xml"/><Relationship Id="rId237" Type="http://schemas.openxmlformats.org/officeDocument/2006/relationships/image" Target="../media/image1321.png"/><Relationship Id="rId444" Type="http://schemas.openxmlformats.org/officeDocument/2006/relationships/customXml" Target="../ink/ink1002.xml"/><Relationship Id="rId290" Type="http://schemas.openxmlformats.org/officeDocument/2006/relationships/customXml" Target="../ink/ink925.xml"/><Relationship Id="rId304" Type="http://schemas.openxmlformats.org/officeDocument/2006/relationships/customXml" Target="../ink/ink932.xml"/><Relationship Id="rId388" Type="http://schemas.openxmlformats.org/officeDocument/2006/relationships/customXml" Target="../ink/ink974.xml"/><Relationship Id="rId511" Type="http://schemas.openxmlformats.org/officeDocument/2006/relationships/image" Target="../media/image1458.png"/><Relationship Id="rId609" Type="http://schemas.openxmlformats.org/officeDocument/2006/relationships/customXml" Target="../ink/ink1085.xml"/><Relationship Id="rId85" Type="http://schemas.openxmlformats.org/officeDocument/2006/relationships/image" Target="../media/image1246.png"/><Relationship Id="rId150" Type="http://schemas.openxmlformats.org/officeDocument/2006/relationships/customXml" Target="../ink/ink855.xml"/><Relationship Id="rId595" Type="http://schemas.openxmlformats.org/officeDocument/2006/relationships/customXml" Target="../ink/ink1078.xml"/><Relationship Id="rId248" Type="http://schemas.openxmlformats.org/officeDocument/2006/relationships/customXml" Target="../ink/ink904.xml"/><Relationship Id="rId455" Type="http://schemas.openxmlformats.org/officeDocument/2006/relationships/image" Target="../media/image1430.png"/><Relationship Id="rId12" Type="http://schemas.openxmlformats.org/officeDocument/2006/relationships/image" Target="../media/image1211.png"/><Relationship Id="rId108" Type="http://schemas.openxmlformats.org/officeDocument/2006/relationships/customXml" Target="../ink/ink834.xml"/><Relationship Id="rId315" Type="http://schemas.openxmlformats.org/officeDocument/2006/relationships/image" Target="../media/image1360.png"/><Relationship Id="rId522" Type="http://schemas.openxmlformats.org/officeDocument/2006/relationships/customXml" Target="../ink/ink1041.xml"/><Relationship Id="rId96" Type="http://schemas.openxmlformats.org/officeDocument/2006/relationships/customXml" Target="../ink/ink828.xml"/><Relationship Id="rId161" Type="http://schemas.openxmlformats.org/officeDocument/2006/relationships/image" Target="../media/image1283.png"/><Relationship Id="rId399" Type="http://schemas.openxmlformats.org/officeDocument/2006/relationships/image" Target="../media/image1402.png"/><Relationship Id="rId259" Type="http://schemas.openxmlformats.org/officeDocument/2006/relationships/image" Target="../media/image1332.png"/><Relationship Id="rId466" Type="http://schemas.openxmlformats.org/officeDocument/2006/relationships/customXml" Target="../ink/ink1013.xml"/><Relationship Id="rId23" Type="http://schemas.openxmlformats.org/officeDocument/2006/relationships/customXml" Target="../ink/ink791.xml"/><Relationship Id="rId119" Type="http://schemas.openxmlformats.org/officeDocument/2006/relationships/image" Target="../media/image1262.png"/><Relationship Id="rId326" Type="http://schemas.openxmlformats.org/officeDocument/2006/relationships/customXml" Target="../ink/ink943.xml"/><Relationship Id="rId533" Type="http://schemas.openxmlformats.org/officeDocument/2006/relationships/image" Target="../media/image1469.png"/><Relationship Id="rId172" Type="http://schemas.openxmlformats.org/officeDocument/2006/relationships/customXml" Target="../ink/ink866.xml"/><Relationship Id="rId477" Type="http://schemas.openxmlformats.org/officeDocument/2006/relationships/image" Target="../media/image1441.png"/><Relationship Id="rId600" Type="http://schemas.openxmlformats.org/officeDocument/2006/relationships/image" Target="../media/image1502.png"/><Relationship Id="rId337" Type="http://schemas.openxmlformats.org/officeDocument/2006/relationships/image" Target="../media/image1371.png"/><Relationship Id="rId34" Type="http://schemas.openxmlformats.org/officeDocument/2006/relationships/image" Target="../media/image1221.png"/><Relationship Id="rId544" Type="http://schemas.openxmlformats.org/officeDocument/2006/relationships/customXml" Target="../ink/ink1052.xml"/><Relationship Id="rId183" Type="http://schemas.openxmlformats.org/officeDocument/2006/relationships/image" Target="../media/image1294.png"/><Relationship Id="rId390" Type="http://schemas.openxmlformats.org/officeDocument/2006/relationships/customXml" Target="../ink/ink975.xml"/><Relationship Id="rId404" Type="http://schemas.openxmlformats.org/officeDocument/2006/relationships/customXml" Target="../ink/ink982.xml"/><Relationship Id="rId611" Type="http://schemas.openxmlformats.org/officeDocument/2006/relationships/customXml" Target="../ink/ink1086.xml"/><Relationship Id="rId250" Type="http://schemas.openxmlformats.org/officeDocument/2006/relationships/customXml" Target="../ink/ink905.xml"/><Relationship Id="rId488" Type="http://schemas.openxmlformats.org/officeDocument/2006/relationships/customXml" Target="../ink/ink1024.xml"/><Relationship Id="rId45" Type="http://schemas.openxmlformats.org/officeDocument/2006/relationships/customXml" Target="../ink/ink802.xml"/><Relationship Id="rId110" Type="http://schemas.openxmlformats.org/officeDocument/2006/relationships/customXml" Target="../ink/ink835.xml"/><Relationship Id="rId348" Type="http://schemas.openxmlformats.org/officeDocument/2006/relationships/customXml" Target="../ink/ink954.xml"/><Relationship Id="rId555" Type="http://schemas.openxmlformats.org/officeDocument/2006/relationships/image" Target="../media/image1480.png"/><Relationship Id="rId194" Type="http://schemas.openxmlformats.org/officeDocument/2006/relationships/customXml" Target="../ink/ink877.xml"/><Relationship Id="rId208" Type="http://schemas.openxmlformats.org/officeDocument/2006/relationships/customXml" Target="../ink/ink884.xml"/><Relationship Id="rId415" Type="http://schemas.openxmlformats.org/officeDocument/2006/relationships/image" Target="../media/image1410.png"/><Relationship Id="rId622" Type="http://schemas.openxmlformats.org/officeDocument/2006/relationships/image" Target="../media/image1513.png"/><Relationship Id="rId261" Type="http://schemas.openxmlformats.org/officeDocument/2006/relationships/image" Target="../media/image1333.png"/><Relationship Id="rId499" Type="http://schemas.openxmlformats.org/officeDocument/2006/relationships/image" Target="../media/image1452.png"/><Relationship Id="rId56" Type="http://schemas.openxmlformats.org/officeDocument/2006/relationships/image" Target="../media/image1232.png"/><Relationship Id="rId359" Type="http://schemas.openxmlformats.org/officeDocument/2006/relationships/image" Target="../media/image1382.png"/><Relationship Id="rId566" Type="http://schemas.openxmlformats.org/officeDocument/2006/relationships/image" Target="../media/image1485.png"/><Relationship Id="rId121" Type="http://schemas.openxmlformats.org/officeDocument/2006/relationships/image" Target="../media/image1263.png"/><Relationship Id="rId219" Type="http://schemas.openxmlformats.org/officeDocument/2006/relationships/image" Target="../media/image1312.png"/><Relationship Id="rId426" Type="http://schemas.openxmlformats.org/officeDocument/2006/relationships/customXml" Target="../ink/ink993.xml"/><Relationship Id="rId633" Type="http://schemas.openxmlformats.org/officeDocument/2006/relationships/customXml" Target="../ink/ink1097.xml"/><Relationship Id="rId67" Type="http://schemas.openxmlformats.org/officeDocument/2006/relationships/customXml" Target="../ink/ink813.xml"/><Relationship Id="rId272" Type="http://schemas.openxmlformats.org/officeDocument/2006/relationships/customXml" Target="../ink/ink916.xml"/><Relationship Id="rId577" Type="http://schemas.openxmlformats.org/officeDocument/2006/relationships/customXml" Target="../ink/ink1069.xml"/><Relationship Id="rId132" Type="http://schemas.openxmlformats.org/officeDocument/2006/relationships/customXml" Target="../ink/ink846.xml"/><Relationship Id="rId437" Type="http://schemas.openxmlformats.org/officeDocument/2006/relationships/image" Target="../media/image1421.png"/><Relationship Id="rId644" Type="http://schemas.openxmlformats.org/officeDocument/2006/relationships/image" Target="../media/image1524.png"/><Relationship Id="rId283" Type="http://schemas.openxmlformats.org/officeDocument/2006/relationships/image" Target="../media/image1344.png"/><Relationship Id="rId490" Type="http://schemas.openxmlformats.org/officeDocument/2006/relationships/customXml" Target="../ink/ink1025.xml"/><Relationship Id="rId504" Type="http://schemas.openxmlformats.org/officeDocument/2006/relationships/customXml" Target="../ink/ink1032.xml"/><Relationship Id="rId78" Type="http://schemas.openxmlformats.org/officeDocument/2006/relationships/image" Target="../media/image1243.png"/><Relationship Id="rId143" Type="http://schemas.openxmlformats.org/officeDocument/2006/relationships/image" Target="../media/image1274.png"/><Relationship Id="rId350" Type="http://schemas.openxmlformats.org/officeDocument/2006/relationships/customXml" Target="../ink/ink955.xml"/><Relationship Id="rId588" Type="http://schemas.openxmlformats.org/officeDocument/2006/relationships/image" Target="../media/image1496.png"/><Relationship Id="rId9" Type="http://schemas.openxmlformats.org/officeDocument/2006/relationships/customXml" Target="../ink/ink784.xml"/><Relationship Id="rId210" Type="http://schemas.openxmlformats.org/officeDocument/2006/relationships/customXml" Target="../ink/ink885.xml"/><Relationship Id="rId448" Type="http://schemas.openxmlformats.org/officeDocument/2006/relationships/customXml" Target="../ink/ink1004.xml"/><Relationship Id="rId655" Type="http://schemas.openxmlformats.org/officeDocument/2006/relationships/customXml" Target="../ink/ink1106.xml"/><Relationship Id="rId294" Type="http://schemas.openxmlformats.org/officeDocument/2006/relationships/customXml" Target="../ink/ink927.xml"/><Relationship Id="rId308" Type="http://schemas.openxmlformats.org/officeDocument/2006/relationships/customXml" Target="../ink/ink934.xml"/><Relationship Id="rId515" Type="http://schemas.openxmlformats.org/officeDocument/2006/relationships/image" Target="../media/image1460.png"/><Relationship Id="rId89" Type="http://schemas.openxmlformats.org/officeDocument/2006/relationships/image" Target="../media/image1248.png"/><Relationship Id="rId154" Type="http://schemas.openxmlformats.org/officeDocument/2006/relationships/customXml" Target="../ink/ink857.xml"/><Relationship Id="rId361" Type="http://schemas.openxmlformats.org/officeDocument/2006/relationships/image" Target="../media/image1383.png"/><Relationship Id="rId599" Type="http://schemas.openxmlformats.org/officeDocument/2006/relationships/customXml" Target="../ink/ink1080.xml"/><Relationship Id="rId459" Type="http://schemas.openxmlformats.org/officeDocument/2006/relationships/image" Target="../media/image143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7.png"/><Relationship Id="rId13" Type="http://schemas.openxmlformats.org/officeDocument/2006/relationships/customXml" Target="../ink/ink1112.xml"/><Relationship Id="rId3" Type="http://schemas.openxmlformats.org/officeDocument/2006/relationships/customXml" Target="../ink/ink1107.xml"/><Relationship Id="rId7" Type="http://schemas.openxmlformats.org/officeDocument/2006/relationships/customXml" Target="../ink/ink1109.xml"/><Relationship Id="rId12" Type="http://schemas.openxmlformats.org/officeDocument/2006/relationships/image" Target="../media/image269.png"/><Relationship Id="rId2" Type="http://schemas.openxmlformats.org/officeDocument/2006/relationships/image" Target="../media/image26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6.png"/><Relationship Id="rId11" Type="http://schemas.openxmlformats.org/officeDocument/2006/relationships/customXml" Target="../ink/ink1111.xml"/><Relationship Id="rId5" Type="http://schemas.openxmlformats.org/officeDocument/2006/relationships/customXml" Target="../ink/ink1108.xml"/><Relationship Id="rId10" Type="http://schemas.openxmlformats.org/officeDocument/2006/relationships/image" Target="../media/image268.png"/><Relationship Id="rId4" Type="http://schemas.openxmlformats.org/officeDocument/2006/relationships/image" Target="../media/image265.png"/><Relationship Id="rId9" Type="http://schemas.openxmlformats.org/officeDocument/2006/relationships/customXml" Target="../ink/ink1110.xml"/><Relationship Id="rId14" Type="http://schemas.openxmlformats.org/officeDocument/2006/relationships/image" Target="../media/image270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74.png"/><Relationship Id="rId18" Type="http://schemas.openxmlformats.org/officeDocument/2006/relationships/image" Target="../media/image276.png"/><Relationship Id="rId26" Type="http://schemas.openxmlformats.org/officeDocument/2006/relationships/image" Target="../media/image279.png"/><Relationship Id="rId3" Type="http://schemas.openxmlformats.org/officeDocument/2006/relationships/customXml" Target="../ink/ink1113.xml"/><Relationship Id="rId21" Type="http://schemas.openxmlformats.org/officeDocument/2006/relationships/image" Target="../media/image277.png"/><Relationship Id="rId34" Type="http://schemas.openxmlformats.org/officeDocument/2006/relationships/customXml" Target="../ink/ink1131.xml"/><Relationship Id="rId7" Type="http://schemas.openxmlformats.org/officeDocument/2006/relationships/customXml" Target="../ink/ink1115.xml"/><Relationship Id="rId12" Type="http://schemas.openxmlformats.org/officeDocument/2006/relationships/customXml" Target="../ink/ink1118.xml"/><Relationship Id="rId17" Type="http://schemas.openxmlformats.org/officeDocument/2006/relationships/customXml" Target="../ink/ink1121.xml"/><Relationship Id="rId25" Type="http://schemas.openxmlformats.org/officeDocument/2006/relationships/customXml" Target="../ink/ink1126.xml"/><Relationship Id="rId33" Type="http://schemas.openxmlformats.org/officeDocument/2006/relationships/customXml" Target="../ink/ink1130.xml"/><Relationship Id="rId2" Type="http://schemas.openxmlformats.org/officeDocument/2006/relationships/image" Target="../media/image264.png"/><Relationship Id="rId16" Type="http://schemas.openxmlformats.org/officeDocument/2006/relationships/image" Target="../media/image275.png"/><Relationship Id="rId20" Type="http://schemas.openxmlformats.org/officeDocument/2006/relationships/customXml" Target="../ink/ink1123.xml"/><Relationship Id="rId29" Type="http://schemas.openxmlformats.org/officeDocument/2006/relationships/customXml" Target="../ink/ink11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0.png"/><Relationship Id="rId11" Type="http://schemas.openxmlformats.org/officeDocument/2006/relationships/image" Target="../media/image273.png"/><Relationship Id="rId24" Type="http://schemas.openxmlformats.org/officeDocument/2006/relationships/customXml" Target="../ink/ink1125.xml"/><Relationship Id="rId32" Type="http://schemas.openxmlformats.org/officeDocument/2006/relationships/image" Target="../media/image282.png"/><Relationship Id="rId5" Type="http://schemas.openxmlformats.org/officeDocument/2006/relationships/customXml" Target="../ink/ink1114.xml"/><Relationship Id="rId15" Type="http://schemas.openxmlformats.org/officeDocument/2006/relationships/customXml" Target="../ink/ink1120.xml"/><Relationship Id="rId23" Type="http://schemas.openxmlformats.org/officeDocument/2006/relationships/image" Target="../media/image278.png"/><Relationship Id="rId28" Type="http://schemas.openxmlformats.org/officeDocument/2006/relationships/image" Target="../media/image280.png"/><Relationship Id="rId36" Type="http://schemas.openxmlformats.org/officeDocument/2006/relationships/customXml" Target="../ink/ink1132.xml"/><Relationship Id="rId10" Type="http://schemas.openxmlformats.org/officeDocument/2006/relationships/customXml" Target="../ink/ink1117.xml"/><Relationship Id="rId19" Type="http://schemas.openxmlformats.org/officeDocument/2006/relationships/customXml" Target="../ink/ink1122.xml"/><Relationship Id="rId31" Type="http://schemas.openxmlformats.org/officeDocument/2006/relationships/customXml" Target="../ink/ink1129.xml"/><Relationship Id="rId4" Type="http://schemas.openxmlformats.org/officeDocument/2006/relationships/image" Target="../media/image271.png"/><Relationship Id="rId9" Type="http://schemas.openxmlformats.org/officeDocument/2006/relationships/customXml" Target="../ink/ink1116.xml"/><Relationship Id="rId14" Type="http://schemas.openxmlformats.org/officeDocument/2006/relationships/customXml" Target="../ink/ink1119.xml"/><Relationship Id="rId22" Type="http://schemas.openxmlformats.org/officeDocument/2006/relationships/customXml" Target="../ink/ink1124.xml"/><Relationship Id="rId27" Type="http://schemas.openxmlformats.org/officeDocument/2006/relationships/customXml" Target="../ink/ink1127.xml"/><Relationship Id="rId30" Type="http://schemas.openxmlformats.org/officeDocument/2006/relationships/image" Target="../media/image281.png"/><Relationship Id="rId35" Type="http://schemas.openxmlformats.org/officeDocument/2006/relationships/image" Target="../media/image283.png"/><Relationship Id="rId8" Type="http://schemas.openxmlformats.org/officeDocument/2006/relationships/image" Target="../media/image27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23F5F30-305B-BEB0-64CE-7FAE842C3227}"/>
                  </a:ext>
                </a:extLst>
              </p14:cNvPr>
              <p14:cNvContentPartPr/>
              <p14:nvPr/>
            </p14:nvContentPartPr>
            <p14:xfrm>
              <a:off x="3133080" y="1535123"/>
              <a:ext cx="559080" cy="5047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23F5F30-305B-BEB0-64CE-7FAE842C322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28760" y="1530803"/>
                <a:ext cx="567720" cy="51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61183F5-9E4A-F9C5-C70A-E069556BBA9C}"/>
                  </a:ext>
                </a:extLst>
              </p14:cNvPr>
              <p14:cNvContentPartPr/>
              <p14:nvPr/>
            </p14:nvContentPartPr>
            <p14:xfrm>
              <a:off x="6380640" y="3363203"/>
              <a:ext cx="623520" cy="4924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61183F5-9E4A-F9C5-C70A-E069556BBA9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71640" y="3354563"/>
                <a:ext cx="641160" cy="51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31A68FD-7C2D-44E9-BA78-522DE4ACF3A6}"/>
                  </a:ext>
                </a:extLst>
              </p14:cNvPr>
              <p14:cNvContentPartPr/>
              <p14:nvPr/>
            </p14:nvContentPartPr>
            <p14:xfrm>
              <a:off x="3437280" y="2183843"/>
              <a:ext cx="11160" cy="100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31A68FD-7C2D-44E9-BA78-522DE4ACF3A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428280" y="2174843"/>
                <a:ext cx="2880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1B0861A-BC12-2130-3533-FCA1B8AE9341}"/>
                  </a:ext>
                </a:extLst>
              </p14:cNvPr>
              <p14:cNvContentPartPr/>
              <p14:nvPr/>
            </p14:nvContentPartPr>
            <p14:xfrm>
              <a:off x="3498120" y="1511363"/>
              <a:ext cx="608760" cy="5162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1B0861A-BC12-2130-3533-FCA1B8AE934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489480" y="1502723"/>
                <a:ext cx="626400" cy="53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564707E-8DBD-D00D-2477-AFE1023A87AD}"/>
                  </a:ext>
                </a:extLst>
              </p14:cNvPr>
              <p14:cNvContentPartPr/>
              <p14:nvPr/>
            </p14:nvContentPartPr>
            <p14:xfrm>
              <a:off x="1822680" y="3988523"/>
              <a:ext cx="638640" cy="5130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564707E-8DBD-D00D-2477-AFE1023A87A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814040" y="3979523"/>
                <a:ext cx="656280" cy="53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D80A78D-7532-359A-8847-4CF63EFF66ED}"/>
                  </a:ext>
                </a:extLst>
              </p14:cNvPr>
              <p14:cNvContentPartPr/>
              <p14:nvPr/>
            </p14:nvContentPartPr>
            <p14:xfrm>
              <a:off x="2293560" y="1979723"/>
              <a:ext cx="1321920" cy="19832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D80A78D-7532-359A-8847-4CF63EFF66E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284560" y="1970723"/>
                <a:ext cx="1339560" cy="20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7AC56B72-A0DF-9FEE-1DDA-F9BE3CF502D2}"/>
                  </a:ext>
                </a:extLst>
              </p14:cNvPr>
              <p14:cNvContentPartPr/>
              <p14:nvPr/>
            </p14:nvContentPartPr>
            <p14:xfrm>
              <a:off x="2418840" y="3763163"/>
              <a:ext cx="3107520" cy="50040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7AC56B72-A0DF-9FEE-1DDA-F9BE3CF502D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409840" y="3754523"/>
                <a:ext cx="3125160" cy="51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0B0FBE6-A509-0246-9132-14FD90208260}"/>
                  </a:ext>
                </a:extLst>
              </p14:cNvPr>
              <p14:cNvContentPartPr/>
              <p14:nvPr/>
            </p14:nvContentPartPr>
            <p14:xfrm>
              <a:off x="5459760" y="3689363"/>
              <a:ext cx="1010880" cy="14220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0B0FBE6-A509-0246-9132-14FD9020826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450760" y="3680723"/>
                <a:ext cx="1028520" cy="15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F1105FC-1577-A499-7855-58A1CB565E45}"/>
                  </a:ext>
                </a:extLst>
              </p14:cNvPr>
              <p14:cNvContentPartPr/>
              <p14:nvPr/>
            </p14:nvContentPartPr>
            <p14:xfrm>
              <a:off x="4027680" y="1948403"/>
              <a:ext cx="2588760" cy="14875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F1105FC-1577-A499-7855-58A1CB565E4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019040" y="1939403"/>
                <a:ext cx="2606400" cy="150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3A96122-DA30-36CC-BBCE-A523AA5F7D76}"/>
                  </a:ext>
                </a:extLst>
              </p14:cNvPr>
              <p14:cNvContentPartPr/>
              <p14:nvPr/>
            </p14:nvContentPartPr>
            <p14:xfrm>
              <a:off x="3826440" y="896483"/>
              <a:ext cx="651240" cy="85644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3A96122-DA30-36CC-BBCE-A523AA5F7D7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817800" y="887483"/>
                <a:ext cx="668880" cy="87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908BBC2C-9A5B-1E7B-FD79-ECA3ECCF5B7A}"/>
                  </a:ext>
                </a:extLst>
              </p14:cNvPr>
              <p14:cNvContentPartPr/>
              <p14:nvPr/>
            </p14:nvContentPartPr>
            <p14:xfrm>
              <a:off x="4294080" y="782363"/>
              <a:ext cx="238680" cy="32328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908BBC2C-9A5B-1E7B-FD79-ECA3ECCF5B7A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285080" y="773363"/>
                <a:ext cx="256320" cy="34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CBCCBF2-E456-6D0B-2520-B133A56F736E}"/>
                  </a:ext>
                </a:extLst>
              </p14:cNvPr>
              <p14:cNvContentPartPr/>
              <p14:nvPr/>
            </p14:nvContentPartPr>
            <p14:xfrm>
              <a:off x="4930560" y="725123"/>
              <a:ext cx="182520" cy="10728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CBCCBF2-E456-6D0B-2520-B133A56F736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921560" y="716123"/>
                <a:ext cx="200160" cy="12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3CCA7396-324D-8976-61F9-233951684804}"/>
                  </a:ext>
                </a:extLst>
              </p14:cNvPr>
              <p14:cNvContentPartPr/>
              <p14:nvPr/>
            </p14:nvContentPartPr>
            <p14:xfrm>
              <a:off x="5097240" y="341723"/>
              <a:ext cx="29880" cy="42444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3CCA7396-324D-8976-61F9-233951684804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088240" y="332723"/>
                <a:ext cx="47520" cy="44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55093ACA-0E3D-1403-A23E-A8F70521D385}"/>
                  </a:ext>
                </a:extLst>
              </p14:cNvPr>
              <p14:cNvContentPartPr/>
              <p14:nvPr/>
            </p14:nvContentPartPr>
            <p14:xfrm>
              <a:off x="4914720" y="519563"/>
              <a:ext cx="728640" cy="32976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55093ACA-0E3D-1403-A23E-A8F70521D385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906080" y="510563"/>
                <a:ext cx="746280" cy="34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9F52DD21-C7DC-E306-B440-F6D4F46D41C7}"/>
                  </a:ext>
                </a:extLst>
              </p14:cNvPr>
              <p14:cNvContentPartPr/>
              <p14:nvPr/>
            </p14:nvContentPartPr>
            <p14:xfrm>
              <a:off x="5249520" y="301763"/>
              <a:ext cx="73080" cy="15624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9F52DD21-C7DC-E306-B440-F6D4F46D41C7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240880" y="293123"/>
                <a:ext cx="90720" cy="1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08D931F2-E111-AC7B-F447-1B05B695B1F4}"/>
                  </a:ext>
                </a:extLst>
              </p14:cNvPr>
              <p14:cNvContentPartPr/>
              <p14:nvPr/>
            </p14:nvContentPartPr>
            <p14:xfrm>
              <a:off x="4003920" y="4088963"/>
              <a:ext cx="339840" cy="75816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08D931F2-E111-AC7B-F447-1B05B695B1F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994920" y="4080323"/>
                <a:ext cx="357480" cy="77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EB7535E6-033A-9A5C-D4C5-5812C9082581}"/>
                  </a:ext>
                </a:extLst>
              </p14:cNvPr>
              <p14:cNvContentPartPr/>
              <p14:nvPr/>
            </p14:nvContentPartPr>
            <p14:xfrm>
              <a:off x="4144320" y="4669283"/>
              <a:ext cx="278640" cy="22284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EB7535E6-033A-9A5C-D4C5-5812C9082581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135680" y="4660283"/>
                <a:ext cx="296280" cy="24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3C3C1D6E-5C53-7B8D-F701-6B542234966A}"/>
                  </a:ext>
                </a:extLst>
              </p14:cNvPr>
              <p14:cNvContentPartPr/>
              <p14:nvPr/>
            </p14:nvContentPartPr>
            <p14:xfrm>
              <a:off x="4685760" y="5073203"/>
              <a:ext cx="255240" cy="28368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3C3C1D6E-5C53-7B8D-F701-6B542234966A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677120" y="5064563"/>
                <a:ext cx="272880" cy="30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0F16FF19-12BA-B77C-2BAD-04812AE338E2}"/>
                  </a:ext>
                </a:extLst>
              </p14:cNvPr>
              <p14:cNvContentPartPr/>
              <p14:nvPr/>
            </p14:nvContentPartPr>
            <p14:xfrm>
              <a:off x="4954320" y="5113883"/>
              <a:ext cx="514800" cy="37980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0F16FF19-12BA-B77C-2BAD-04812AE338E2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945680" y="5104883"/>
                <a:ext cx="532440" cy="39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A40AC763-DEEA-2ABE-C28C-766F8E1A0FFF}"/>
                  </a:ext>
                </a:extLst>
              </p14:cNvPr>
              <p14:cNvContentPartPr/>
              <p14:nvPr/>
            </p14:nvContentPartPr>
            <p14:xfrm>
              <a:off x="5133960" y="5550203"/>
              <a:ext cx="27000" cy="3024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A40AC763-DEEA-2ABE-C28C-766F8E1A0FFF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125320" y="5541563"/>
                <a:ext cx="4464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211B0278-11A2-C231-8056-E78547C4CE1B}"/>
                  </a:ext>
                </a:extLst>
              </p14:cNvPr>
              <p14:cNvContentPartPr/>
              <p14:nvPr/>
            </p14:nvContentPartPr>
            <p14:xfrm>
              <a:off x="6156000" y="339923"/>
              <a:ext cx="275040" cy="61236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211B0278-11A2-C231-8056-E78547C4CE1B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6147360" y="330923"/>
                <a:ext cx="292680" cy="63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9AAD991D-93FB-B11A-7DFC-A6A4C34EA7D1}"/>
                  </a:ext>
                </a:extLst>
              </p14:cNvPr>
              <p14:cNvContentPartPr/>
              <p14:nvPr/>
            </p14:nvContentPartPr>
            <p14:xfrm>
              <a:off x="6470280" y="563483"/>
              <a:ext cx="135360" cy="26028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9AAD991D-93FB-B11A-7DFC-A6A4C34EA7D1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461640" y="554843"/>
                <a:ext cx="153000" cy="27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66586AA4-B20C-FB4F-C83A-A2D6D429ADBB}"/>
                  </a:ext>
                </a:extLst>
              </p14:cNvPr>
              <p14:cNvContentPartPr/>
              <p14:nvPr/>
            </p14:nvContentPartPr>
            <p14:xfrm>
              <a:off x="6643440" y="569243"/>
              <a:ext cx="306720" cy="20556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66586AA4-B20C-FB4F-C83A-A2D6D429ADBB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6634440" y="560603"/>
                <a:ext cx="324360" cy="2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20B9C402-D407-A756-B975-7FA236B7BAA3}"/>
                  </a:ext>
                </a:extLst>
              </p14:cNvPr>
              <p14:cNvContentPartPr/>
              <p14:nvPr/>
            </p14:nvContentPartPr>
            <p14:xfrm>
              <a:off x="7003800" y="431003"/>
              <a:ext cx="133560" cy="36864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20B9C402-D407-A756-B975-7FA236B7BAA3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995160" y="422363"/>
                <a:ext cx="151200" cy="38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428C769D-2EC7-BCC6-A39E-D064D18BF86C}"/>
                  </a:ext>
                </a:extLst>
              </p14:cNvPr>
              <p14:cNvContentPartPr/>
              <p14:nvPr/>
            </p14:nvContentPartPr>
            <p14:xfrm>
              <a:off x="7120440" y="539363"/>
              <a:ext cx="27000" cy="1656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428C769D-2EC7-BCC6-A39E-D064D18BF86C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7111800" y="530723"/>
                <a:ext cx="4464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CE6A0485-FEC7-C137-0388-778F7B5FBBFE}"/>
                  </a:ext>
                </a:extLst>
              </p14:cNvPr>
              <p14:cNvContentPartPr/>
              <p14:nvPr/>
            </p14:nvContentPartPr>
            <p14:xfrm>
              <a:off x="7205760" y="576083"/>
              <a:ext cx="361440" cy="21924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CE6A0485-FEC7-C137-0388-778F7B5FBBFE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197120" y="567083"/>
                <a:ext cx="37908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E43398C2-10C1-F0E7-4141-0B60DBB92AAF}"/>
                  </a:ext>
                </a:extLst>
              </p14:cNvPr>
              <p14:cNvContentPartPr/>
              <p14:nvPr/>
            </p14:nvContentPartPr>
            <p14:xfrm>
              <a:off x="7723440" y="328763"/>
              <a:ext cx="222480" cy="39996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E43398C2-10C1-F0E7-4141-0B60DBB92AAF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714440" y="319763"/>
                <a:ext cx="240120" cy="41760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78AD4665-71C2-1E27-3F3B-C7CA7B269393}"/>
              </a:ext>
            </a:extLst>
          </p:cNvPr>
          <p:cNvGrpSpPr/>
          <p:nvPr/>
        </p:nvGrpSpPr>
        <p:grpSpPr>
          <a:xfrm>
            <a:off x="5987160" y="4855403"/>
            <a:ext cx="1493640" cy="812880"/>
            <a:chOff x="5987160" y="4855403"/>
            <a:chExt cx="1493640" cy="81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537A9FD-7EA1-AA1A-84CA-AC38A4BC5F5A}"/>
                    </a:ext>
                  </a:extLst>
                </p14:cNvPr>
                <p14:cNvContentPartPr/>
                <p14:nvPr/>
              </p14:nvContentPartPr>
              <p14:xfrm>
                <a:off x="5987160" y="4925963"/>
                <a:ext cx="147960" cy="5572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537A9FD-7EA1-AA1A-84CA-AC38A4BC5F5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978160" y="4917323"/>
                  <a:ext cx="165600" cy="57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880514F-C505-C8D7-C5BC-E643D1DFA570}"/>
                    </a:ext>
                  </a:extLst>
                </p14:cNvPr>
                <p14:cNvContentPartPr/>
                <p14:nvPr/>
              </p14:nvContentPartPr>
              <p14:xfrm>
                <a:off x="6222600" y="5108843"/>
                <a:ext cx="356400" cy="2070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880514F-C505-C8D7-C5BC-E643D1DFA57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213600" y="5100203"/>
                  <a:ext cx="37404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4D6218D-E64F-EFED-D028-B92770E92D5B}"/>
                    </a:ext>
                  </a:extLst>
                </p14:cNvPr>
                <p14:cNvContentPartPr/>
                <p14:nvPr/>
              </p14:nvContentPartPr>
              <p14:xfrm>
                <a:off x="6504120" y="5135483"/>
                <a:ext cx="153000" cy="1324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4D6218D-E64F-EFED-D028-B92770E92D5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495480" y="5126483"/>
                  <a:ext cx="17064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126E49F-0B7D-9A89-3238-BAB10DAE62B8}"/>
                    </a:ext>
                  </a:extLst>
                </p14:cNvPr>
                <p14:cNvContentPartPr/>
                <p14:nvPr/>
              </p14:nvContentPartPr>
              <p14:xfrm>
                <a:off x="6574680" y="4976363"/>
                <a:ext cx="70200" cy="3466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126E49F-0B7D-9A89-3238-BAB10DAE62B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566040" y="4967363"/>
                  <a:ext cx="8784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2653238-ED95-1F67-2785-F09128508881}"/>
                    </a:ext>
                  </a:extLst>
                </p14:cNvPr>
                <p14:cNvContentPartPr/>
                <p14:nvPr/>
              </p14:nvContentPartPr>
              <p14:xfrm>
                <a:off x="6683040" y="5158523"/>
                <a:ext cx="173520" cy="5097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2653238-ED95-1F67-2785-F0912850888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674400" y="5149523"/>
                  <a:ext cx="191160" cy="52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07EBF7B-23C7-2338-2E19-BDE1A9EDAC54}"/>
                    </a:ext>
                  </a:extLst>
                </p14:cNvPr>
                <p14:cNvContentPartPr/>
                <p14:nvPr/>
              </p14:nvContentPartPr>
              <p14:xfrm>
                <a:off x="6850440" y="5112803"/>
                <a:ext cx="167400" cy="1476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07EBF7B-23C7-2338-2E19-BDE1A9EDAC5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841800" y="5103803"/>
                  <a:ext cx="1850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9F60362-9CAB-3808-3FAA-E11BA5D82E42}"/>
                    </a:ext>
                  </a:extLst>
                </p14:cNvPr>
                <p14:cNvContentPartPr/>
                <p14:nvPr/>
              </p14:nvContentPartPr>
              <p14:xfrm>
                <a:off x="7020720" y="5067803"/>
                <a:ext cx="95760" cy="2199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9F60362-9CAB-3808-3FAA-E11BA5D82E4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012080" y="5058803"/>
                  <a:ext cx="11340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109EA98-C819-D350-F78C-637931356178}"/>
                    </a:ext>
                  </a:extLst>
                </p14:cNvPr>
                <p14:cNvContentPartPr/>
                <p14:nvPr/>
              </p14:nvContentPartPr>
              <p14:xfrm>
                <a:off x="7270200" y="4855403"/>
                <a:ext cx="210600" cy="5767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109EA98-C819-D350-F78C-63793135617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261560" y="4846763"/>
                  <a:ext cx="228240" cy="59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20055FA8-EFFB-EA03-F947-3680621DBC2C}"/>
              </a:ext>
            </a:extLst>
          </p:cNvPr>
          <p:cNvGrpSpPr/>
          <p:nvPr/>
        </p:nvGrpSpPr>
        <p:grpSpPr>
          <a:xfrm>
            <a:off x="7671600" y="1432523"/>
            <a:ext cx="1082520" cy="615600"/>
            <a:chOff x="7671600" y="1432523"/>
            <a:chExt cx="1082520" cy="61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A6B34A0-7EF3-006D-2098-8998DA0BE43F}"/>
                    </a:ext>
                  </a:extLst>
                </p14:cNvPr>
                <p14:cNvContentPartPr/>
                <p14:nvPr/>
              </p14:nvContentPartPr>
              <p14:xfrm>
                <a:off x="7671600" y="1432523"/>
                <a:ext cx="347760" cy="4773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A6B34A0-7EF3-006D-2098-8998DA0BE43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662960" y="1423523"/>
                  <a:ext cx="365400" cy="49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B531F88-017E-DDB1-704C-8D43BF353D1C}"/>
                    </a:ext>
                  </a:extLst>
                </p14:cNvPr>
                <p14:cNvContentPartPr/>
                <p14:nvPr/>
              </p14:nvContentPartPr>
              <p14:xfrm>
                <a:off x="7837920" y="1712963"/>
                <a:ext cx="175680" cy="1944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B531F88-017E-DDB1-704C-8D43BF353D1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828920" y="1704323"/>
                  <a:ext cx="19332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D7CE678-0FAD-9AC9-5C84-079282AD37E7}"/>
                    </a:ext>
                  </a:extLst>
                </p14:cNvPr>
                <p14:cNvContentPartPr/>
                <p14:nvPr/>
              </p14:nvContentPartPr>
              <p14:xfrm>
                <a:off x="8062200" y="1692803"/>
                <a:ext cx="422280" cy="3553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D7CE678-0FAD-9AC9-5C84-079282AD37E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053560" y="1683803"/>
                  <a:ext cx="43992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E1B332B-7FCA-0602-D8DB-60FE1D56C40D}"/>
                    </a:ext>
                  </a:extLst>
                </p14:cNvPr>
                <p14:cNvContentPartPr/>
                <p14:nvPr/>
              </p14:nvContentPartPr>
              <p14:xfrm>
                <a:off x="8513280" y="1445123"/>
                <a:ext cx="240840" cy="4564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E1B332B-7FCA-0602-D8DB-60FE1D56C40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504640" y="1436123"/>
                  <a:ext cx="258480" cy="47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650A046E-EBAB-D71E-2F73-94FD1CB60943}"/>
              </a:ext>
            </a:extLst>
          </p:cNvPr>
          <p:cNvGrpSpPr/>
          <p:nvPr/>
        </p:nvGrpSpPr>
        <p:grpSpPr>
          <a:xfrm>
            <a:off x="9235440" y="1334603"/>
            <a:ext cx="1942200" cy="595800"/>
            <a:chOff x="9235440" y="1334603"/>
            <a:chExt cx="1942200" cy="59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6CED5D8-5631-F607-8DE3-A66C588A7AA7}"/>
                    </a:ext>
                  </a:extLst>
                </p14:cNvPr>
                <p14:cNvContentPartPr/>
                <p14:nvPr/>
              </p14:nvContentPartPr>
              <p14:xfrm>
                <a:off x="9241200" y="1575443"/>
                <a:ext cx="2520" cy="86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6CED5D8-5631-F607-8DE3-A66C588A7AA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232560" y="1566443"/>
                  <a:ext cx="2016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3221CA4-7EAA-CD65-B90E-352462949AB8}"/>
                    </a:ext>
                  </a:extLst>
                </p14:cNvPr>
                <p14:cNvContentPartPr/>
                <p14:nvPr/>
              </p14:nvContentPartPr>
              <p14:xfrm>
                <a:off x="9235440" y="1372043"/>
                <a:ext cx="229680" cy="4982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3221CA4-7EAA-CD65-B90E-352462949AB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226800" y="1363043"/>
                  <a:ext cx="247320" cy="51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6399CF1-B3AE-7078-301B-3BA6BD5190AE}"/>
                    </a:ext>
                  </a:extLst>
                </p14:cNvPr>
                <p14:cNvContentPartPr/>
                <p14:nvPr/>
              </p14:nvContentPartPr>
              <p14:xfrm>
                <a:off x="9527040" y="1433603"/>
                <a:ext cx="395280" cy="3520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6399CF1-B3AE-7078-301B-3BA6BD5190A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518400" y="1424963"/>
                  <a:ext cx="41292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6664553-B0C1-4FB4-E694-272515ECDEB3}"/>
                    </a:ext>
                  </a:extLst>
                </p14:cNvPr>
                <p14:cNvContentPartPr/>
                <p14:nvPr/>
              </p14:nvContentPartPr>
              <p14:xfrm>
                <a:off x="9808920" y="1474643"/>
                <a:ext cx="124920" cy="723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6664553-B0C1-4FB4-E694-272515ECDEB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799920" y="1466003"/>
                  <a:ext cx="1425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65758A9-F1F3-0698-2C0B-654B62803EAD}"/>
                    </a:ext>
                  </a:extLst>
                </p14:cNvPr>
                <p14:cNvContentPartPr/>
                <p14:nvPr/>
              </p14:nvContentPartPr>
              <p14:xfrm>
                <a:off x="10014120" y="1403003"/>
                <a:ext cx="142200" cy="79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65758A9-F1F3-0698-2C0B-654B62803EA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005120" y="1394363"/>
                  <a:ext cx="1598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B8BE82B-BAB1-540B-7ECE-8F8860650212}"/>
                    </a:ext>
                  </a:extLst>
                </p14:cNvPr>
                <p14:cNvContentPartPr/>
                <p14:nvPr/>
              </p14:nvContentPartPr>
              <p14:xfrm>
                <a:off x="9530640" y="1507403"/>
                <a:ext cx="218880" cy="111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B8BE82B-BAB1-540B-7ECE-8F886065021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521640" y="1498403"/>
                  <a:ext cx="2365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5E21A40-0B81-7839-592A-9B2D1E72616E}"/>
                    </a:ext>
                  </a:extLst>
                </p14:cNvPr>
                <p14:cNvContentPartPr/>
                <p14:nvPr/>
              </p14:nvContentPartPr>
              <p14:xfrm>
                <a:off x="10325880" y="1416323"/>
                <a:ext cx="40320" cy="3366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5E21A40-0B81-7839-592A-9B2D1E72616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317240" y="1407323"/>
                  <a:ext cx="5796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D340923-9003-2CC1-9F5C-11776D49BCCC}"/>
                    </a:ext>
                  </a:extLst>
                </p14:cNvPr>
                <p14:cNvContentPartPr/>
                <p14:nvPr/>
              </p14:nvContentPartPr>
              <p14:xfrm>
                <a:off x="10287000" y="1372043"/>
                <a:ext cx="417600" cy="3592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D340923-9003-2CC1-9F5C-11776D49BCC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278360" y="1363403"/>
                  <a:ext cx="435240" cy="37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CAE5661-B093-DC54-10D0-AAFB7DE1F827}"/>
                    </a:ext>
                  </a:extLst>
                </p14:cNvPr>
                <p14:cNvContentPartPr/>
                <p14:nvPr/>
              </p14:nvContentPartPr>
              <p14:xfrm>
                <a:off x="10651680" y="1431803"/>
                <a:ext cx="37440" cy="792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CAE5661-B093-DC54-10D0-AAFB7DE1F82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643040" y="1423163"/>
                  <a:ext cx="5508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FA3AE7E-114D-4182-DCCA-D4C945766D72}"/>
                    </a:ext>
                  </a:extLst>
                </p14:cNvPr>
                <p14:cNvContentPartPr/>
                <p14:nvPr/>
              </p14:nvContentPartPr>
              <p14:xfrm>
                <a:off x="10600200" y="1918163"/>
                <a:ext cx="21960" cy="122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FA3AE7E-114D-4182-DCCA-D4C945766D7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591560" y="1909163"/>
                  <a:ext cx="396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A6F965C-C351-1B01-A407-913AD9A0E003}"/>
                    </a:ext>
                  </a:extLst>
                </p14:cNvPr>
                <p14:cNvContentPartPr/>
                <p14:nvPr/>
              </p14:nvContentPartPr>
              <p14:xfrm>
                <a:off x="10935000" y="1334603"/>
                <a:ext cx="242640" cy="4658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8A6F965C-C351-1B01-A407-913AD9A0E00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926000" y="1325603"/>
                  <a:ext cx="260280" cy="48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85A0840B-5CE6-5CB1-4CA6-9BA719D76158}"/>
              </a:ext>
            </a:extLst>
          </p:cNvPr>
          <p:cNvGrpSpPr/>
          <p:nvPr/>
        </p:nvGrpSpPr>
        <p:grpSpPr>
          <a:xfrm>
            <a:off x="8393040" y="3019043"/>
            <a:ext cx="464040" cy="514800"/>
            <a:chOff x="8393040" y="3019043"/>
            <a:chExt cx="464040" cy="51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C3C508A4-CACE-D1C4-F26B-EE5461B14FF0}"/>
                    </a:ext>
                  </a:extLst>
                </p14:cNvPr>
                <p14:cNvContentPartPr/>
                <p14:nvPr/>
              </p14:nvContentPartPr>
              <p14:xfrm>
                <a:off x="8393040" y="3019043"/>
                <a:ext cx="424080" cy="5140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C3C508A4-CACE-D1C4-F26B-EE5461B14FF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384040" y="3010043"/>
                  <a:ext cx="441720" cy="53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F8EFC36-C680-24A0-FC98-87C1FC1A2D5A}"/>
                    </a:ext>
                  </a:extLst>
                </p14:cNvPr>
                <p14:cNvContentPartPr/>
                <p14:nvPr/>
              </p14:nvContentPartPr>
              <p14:xfrm>
                <a:off x="8627040" y="3314243"/>
                <a:ext cx="230040" cy="2196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F8EFC36-C680-24A0-FC98-87C1FC1A2D5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618400" y="3305243"/>
                  <a:ext cx="247680" cy="237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6D662ACE-1282-A19B-44CA-11BC9197D7E7}"/>
                  </a:ext>
                </a:extLst>
              </p14:cNvPr>
              <p14:cNvContentPartPr/>
              <p14:nvPr/>
            </p14:nvContentPartPr>
            <p14:xfrm>
              <a:off x="8580960" y="3849563"/>
              <a:ext cx="2039040" cy="13176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6D662ACE-1282-A19B-44CA-11BC9197D7E7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8572320" y="3840923"/>
                <a:ext cx="2056680" cy="149400"/>
              </a:xfrm>
              <a:prstGeom prst="rect">
                <a:avLst/>
              </a:prstGeom>
            </p:spPr>
          </p:pic>
        </mc:Fallback>
      </mc:AlternateContent>
      <p:grpSp>
        <p:nvGrpSpPr>
          <p:cNvPr id="82" name="Group 81">
            <a:extLst>
              <a:ext uri="{FF2B5EF4-FFF2-40B4-BE49-F238E27FC236}">
                <a16:creationId xmlns:a16="http://schemas.microsoft.com/office/drawing/2014/main" id="{4BB59E8C-75B0-E1DB-5B44-A31C70A82F8A}"/>
              </a:ext>
            </a:extLst>
          </p:cNvPr>
          <p:cNvGrpSpPr/>
          <p:nvPr/>
        </p:nvGrpSpPr>
        <p:grpSpPr>
          <a:xfrm>
            <a:off x="9139320" y="2880443"/>
            <a:ext cx="1670400" cy="745560"/>
            <a:chOff x="9139320" y="2880443"/>
            <a:chExt cx="1670400" cy="74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A04C960-54C4-94B8-CA55-138C6D7E7EBF}"/>
                    </a:ext>
                  </a:extLst>
                </p14:cNvPr>
                <p14:cNvContentPartPr/>
                <p14:nvPr/>
              </p14:nvContentPartPr>
              <p14:xfrm>
                <a:off x="9139320" y="2937323"/>
                <a:ext cx="324720" cy="6886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7A04C960-54C4-94B8-CA55-138C6D7E7EB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130320" y="2928683"/>
                  <a:ext cx="342360" cy="70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DF5655E3-D585-05F5-C339-9F4C1105F6AC}"/>
                    </a:ext>
                  </a:extLst>
                </p14:cNvPr>
                <p14:cNvContentPartPr/>
                <p14:nvPr/>
              </p14:nvContentPartPr>
              <p14:xfrm>
                <a:off x="9483480" y="3156563"/>
                <a:ext cx="272520" cy="2642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DF5655E3-D585-05F5-C339-9F4C1105F6A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474480" y="3147923"/>
                  <a:ext cx="29016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3F10510-F641-4071-75BA-7C5EDF808FA8}"/>
                    </a:ext>
                  </a:extLst>
                </p14:cNvPr>
                <p14:cNvContentPartPr/>
                <p14:nvPr/>
              </p14:nvContentPartPr>
              <p14:xfrm>
                <a:off x="9560520" y="3269603"/>
                <a:ext cx="139680" cy="194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3F10510-F641-4071-75BA-7C5EDF808FA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551880" y="3260963"/>
                  <a:ext cx="1573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AA1F3730-411C-0DE5-DE92-E9E9B1439647}"/>
                    </a:ext>
                  </a:extLst>
                </p14:cNvPr>
                <p14:cNvContentPartPr/>
                <p14:nvPr/>
              </p14:nvContentPartPr>
              <p14:xfrm>
                <a:off x="9512280" y="3073763"/>
                <a:ext cx="261000" cy="381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AA1F3730-411C-0DE5-DE92-E9E9B1439647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503280" y="3064763"/>
                  <a:ext cx="2786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053C302-2FF8-EA36-F711-904C2AD46BF5}"/>
                    </a:ext>
                  </a:extLst>
                </p14:cNvPr>
                <p14:cNvContentPartPr/>
                <p14:nvPr/>
              </p14:nvContentPartPr>
              <p14:xfrm>
                <a:off x="9945000" y="3352403"/>
                <a:ext cx="87840" cy="1724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053C302-2FF8-EA36-F711-904C2AD46BF5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936000" y="3343763"/>
                  <a:ext cx="10548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66F0F7E-ADCA-F65F-1214-FE4B20984160}"/>
                    </a:ext>
                  </a:extLst>
                </p14:cNvPr>
                <p14:cNvContentPartPr/>
                <p14:nvPr/>
              </p14:nvContentPartPr>
              <p14:xfrm>
                <a:off x="10283040" y="3056843"/>
                <a:ext cx="211680" cy="3585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666F0F7E-ADCA-F65F-1214-FE4B2098416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274040" y="3047843"/>
                  <a:ext cx="22932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284F6405-31BD-2559-E772-C047C9F8CB1B}"/>
                    </a:ext>
                  </a:extLst>
                </p14:cNvPr>
                <p14:cNvContentPartPr/>
                <p14:nvPr/>
              </p14:nvContentPartPr>
              <p14:xfrm>
                <a:off x="10597680" y="2880443"/>
                <a:ext cx="212040" cy="6296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284F6405-31BD-2559-E772-C047C9F8CB1B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588680" y="2871443"/>
                  <a:ext cx="229680" cy="64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7A57BB2F-0A89-50FC-750D-6E98D69BC4A8}"/>
                    </a:ext>
                  </a:extLst>
                </p14:cNvPr>
                <p14:cNvContentPartPr/>
                <p14:nvPr/>
              </p14:nvContentPartPr>
              <p14:xfrm>
                <a:off x="9514440" y="3156923"/>
                <a:ext cx="360" cy="3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7A57BB2F-0A89-50FC-750D-6E98D69BC4A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505440" y="314828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7682A12-D0A6-14C1-3D2A-2C3900A53692}"/>
                    </a:ext>
                  </a:extLst>
                </p14:cNvPr>
                <p14:cNvContentPartPr/>
                <p14:nvPr/>
              </p14:nvContentPartPr>
              <p14:xfrm>
                <a:off x="9514440" y="3097163"/>
                <a:ext cx="12600" cy="1267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57682A12-D0A6-14C1-3D2A-2C3900A53692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505440" y="3088523"/>
                  <a:ext cx="30240" cy="144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5131107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1B407-B3CE-95D3-5DE0-81E342989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018BCF3-322A-20E5-0D8C-C26AA0B160D9}"/>
                  </a:ext>
                </a:extLst>
              </p14:cNvPr>
              <p14:cNvContentPartPr/>
              <p14:nvPr/>
            </p14:nvContentPartPr>
            <p14:xfrm>
              <a:off x="6302880" y="1157843"/>
              <a:ext cx="855720" cy="6516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018BCF3-322A-20E5-0D8C-C26AA0B160D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94240" y="1149203"/>
                <a:ext cx="873360" cy="66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A2E936DD-E3CA-C41E-950E-539801A37FB8}"/>
                  </a:ext>
                </a:extLst>
              </p14:cNvPr>
              <p14:cNvContentPartPr/>
              <p14:nvPr/>
            </p14:nvContentPartPr>
            <p14:xfrm>
              <a:off x="3147840" y="1993763"/>
              <a:ext cx="2373120" cy="111924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A2E936DD-E3CA-C41E-950E-539801A37FB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38840" y="1985123"/>
                <a:ext cx="2390760" cy="11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6FA72DD4-2C17-1AE4-3B34-D369C287B326}"/>
                  </a:ext>
                </a:extLst>
              </p14:cNvPr>
              <p14:cNvContentPartPr/>
              <p14:nvPr/>
            </p14:nvContentPartPr>
            <p14:xfrm>
              <a:off x="5414040" y="1563563"/>
              <a:ext cx="1027800" cy="47520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6FA72DD4-2C17-1AE4-3B34-D369C287B32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405400" y="1554563"/>
                <a:ext cx="1045440" cy="49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801A479-3E05-3155-AEBA-91C47015C0AF}"/>
                  </a:ext>
                </a:extLst>
              </p14:cNvPr>
              <p14:cNvContentPartPr/>
              <p14:nvPr/>
            </p14:nvContentPartPr>
            <p14:xfrm>
              <a:off x="10281600" y="2970803"/>
              <a:ext cx="909000" cy="78228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801A479-3E05-3155-AEBA-91C47015C0A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272600" y="2961803"/>
                <a:ext cx="926640" cy="79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E62A292-70FB-E1B9-D820-985655ECE025}"/>
                  </a:ext>
                </a:extLst>
              </p14:cNvPr>
              <p14:cNvContentPartPr/>
              <p14:nvPr/>
            </p14:nvContentPartPr>
            <p14:xfrm>
              <a:off x="10457280" y="3311003"/>
              <a:ext cx="45720" cy="23868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E62A292-70FB-E1B9-D820-985655ECE02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448280" y="3302363"/>
                <a:ext cx="63360" cy="25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A898B752-EF35-A66F-5059-6AB95BE1A46A}"/>
                  </a:ext>
                </a:extLst>
              </p14:cNvPr>
              <p14:cNvContentPartPr/>
              <p14:nvPr/>
            </p14:nvContentPartPr>
            <p14:xfrm>
              <a:off x="10408680" y="3287243"/>
              <a:ext cx="231840" cy="752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A898B752-EF35-A66F-5059-6AB95BE1A46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400040" y="3278243"/>
                <a:ext cx="24948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11D789F1-0D0C-798E-8714-69FB47D9FB36}"/>
                  </a:ext>
                </a:extLst>
              </p14:cNvPr>
              <p14:cNvContentPartPr/>
              <p14:nvPr/>
            </p14:nvContentPartPr>
            <p14:xfrm>
              <a:off x="10429560" y="3406043"/>
              <a:ext cx="194760" cy="3060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11D789F1-0D0C-798E-8714-69FB47D9FB3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420560" y="3397043"/>
                <a:ext cx="21240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A5D0ACCD-B8E1-F367-C60E-79CF42743BD5}"/>
                  </a:ext>
                </a:extLst>
              </p14:cNvPr>
              <p14:cNvContentPartPr/>
              <p14:nvPr/>
            </p14:nvContentPartPr>
            <p14:xfrm>
              <a:off x="10686240" y="3306683"/>
              <a:ext cx="149040" cy="2541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A5D0ACCD-B8E1-F367-C60E-79CF42743BD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677240" y="3297683"/>
                <a:ext cx="166680" cy="27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C973EF4-34CF-4A5C-BFF9-A2004BF363EF}"/>
                  </a:ext>
                </a:extLst>
              </p14:cNvPr>
              <p14:cNvContentPartPr/>
              <p14:nvPr/>
            </p14:nvContentPartPr>
            <p14:xfrm>
              <a:off x="6454080" y="1413083"/>
              <a:ext cx="324000" cy="5194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C973EF4-34CF-4A5C-BFF9-A2004BF363E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445080" y="1404083"/>
                <a:ext cx="341640" cy="53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90D250A8-22CB-7268-965A-C354832B80D7}"/>
                  </a:ext>
                </a:extLst>
              </p14:cNvPr>
              <p14:cNvContentPartPr/>
              <p14:nvPr/>
            </p14:nvContentPartPr>
            <p14:xfrm>
              <a:off x="6694200" y="1361963"/>
              <a:ext cx="111240" cy="13284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90D250A8-22CB-7268-965A-C354832B80D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685200" y="1353323"/>
                <a:ext cx="128880" cy="15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B70867B-6BFC-0F7E-4C3D-69993EC2789A}"/>
                  </a:ext>
                </a:extLst>
              </p14:cNvPr>
              <p14:cNvContentPartPr/>
              <p14:nvPr/>
            </p14:nvContentPartPr>
            <p14:xfrm>
              <a:off x="6860880" y="1358003"/>
              <a:ext cx="157680" cy="29808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B70867B-6BFC-0F7E-4C3D-69993EC2789A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852240" y="1349363"/>
                <a:ext cx="175320" cy="31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CFC49E71-4092-59D3-CA38-8CA61DD3313C}"/>
                  </a:ext>
                </a:extLst>
              </p14:cNvPr>
              <p14:cNvContentPartPr/>
              <p14:nvPr/>
            </p14:nvContentPartPr>
            <p14:xfrm>
              <a:off x="7058160" y="1684163"/>
              <a:ext cx="2035800" cy="94284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CFC49E71-4092-59D3-CA38-8CA61DD3313C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049160" y="1675523"/>
                <a:ext cx="2053440" cy="96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CBC3E930-FA04-1C98-61DB-60BCEADF3C1E}"/>
                  </a:ext>
                </a:extLst>
              </p14:cNvPr>
              <p14:cNvContentPartPr/>
              <p14:nvPr/>
            </p14:nvContentPartPr>
            <p14:xfrm>
              <a:off x="9093600" y="2700083"/>
              <a:ext cx="1440" cy="396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CBC3E930-FA04-1C98-61DB-60BCEADF3C1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084960" y="2691443"/>
                <a:ext cx="1908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D52AE6D7-897C-EB4A-0347-667D2DE88502}"/>
                  </a:ext>
                </a:extLst>
              </p14:cNvPr>
              <p14:cNvContentPartPr/>
              <p14:nvPr/>
            </p14:nvContentPartPr>
            <p14:xfrm>
              <a:off x="9039960" y="2667683"/>
              <a:ext cx="716760" cy="40392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D52AE6D7-897C-EB4A-0347-667D2DE88502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9031320" y="2658683"/>
                <a:ext cx="734400" cy="42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F4E248BA-68C4-90E1-DD5B-9F3DBB57DDF1}"/>
                  </a:ext>
                </a:extLst>
              </p14:cNvPr>
              <p14:cNvContentPartPr/>
              <p14:nvPr/>
            </p14:nvContentPartPr>
            <p14:xfrm>
              <a:off x="9008640" y="2651483"/>
              <a:ext cx="1156320" cy="69300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F4E248BA-68C4-90E1-DD5B-9F3DBB57DDF1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000000" y="2642483"/>
                <a:ext cx="1173960" cy="71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2B11AF86-1BA4-3605-F7F3-8CE3A811997F}"/>
                  </a:ext>
                </a:extLst>
              </p14:cNvPr>
              <p14:cNvContentPartPr/>
              <p14:nvPr/>
            </p14:nvContentPartPr>
            <p14:xfrm>
              <a:off x="7954920" y="1139123"/>
              <a:ext cx="590400" cy="52308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2B11AF86-1BA4-3605-F7F3-8CE3A811997F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945920" y="1130123"/>
                <a:ext cx="608040" cy="54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B395D98B-71B8-D58A-3627-5EDFCCB7F591}"/>
                  </a:ext>
                </a:extLst>
              </p14:cNvPr>
              <p14:cNvContentPartPr/>
              <p14:nvPr/>
            </p14:nvContentPartPr>
            <p14:xfrm>
              <a:off x="8776080" y="855803"/>
              <a:ext cx="365400" cy="38196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B395D98B-71B8-D58A-3627-5EDFCCB7F591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767440" y="846803"/>
                <a:ext cx="383040" cy="39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271C3616-E73C-1B7F-EBD6-60F3BC64C0B1}"/>
                  </a:ext>
                </a:extLst>
              </p14:cNvPr>
              <p14:cNvContentPartPr/>
              <p14:nvPr/>
            </p14:nvContentPartPr>
            <p14:xfrm>
              <a:off x="9013320" y="977123"/>
              <a:ext cx="152640" cy="7236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271C3616-E73C-1B7F-EBD6-60F3BC64C0B1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004320" y="968483"/>
                <a:ext cx="170280" cy="9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96CBB45E-9445-C54E-068A-F03126B17E8A}"/>
                  </a:ext>
                </a:extLst>
              </p14:cNvPr>
              <p14:cNvContentPartPr/>
              <p14:nvPr/>
            </p14:nvContentPartPr>
            <p14:xfrm>
              <a:off x="9215280" y="889283"/>
              <a:ext cx="129240" cy="3384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96CBB45E-9445-C54E-068A-F03126B17E8A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206640" y="880643"/>
                <a:ext cx="14688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FD93DA27-00DE-1957-9269-9BA57CC56CA6}"/>
                  </a:ext>
                </a:extLst>
              </p14:cNvPr>
              <p14:cNvContentPartPr/>
              <p14:nvPr/>
            </p14:nvContentPartPr>
            <p14:xfrm>
              <a:off x="8753040" y="959483"/>
              <a:ext cx="245520" cy="1152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FD93DA27-00DE-1957-9269-9BA57CC56CA6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744040" y="950483"/>
                <a:ext cx="26316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67ECC09A-9DC5-44D1-110C-C7F9BD400B01}"/>
                  </a:ext>
                </a:extLst>
              </p14:cNvPr>
              <p14:cNvContentPartPr/>
              <p14:nvPr/>
            </p14:nvContentPartPr>
            <p14:xfrm>
              <a:off x="9526320" y="939683"/>
              <a:ext cx="31680" cy="29844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67ECC09A-9DC5-44D1-110C-C7F9BD400B01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9517680" y="931043"/>
                <a:ext cx="49320" cy="31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7B0BE079-015E-73B1-9920-08BF2C57DFC6}"/>
                  </a:ext>
                </a:extLst>
              </p14:cNvPr>
              <p14:cNvContentPartPr/>
              <p14:nvPr/>
            </p14:nvContentPartPr>
            <p14:xfrm>
              <a:off x="9495720" y="878483"/>
              <a:ext cx="403560" cy="39744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7B0BE079-015E-73B1-9920-08BF2C57DFC6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9486720" y="869483"/>
                <a:ext cx="421200" cy="41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52FA339B-3812-A324-B531-D47C1B774629}"/>
                  </a:ext>
                </a:extLst>
              </p14:cNvPr>
              <p14:cNvContentPartPr/>
              <p14:nvPr/>
            </p14:nvContentPartPr>
            <p14:xfrm>
              <a:off x="9883080" y="1058123"/>
              <a:ext cx="7560" cy="4860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52FA339B-3812-A324-B531-D47C1B774629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9874080" y="1049123"/>
                <a:ext cx="25200" cy="6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FB7915A0-9383-EA9D-E4C5-48AE434E1C1C}"/>
                  </a:ext>
                </a:extLst>
              </p14:cNvPr>
              <p14:cNvContentPartPr/>
              <p14:nvPr/>
            </p14:nvContentPartPr>
            <p14:xfrm>
              <a:off x="10183320" y="1078643"/>
              <a:ext cx="141120" cy="19080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FB7915A0-9383-EA9D-E4C5-48AE434E1C1C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0174320" y="1070003"/>
                <a:ext cx="158760" cy="20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1DDF7ABC-4E7C-C42D-0F0A-834BB94836A6}"/>
                  </a:ext>
                </a:extLst>
              </p14:cNvPr>
              <p14:cNvContentPartPr/>
              <p14:nvPr/>
            </p14:nvContentPartPr>
            <p14:xfrm>
              <a:off x="10324440" y="1140203"/>
              <a:ext cx="100440" cy="11664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1DDF7ABC-4E7C-C42D-0F0A-834BB94836A6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0315440" y="1131203"/>
                <a:ext cx="118080" cy="13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3EFB2F0E-C880-8CA9-CD75-CA69C5BC1990}"/>
                  </a:ext>
                </a:extLst>
              </p14:cNvPr>
              <p14:cNvContentPartPr/>
              <p14:nvPr/>
            </p14:nvContentPartPr>
            <p14:xfrm>
              <a:off x="10330200" y="983243"/>
              <a:ext cx="142920" cy="6912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3EFB2F0E-C880-8CA9-CD75-CA69C5BC1990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0321200" y="974603"/>
                <a:ext cx="16056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4848BB82-7E10-E224-F16D-EA51BAFFD4BE}"/>
                  </a:ext>
                </a:extLst>
              </p14:cNvPr>
              <p14:cNvContentPartPr/>
              <p14:nvPr/>
            </p14:nvContentPartPr>
            <p14:xfrm>
              <a:off x="10650600" y="766163"/>
              <a:ext cx="914760" cy="77112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4848BB82-7E10-E224-F16D-EA51BAFFD4BE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641600" y="757163"/>
                <a:ext cx="932400" cy="78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A77FCEFB-AB06-AD2B-CE16-F01D2D8D5061}"/>
                  </a:ext>
                </a:extLst>
              </p14:cNvPr>
              <p14:cNvContentPartPr/>
              <p14:nvPr/>
            </p14:nvContentPartPr>
            <p14:xfrm>
              <a:off x="11199960" y="1044083"/>
              <a:ext cx="81720" cy="7128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A77FCEFB-AB06-AD2B-CE16-F01D2D8D5061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1190960" y="1035443"/>
                <a:ext cx="99360" cy="8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973E71E6-BDEB-F235-03BA-D550B51A3B9C}"/>
                  </a:ext>
                </a:extLst>
              </p14:cNvPr>
              <p14:cNvContentPartPr/>
              <p14:nvPr/>
            </p14:nvContentPartPr>
            <p14:xfrm>
              <a:off x="11048400" y="1045163"/>
              <a:ext cx="54000" cy="1944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973E71E6-BDEB-F235-03BA-D550B51A3B9C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1039760" y="1036523"/>
                <a:ext cx="7164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C9771464-AD3B-8827-9370-888DA132B28F}"/>
                  </a:ext>
                </a:extLst>
              </p14:cNvPr>
              <p14:cNvContentPartPr/>
              <p14:nvPr/>
            </p14:nvContentPartPr>
            <p14:xfrm>
              <a:off x="11166840" y="826283"/>
              <a:ext cx="300960" cy="432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C9771464-AD3B-8827-9370-888DA132B28F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1158200" y="817283"/>
                <a:ext cx="31860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2C914EDB-C50F-99FE-7CB3-C7371E0ED9AB}"/>
                  </a:ext>
                </a:extLst>
              </p14:cNvPr>
              <p14:cNvContentPartPr/>
              <p14:nvPr/>
            </p14:nvContentPartPr>
            <p14:xfrm>
              <a:off x="8322120" y="4701323"/>
              <a:ext cx="15120" cy="1584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2C914EDB-C50F-99FE-7CB3-C7371E0ED9AB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8313120" y="4692323"/>
                <a:ext cx="32760" cy="3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F2189A78-9A0B-C485-1B00-F3C5D9EDE660}"/>
                  </a:ext>
                </a:extLst>
              </p14:cNvPr>
              <p14:cNvContentPartPr/>
              <p14:nvPr/>
            </p14:nvContentPartPr>
            <p14:xfrm>
              <a:off x="8303400" y="4672523"/>
              <a:ext cx="9720" cy="432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F2189A78-9A0B-C485-1B00-F3C5D9EDE660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8294760" y="4663883"/>
                <a:ext cx="2736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7F5D046D-5F45-4677-28E7-4AA331E88AFA}"/>
                  </a:ext>
                </a:extLst>
              </p14:cNvPr>
              <p14:cNvContentPartPr/>
              <p14:nvPr/>
            </p14:nvContentPartPr>
            <p14:xfrm>
              <a:off x="7900560" y="4716443"/>
              <a:ext cx="710280" cy="70524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7F5D046D-5F45-4677-28E7-4AA331E88AFA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891920" y="4707803"/>
                <a:ext cx="727920" cy="72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F4EB0C33-3E6A-4E0C-1CEB-26300A958357}"/>
                  </a:ext>
                </a:extLst>
              </p14:cNvPr>
              <p14:cNvContentPartPr/>
              <p14:nvPr/>
            </p14:nvContentPartPr>
            <p14:xfrm>
              <a:off x="7868160" y="4691603"/>
              <a:ext cx="473040" cy="67932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F4EB0C33-3E6A-4E0C-1CEB-26300A958357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7859160" y="4682963"/>
                <a:ext cx="490680" cy="69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69DB8F1E-2D69-4F9F-A418-FA858FEE5060}"/>
                  </a:ext>
                </a:extLst>
              </p14:cNvPr>
              <p14:cNvContentPartPr/>
              <p14:nvPr/>
            </p14:nvContentPartPr>
            <p14:xfrm>
              <a:off x="8103960" y="4946483"/>
              <a:ext cx="203040" cy="12312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69DB8F1E-2D69-4F9F-A418-FA858FEE5060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8095320" y="4937843"/>
                <a:ext cx="220680" cy="14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220D0E03-D95E-A59D-F6F9-BDEB94BB01BE}"/>
                  </a:ext>
                </a:extLst>
              </p14:cNvPr>
              <p14:cNvContentPartPr/>
              <p14:nvPr/>
            </p14:nvContentPartPr>
            <p14:xfrm>
              <a:off x="8185320" y="4927763"/>
              <a:ext cx="190800" cy="30996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220D0E03-D95E-A59D-F6F9-BDEB94BB01BE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8176320" y="4919123"/>
                <a:ext cx="208440" cy="32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1370F32E-F7B5-B6CC-632D-EEDEE7FC2161}"/>
                  </a:ext>
                </a:extLst>
              </p14:cNvPr>
              <p14:cNvContentPartPr/>
              <p14:nvPr/>
            </p14:nvContentPartPr>
            <p14:xfrm>
              <a:off x="2562480" y="4564523"/>
              <a:ext cx="867600" cy="87660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1370F32E-F7B5-B6CC-632D-EEDEE7FC2161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2553840" y="4555883"/>
                <a:ext cx="885240" cy="89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E20F114A-125F-6CDE-6068-5F56AFD15FC2}"/>
                  </a:ext>
                </a:extLst>
              </p14:cNvPr>
              <p14:cNvContentPartPr/>
              <p14:nvPr/>
            </p14:nvContentPartPr>
            <p14:xfrm>
              <a:off x="2842200" y="4943603"/>
              <a:ext cx="208800" cy="23112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E20F114A-125F-6CDE-6068-5F56AFD15FC2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833200" y="4934963"/>
                <a:ext cx="226440" cy="2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B1B96B44-9CA4-61C6-3DBF-9BE3631BD77B}"/>
                  </a:ext>
                </a:extLst>
              </p14:cNvPr>
              <p14:cNvContentPartPr/>
              <p14:nvPr/>
            </p14:nvContentPartPr>
            <p14:xfrm>
              <a:off x="2771640" y="4846403"/>
              <a:ext cx="338760" cy="41472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B1B96B44-9CA4-61C6-3DBF-9BE3631BD77B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2763000" y="4837763"/>
                <a:ext cx="356400" cy="43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28368B66-7D19-63DA-B889-7D57C756F91A}"/>
                  </a:ext>
                </a:extLst>
              </p14:cNvPr>
              <p14:cNvContentPartPr/>
              <p14:nvPr/>
            </p14:nvContentPartPr>
            <p14:xfrm>
              <a:off x="3477240" y="5093723"/>
              <a:ext cx="2893680" cy="4104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28368B66-7D19-63DA-B889-7D57C756F91A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3468240" y="5084723"/>
                <a:ext cx="291132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91E3A58C-D524-2701-1002-9A14AA78FDFF}"/>
                  </a:ext>
                </a:extLst>
              </p14:cNvPr>
              <p14:cNvContentPartPr/>
              <p14:nvPr/>
            </p14:nvContentPartPr>
            <p14:xfrm>
              <a:off x="6309720" y="5052323"/>
              <a:ext cx="1568520" cy="8388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91E3A58C-D524-2701-1002-9A14AA78FDFF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6300720" y="5043683"/>
                <a:ext cx="1586160" cy="10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A5EF71D7-0E13-E920-5050-2FE14BF25649}"/>
                  </a:ext>
                </a:extLst>
              </p14:cNvPr>
              <p14:cNvContentPartPr/>
              <p14:nvPr/>
            </p14:nvContentPartPr>
            <p14:xfrm>
              <a:off x="7476120" y="4875923"/>
              <a:ext cx="357840" cy="46116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A5EF71D7-0E13-E920-5050-2FE14BF25649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7467480" y="4866923"/>
                <a:ext cx="375480" cy="47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281E32E0-CB37-44A2-32B7-18370C2F0CFB}"/>
                  </a:ext>
                </a:extLst>
              </p14:cNvPr>
              <p14:cNvContentPartPr/>
              <p14:nvPr/>
            </p14:nvContentPartPr>
            <p14:xfrm>
              <a:off x="10292400" y="5817683"/>
              <a:ext cx="492840" cy="28224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281E32E0-CB37-44A2-32B7-18370C2F0CFB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0283760" y="5808683"/>
                <a:ext cx="510480" cy="29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EE22B7EF-0899-E8E9-7076-D7D23B1E071B}"/>
                  </a:ext>
                </a:extLst>
              </p14:cNvPr>
              <p14:cNvContentPartPr/>
              <p14:nvPr/>
            </p14:nvContentPartPr>
            <p14:xfrm>
              <a:off x="10605600" y="5491883"/>
              <a:ext cx="79560" cy="2952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EE22B7EF-0899-E8E9-7076-D7D23B1E071B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0596600" y="5482883"/>
                <a:ext cx="9720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74714405-4DD9-1BD6-34FE-EA0ED73D9E27}"/>
                  </a:ext>
                </a:extLst>
              </p14:cNvPr>
              <p14:cNvContentPartPr/>
              <p14:nvPr/>
            </p14:nvContentPartPr>
            <p14:xfrm>
              <a:off x="10505160" y="5523563"/>
              <a:ext cx="500040" cy="34992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74714405-4DD9-1BD6-34FE-EA0ED73D9E27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0496520" y="5514923"/>
                <a:ext cx="517680" cy="36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A02E8C71-AEAE-6CF6-F368-533FD558BBDC}"/>
                  </a:ext>
                </a:extLst>
              </p14:cNvPr>
              <p14:cNvContentPartPr/>
              <p14:nvPr/>
            </p14:nvContentPartPr>
            <p14:xfrm>
              <a:off x="9969840" y="5559923"/>
              <a:ext cx="968040" cy="70272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A02E8C71-AEAE-6CF6-F368-533FD558BBDC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9960840" y="5551283"/>
                <a:ext cx="985680" cy="72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EE696428-B7DD-6654-F53B-43D3C577E127}"/>
                  </a:ext>
                </a:extLst>
              </p14:cNvPr>
              <p14:cNvContentPartPr/>
              <p14:nvPr/>
            </p14:nvContentPartPr>
            <p14:xfrm>
              <a:off x="8635680" y="5207843"/>
              <a:ext cx="1294920" cy="53100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EE696428-B7DD-6654-F53B-43D3C577E127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8627040" y="5198843"/>
                <a:ext cx="1312560" cy="54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FDD28F27-78D4-D982-6FB7-C8E4E6565595}"/>
                  </a:ext>
                </a:extLst>
              </p14:cNvPr>
              <p14:cNvContentPartPr/>
              <p14:nvPr/>
            </p14:nvContentPartPr>
            <p14:xfrm>
              <a:off x="9660600" y="5728043"/>
              <a:ext cx="273240" cy="12312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FDD28F27-78D4-D982-6FB7-C8E4E6565595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9651600" y="5719403"/>
                <a:ext cx="290880" cy="14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4AFEC711-C9F3-970B-2495-F505A97535D2}"/>
                  </a:ext>
                </a:extLst>
              </p14:cNvPr>
              <p14:cNvContentPartPr/>
              <p14:nvPr/>
            </p14:nvContentPartPr>
            <p14:xfrm>
              <a:off x="9832680" y="5555603"/>
              <a:ext cx="98280" cy="15408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4AFEC711-C9F3-970B-2495-F505A97535D2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9824040" y="5546603"/>
                <a:ext cx="11592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AA3D5D72-D8C9-69B3-2828-7A57F29CD1F4}"/>
                  </a:ext>
                </a:extLst>
              </p14:cNvPr>
              <p14:cNvContentPartPr/>
              <p14:nvPr/>
            </p14:nvContentPartPr>
            <p14:xfrm>
              <a:off x="3519720" y="5428163"/>
              <a:ext cx="6297480" cy="79056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AA3D5D72-D8C9-69B3-2828-7A57F29CD1F4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3510720" y="5419163"/>
                <a:ext cx="6315120" cy="80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0712737E-C7C1-DB76-7F03-0EC51ACF9A0B}"/>
                  </a:ext>
                </a:extLst>
              </p14:cNvPr>
              <p14:cNvContentPartPr/>
              <p14:nvPr/>
            </p14:nvContentPartPr>
            <p14:xfrm>
              <a:off x="3457800" y="5440763"/>
              <a:ext cx="217800" cy="24516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0712737E-C7C1-DB76-7F03-0EC51ACF9A0B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3449160" y="5432123"/>
                <a:ext cx="235440" cy="26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6AE2EF76-946E-7FB4-37B9-78647DB1CD0F}"/>
                  </a:ext>
                </a:extLst>
              </p14:cNvPr>
              <p14:cNvContentPartPr/>
              <p14:nvPr/>
            </p14:nvContentPartPr>
            <p14:xfrm>
              <a:off x="3514680" y="5326643"/>
              <a:ext cx="295560" cy="9468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6AE2EF76-946E-7FB4-37B9-78647DB1CD0F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3505680" y="5317643"/>
                <a:ext cx="313200" cy="11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C9874803-DBD2-346E-F928-FA5D02640D7B}"/>
                  </a:ext>
                </a:extLst>
              </p14:cNvPr>
              <p14:cNvContentPartPr/>
              <p14:nvPr/>
            </p14:nvContentPartPr>
            <p14:xfrm>
              <a:off x="6256080" y="4229003"/>
              <a:ext cx="235440" cy="62280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C9874803-DBD2-346E-F928-FA5D02640D7B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6247440" y="4220003"/>
                <a:ext cx="253080" cy="64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9C8869D4-E034-24D6-9A73-0B8DA4D80442}"/>
                  </a:ext>
                </a:extLst>
              </p14:cNvPr>
              <p14:cNvContentPartPr/>
              <p14:nvPr/>
            </p14:nvContentPartPr>
            <p14:xfrm>
              <a:off x="6309360" y="4144043"/>
              <a:ext cx="205920" cy="29052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9C8869D4-E034-24D6-9A73-0B8DA4D80442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6300360" y="4135043"/>
                <a:ext cx="223560" cy="30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00D30E15-8B63-D9CE-21DC-A2D25E898CC1}"/>
                  </a:ext>
                </a:extLst>
              </p14:cNvPr>
              <p14:cNvContentPartPr/>
              <p14:nvPr/>
            </p14:nvContentPartPr>
            <p14:xfrm>
              <a:off x="6797880" y="3698363"/>
              <a:ext cx="361440" cy="43272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00D30E15-8B63-D9CE-21DC-A2D25E898CC1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6789240" y="3689723"/>
                <a:ext cx="379080" cy="45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5F6E2978-562B-E7AD-8D1E-DD66C5899D41}"/>
                  </a:ext>
                </a:extLst>
              </p14:cNvPr>
              <p14:cNvContentPartPr/>
              <p14:nvPr/>
            </p14:nvContentPartPr>
            <p14:xfrm>
              <a:off x="7042680" y="3814643"/>
              <a:ext cx="141120" cy="13392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5F6E2978-562B-E7AD-8D1E-DD66C5899D41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7034040" y="3805643"/>
                <a:ext cx="158760" cy="1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B6E9EE6E-1201-C459-B052-69019DD228ED}"/>
                  </a:ext>
                </a:extLst>
              </p14:cNvPr>
              <p14:cNvContentPartPr/>
              <p14:nvPr/>
            </p14:nvContentPartPr>
            <p14:xfrm>
              <a:off x="7249680" y="3710963"/>
              <a:ext cx="102240" cy="4320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B6E9EE6E-1201-C459-B052-69019DD228ED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7240680" y="3701963"/>
                <a:ext cx="119880" cy="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2C50EC8B-0979-839F-C311-B44357C1C7B4}"/>
                  </a:ext>
                </a:extLst>
              </p14:cNvPr>
              <p14:cNvContentPartPr/>
              <p14:nvPr/>
            </p14:nvContentPartPr>
            <p14:xfrm>
              <a:off x="6796080" y="3797723"/>
              <a:ext cx="289080" cy="1476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2C50EC8B-0979-839F-C311-B44357C1C7B4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6787080" y="3789083"/>
                <a:ext cx="306720" cy="3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D6141D4B-EF10-199E-DEDE-1ABBD752E4ED}"/>
                  </a:ext>
                </a:extLst>
              </p14:cNvPr>
              <p14:cNvContentPartPr/>
              <p14:nvPr/>
            </p14:nvContentPartPr>
            <p14:xfrm>
              <a:off x="7494840" y="3697643"/>
              <a:ext cx="31320" cy="38952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D6141D4B-EF10-199E-DEDE-1ABBD752E4ED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7486200" y="3689003"/>
                <a:ext cx="48960" cy="40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DC781155-1E1D-29DB-4235-D95D0A5AB97D}"/>
                  </a:ext>
                </a:extLst>
              </p14:cNvPr>
              <p14:cNvContentPartPr/>
              <p14:nvPr/>
            </p14:nvContentPartPr>
            <p14:xfrm>
              <a:off x="7475400" y="3646523"/>
              <a:ext cx="404280" cy="42264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DC781155-1E1D-29DB-4235-D95D0A5AB97D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7466400" y="3637883"/>
                <a:ext cx="421920" cy="44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5AE7715C-D6EE-09F7-16A8-37991C872F0D}"/>
                  </a:ext>
                </a:extLst>
              </p14:cNvPr>
              <p14:cNvContentPartPr/>
              <p14:nvPr/>
            </p14:nvContentPartPr>
            <p14:xfrm>
              <a:off x="7887240" y="3766763"/>
              <a:ext cx="6480" cy="5940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5AE7715C-D6EE-09F7-16A8-37991C872F0D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7878240" y="3758123"/>
                <a:ext cx="2412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E41CD3DA-4747-9999-EEBA-574B2522DFAF}"/>
                  </a:ext>
                </a:extLst>
              </p14:cNvPr>
              <p14:cNvContentPartPr/>
              <p14:nvPr/>
            </p14:nvContentPartPr>
            <p14:xfrm>
              <a:off x="7880040" y="4186883"/>
              <a:ext cx="22320" cy="3348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E41CD3DA-4747-9999-EEBA-574B2522DFAF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7871040" y="4177883"/>
                <a:ext cx="3996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E06E1FCC-D210-C764-7875-5F4789C9BD37}"/>
                  </a:ext>
                </a:extLst>
              </p14:cNvPr>
              <p14:cNvContentPartPr/>
              <p14:nvPr/>
            </p14:nvContentPartPr>
            <p14:xfrm>
              <a:off x="8183160" y="3873323"/>
              <a:ext cx="259200" cy="19476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E06E1FCC-D210-C764-7875-5F4789C9BD37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8174160" y="3864683"/>
                <a:ext cx="276840" cy="21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B99A3632-BBF0-C6D2-16F5-99292B2EDA54}"/>
                  </a:ext>
                </a:extLst>
              </p14:cNvPr>
              <p14:cNvContentPartPr/>
              <p14:nvPr/>
            </p14:nvContentPartPr>
            <p14:xfrm>
              <a:off x="8383680" y="3676763"/>
              <a:ext cx="129240" cy="19224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B99A3632-BBF0-C6D2-16F5-99292B2EDA54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8375040" y="3667763"/>
                <a:ext cx="146880" cy="2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81FA9DE8-83D2-DCA6-4208-FB76EA1AC509}"/>
                  </a:ext>
                </a:extLst>
              </p14:cNvPr>
              <p14:cNvContentPartPr/>
              <p14:nvPr/>
            </p14:nvContentPartPr>
            <p14:xfrm>
              <a:off x="8681040" y="3619523"/>
              <a:ext cx="618480" cy="47844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81FA9DE8-83D2-DCA6-4208-FB76EA1AC509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8672400" y="3610883"/>
                <a:ext cx="636120" cy="49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F4195B21-FD60-7061-6AD8-0156CEAF6183}"/>
                  </a:ext>
                </a:extLst>
              </p14:cNvPr>
              <p14:cNvContentPartPr/>
              <p14:nvPr/>
            </p14:nvContentPartPr>
            <p14:xfrm>
              <a:off x="9338040" y="4003643"/>
              <a:ext cx="244080" cy="30780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F4195B21-FD60-7061-6AD8-0156CEAF6183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9329400" y="3995003"/>
                <a:ext cx="261720" cy="32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E804B335-D0C5-0F71-0032-DD93FB48018C}"/>
                  </a:ext>
                </a:extLst>
              </p14:cNvPr>
              <p14:cNvContentPartPr/>
              <p14:nvPr/>
            </p14:nvContentPartPr>
            <p14:xfrm>
              <a:off x="9155880" y="3875123"/>
              <a:ext cx="177480" cy="19440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E804B335-D0C5-0F71-0032-DD93FB48018C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9146880" y="3866483"/>
                <a:ext cx="19512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F02A58D8-EFE5-ADAB-C120-D574000C224C}"/>
                  </a:ext>
                </a:extLst>
              </p14:cNvPr>
              <p14:cNvContentPartPr/>
              <p14:nvPr/>
            </p14:nvContentPartPr>
            <p14:xfrm>
              <a:off x="9016560" y="3910763"/>
              <a:ext cx="97200" cy="5616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F02A58D8-EFE5-ADAB-C120-D574000C224C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9007920" y="3901763"/>
                <a:ext cx="11484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079C6463-0D94-3F0C-16E3-40E4B8B8EDE8}"/>
                  </a:ext>
                </a:extLst>
              </p14:cNvPr>
              <p14:cNvContentPartPr/>
              <p14:nvPr/>
            </p14:nvContentPartPr>
            <p14:xfrm>
              <a:off x="9060120" y="3629963"/>
              <a:ext cx="321480" cy="13968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079C6463-0D94-3F0C-16E3-40E4B8B8EDE8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9051120" y="3621323"/>
                <a:ext cx="339120" cy="157320"/>
              </a:xfrm>
              <a:prstGeom prst="rect">
                <a:avLst/>
              </a:prstGeom>
            </p:spPr>
          </p:pic>
        </mc:Fallback>
      </mc:AlternateContent>
      <p:grpSp>
        <p:nvGrpSpPr>
          <p:cNvPr id="99" name="Group 98">
            <a:extLst>
              <a:ext uri="{FF2B5EF4-FFF2-40B4-BE49-F238E27FC236}">
                <a16:creationId xmlns:a16="http://schemas.microsoft.com/office/drawing/2014/main" id="{6175349E-026E-B10A-CE99-39AB922B1938}"/>
              </a:ext>
            </a:extLst>
          </p:cNvPr>
          <p:cNvGrpSpPr/>
          <p:nvPr/>
        </p:nvGrpSpPr>
        <p:grpSpPr>
          <a:xfrm>
            <a:off x="2512440" y="2739683"/>
            <a:ext cx="655560" cy="723600"/>
            <a:chOff x="2512440" y="2739683"/>
            <a:chExt cx="655560" cy="723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48EA9A5-A8C5-599D-DFD4-E10FF81BCBB5}"/>
                    </a:ext>
                  </a:extLst>
                </p14:cNvPr>
                <p14:cNvContentPartPr/>
                <p14:nvPr/>
              </p14:nvContentPartPr>
              <p14:xfrm>
                <a:off x="2512440" y="2739683"/>
                <a:ext cx="655560" cy="7236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48EA9A5-A8C5-599D-DFD4-E10FF81BCBB5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503800" y="2731043"/>
                  <a:ext cx="673200" cy="74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7CA2FC8-76C4-F8CB-1BA3-1C67B4B9CB3C}"/>
                    </a:ext>
                  </a:extLst>
                </p14:cNvPr>
                <p14:cNvContentPartPr/>
                <p14:nvPr/>
              </p14:nvContentPartPr>
              <p14:xfrm>
                <a:off x="2649240" y="3140003"/>
                <a:ext cx="120600" cy="1753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7CA2FC8-76C4-F8CB-1BA3-1C67B4B9CB3C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640240" y="3131003"/>
                  <a:ext cx="13824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50B9A6D-9830-DDAE-79E6-B6B249695EAE}"/>
                    </a:ext>
                  </a:extLst>
                </p14:cNvPr>
                <p14:cNvContentPartPr/>
                <p14:nvPr/>
              </p14:nvContentPartPr>
              <p14:xfrm>
                <a:off x="2775240" y="2997803"/>
                <a:ext cx="79560" cy="3459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50B9A6D-9830-DDAE-79E6-B6B249695EAE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766600" y="2988803"/>
                  <a:ext cx="9720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0C4D3F6-3A6A-A7E6-BC6B-CD18CD351870}"/>
                    </a:ext>
                  </a:extLst>
                </p14:cNvPr>
                <p14:cNvContentPartPr/>
                <p14:nvPr/>
              </p14:nvContentPartPr>
              <p14:xfrm>
                <a:off x="3009600" y="3208763"/>
                <a:ext cx="26280" cy="946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0C4D3F6-3A6A-A7E6-BC6B-CD18CD351870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000600" y="3200123"/>
                  <a:ext cx="4392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28F9AC7-65A4-FBD8-A47A-2D63B3088C3E}"/>
                    </a:ext>
                  </a:extLst>
                </p14:cNvPr>
                <p14:cNvContentPartPr/>
                <p14:nvPr/>
              </p14:nvContentPartPr>
              <p14:xfrm>
                <a:off x="2959560" y="3077363"/>
                <a:ext cx="146160" cy="219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28F9AC7-65A4-FBD8-A47A-2D63B3088C3E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950560" y="3068723"/>
                  <a:ext cx="1638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6DA72F8-AE83-8D31-07A2-9AC78829B572}"/>
                    </a:ext>
                  </a:extLst>
                </p14:cNvPr>
                <p14:cNvContentPartPr/>
                <p14:nvPr/>
              </p14:nvContentPartPr>
              <p14:xfrm>
                <a:off x="2927520" y="3219563"/>
                <a:ext cx="102960" cy="957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6DA72F8-AE83-8D31-07A2-9AC78829B57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918520" y="3210563"/>
                  <a:ext cx="12060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61F4F2EA-41BD-A124-0F6E-287BD55EAFEF}"/>
                    </a:ext>
                  </a:extLst>
                </p14:cNvPr>
                <p14:cNvContentPartPr/>
                <p14:nvPr/>
              </p14:nvContentPartPr>
              <p14:xfrm>
                <a:off x="2698560" y="2761283"/>
                <a:ext cx="263880" cy="626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61F4F2EA-41BD-A124-0F6E-287BD55EAFEF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689920" y="2752643"/>
                  <a:ext cx="281520" cy="80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321902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42653-1D98-2BE0-3CF7-3C647E74D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9A61F5FF-77DC-C3B7-0D7A-545D4DE1A411}"/>
                  </a:ext>
                </a:extLst>
              </p14:cNvPr>
              <p14:cNvContentPartPr/>
              <p14:nvPr/>
            </p14:nvContentPartPr>
            <p14:xfrm>
              <a:off x="7002000" y="4617803"/>
              <a:ext cx="259560" cy="154872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9A61F5FF-77DC-C3B7-0D7A-545D4DE1A41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93360" y="4609163"/>
                <a:ext cx="277200" cy="156636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13A43DE5-85F9-59B6-B612-67376938D962}"/>
              </a:ext>
            </a:extLst>
          </p:cNvPr>
          <p:cNvGrpSpPr/>
          <p:nvPr/>
        </p:nvGrpSpPr>
        <p:grpSpPr>
          <a:xfrm>
            <a:off x="7616880" y="4784843"/>
            <a:ext cx="3474720" cy="1149840"/>
            <a:chOff x="7616880" y="4784843"/>
            <a:chExt cx="3474720" cy="1149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C0DEB61-971C-D9D1-C979-201737CFD483}"/>
                    </a:ext>
                  </a:extLst>
                </p14:cNvPr>
                <p14:cNvContentPartPr/>
                <p14:nvPr/>
              </p14:nvContentPartPr>
              <p14:xfrm>
                <a:off x="7789320" y="5057723"/>
                <a:ext cx="272520" cy="3124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C0DEB61-971C-D9D1-C979-201737CFD48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780680" y="5049083"/>
                  <a:ext cx="29016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5C42AA9-B2E2-6CA7-EAC2-8D0B98060414}"/>
                    </a:ext>
                  </a:extLst>
                </p14:cNvPr>
                <p14:cNvContentPartPr/>
                <p14:nvPr/>
              </p14:nvContentPartPr>
              <p14:xfrm>
                <a:off x="8128080" y="5137283"/>
                <a:ext cx="261360" cy="2404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5C42AA9-B2E2-6CA7-EAC2-8D0B9806041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119440" y="5128643"/>
                  <a:ext cx="27900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6E35B23-C445-60D4-EF8C-10C8DCF1F028}"/>
                    </a:ext>
                  </a:extLst>
                </p14:cNvPr>
                <p14:cNvContentPartPr/>
                <p14:nvPr/>
              </p14:nvContentPartPr>
              <p14:xfrm>
                <a:off x="8340840" y="5072123"/>
                <a:ext cx="45360" cy="252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6E35B23-C445-60D4-EF8C-10C8DCF1F02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332200" y="5063123"/>
                  <a:ext cx="630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33259E6-9D88-65E8-698E-6542D322686A}"/>
                    </a:ext>
                  </a:extLst>
                </p14:cNvPr>
                <p14:cNvContentPartPr/>
                <p14:nvPr/>
              </p14:nvContentPartPr>
              <p14:xfrm>
                <a:off x="8522280" y="4851443"/>
                <a:ext cx="536760" cy="8294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33259E6-9D88-65E8-698E-6542D322686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513640" y="4842803"/>
                  <a:ext cx="554400" cy="84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D6D8124-262B-27AC-BB1C-439B81BA95BD}"/>
                    </a:ext>
                  </a:extLst>
                </p14:cNvPr>
                <p14:cNvContentPartPr/>
                <p14:nvPr/>
              </p14:nvContentPartPr>
              <p14:xfrm>
                <a:off x="8960400" y="5120003"/>
                <a:ext cx="150480" cy="486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D6D8124-262B-27AC-BB1C-439B81BA95B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951400" y="5111003"/>
                  <a:ext cx="16812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E08579C-D088-EEEB-33C9-A9E325844BED}"/>
                    </a:ext>
                  </a:extLst>
                </p14:cNvPr>
                <p14:cNvContentPartPr/>
                <p14:nvPr/>
              </p14:nvContentPartPr>
              <p14:xfrm>
                <a:off x="9129600" y="4904723"/>
                <a:ext cx="304560" cy="4809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E08579C-D088-EEEB-33C9-A9E325844BE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120960" y="4896083"/>
                  <a:ext cx="322200" cy="49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06D3CAB-322B-915E-E5C8-C467C11C68EC}"/>
                    </a:ext>
                  </a:extLst>
                </p14:cNvPr>
                <p14:cNvContentPartPr/>
                <p14:nvPr/>
              </p14:nvContentPartPr>
              <p14:xfrm>
                <a:off x="9795960" y="5105963"/>
                <a:ext cx="291240" cy="5310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06D3CAB-322B-915E-E5C8-C467C11C68E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787320" y="5097323"/>
                  <a:ext cx="308880" cy="54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F28ACD5-7403-6F76-D007-2DFB9BDDD1A1}"/>
                    </a:ext>
                  </a:extLst>
                </p14:cNvPr>
                <p14:cNvContentPartPr/>
                <p14:nvPr/>
              </p14:nvContentPartPr>
              <p14:xfrm>
                <a:off x="10175400" y="5091203"/>
                <a:ext cx="509040" cy="5094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F28ACD5-7403-6F76-D007-2DFB9BDDD1A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166400" y="5082563"/>
                  <a:ext cx="526680" cy="52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8B68CC8-F8E6-C4BC-19DC-D13CA8DDFAB4}"/>
                    </a:ext>
                  </a:extLst>
                </p14:cNvPr>
                <p14:cNvContentPartPr/>
                <p14:nvPr/>
              </p14:nvContentPartPr>
              <p14:xfrm>
                <a:off x="10666080" y="4784843"/>
                <a:ext cx="238680" cy="5101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8B68CC8-F8E6-C4BC-19DC-D13CA8DDFAB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657080" y="4775843"/>
                  <a:ext cx="256320" cy="52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D0B843E-7AEA-526D-5B9E-08A3A01E43CD}"/>
                    </a:ext>
                  </a:extLst>
                </p14:cNvPr>
                <p14:cNvContentPartPr/>
                <p14:nvPr/>
              </p14:nvContentPartPr>
              <p14:xfrm>
                <a:off x="7616880" y="5774483"/>
                <a:ext cx="3474720" cy="1602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D0B843E-7AEA-526D-5B9E-08A3A01E43C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608240" y="5765843"/>
                  <a:ext cx="3492360" cy="177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DFC8CD3F-03F6-CAD2-45F5-7FEF4E4E5C4E}"/>
                  </a:ext>
                </a:extLst>
              </p14:cNvPr>
              <p14:cNvContentPartPr/>
              <p14:nvPr/>
            </p14:nvContentPartPr>
            <p14:xfrm>
              <a:off x="1301760" y="4942163"/>
              <a:ext cx="325440" cy="43956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DFC8CD3F-03F6-CAD2-45F5-7FEF4E4E5C4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292760" y="4933163"/>
                <a:ext cx="343080" cy="45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04277284-63CF-91C5-1ABC-F88B2215BB9E}"/>
                  </a:ext>
                </a:extLst>
              </p14:cNvPr>
              <p14:cNvContentPartPr/>
              <p14:nvPr/>
            </p14:nvContentPartPr>
            <p14:xfrm>
              <a:off x="3861360" y="4380923"/>
              <a:ext cx="384120" cy="31752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04277284-63CF-91C5-1ABC-F88B2215BB9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852360" y="4372283"/>
                <a:ext cx="401760" cy="33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31B21B36-E988-6DC7-05A1-4B871BB85F9D}"/>
                  </a:ext>
                </a:extLst>
              </p14:cNvPr>
              <p14:cNvContentPartPr/>
              <p14:nvPr/>
            </p14:nvContentPartPr>
            <p14:xfrm>
              <a:off x="3480840" y="5804363"/>
              <a:ext cx="487080" cy="34596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31B21B36-E988-6DC7-05A1-4B871BB85F9D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472200" y="5795723"/>
                <a:ext cx="504720" cy="36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D249E7E0-5469-1332-8B31-51A807216561}"/>
                  </a:ext>
                </a:extLst>
              </p14:cNvPr>
              <p14:cNvContentPartPr/>
              <p14:nvPr/>
            </p14:nvContentPartPr>
            <p14:xfrm>
              <a:off x="5698800" y="5163923"/>
              <a:ext cx="324000" cy="29952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D249E7E0-5469-1332-8B31-51A807216561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690160" y="5154923"/>
                <a:ext cx="341640" cy="31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DEED3392-35AC-EA0C-7D8F-77E88B7E1299}"/>
                  </a:ext>
                </a:extLst>
              </p14:cNvPr>
              <p14:cNvContentPartPr/>
              <p14:nvPr/>
            </p14:nvContentPartPr>
            <p14:xfrm>
              <a:off x="3657960" y="5783123"/>
              <a:ext cx="371160" cy="33660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DEED3392-35AC-EA0C-7D8F-77E88B7E1299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648960" y="5774483"/>
                <a:ext cx="388800" cy="35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4E1059BD-B83B-1679-FDE2-39D4E6479428}"/>
                  </a:ext>
                </a:extLst>
              </p14:cNvPr>
              <p14:cNvContentPartPr/>
              <p14:nvPr/>
            </p14:nvContentPartPr>
            <p14:xfrm>
              <a:off x="5866560" y="5216483"/>
              <a:ext cx="230760" cy="25776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4E1059BD-B83B-1679-FDE2-39D4E6479428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857920" y="5207483"/>
                <a:ext cx="248400" cy="27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53056D41-B38F-DD39-8C98-390765FADB6E}"/>
                  </a:ext>
                </a:extLst>
              </p14:cNvPr>
              <p14:cNvContentPartPr/>
              <p14:nvPr/>
            </p14:nvContentPartPr>
            <p14:xfrm>
              <a:off x="1593720" y="5207483"/>
              <a:ext cx="3931920" cy="10296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53056D41-B38F-DD39-8C98-390765FADB6E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585080" y="5198843"/>
                <a:ext cx="394956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E735A71B-473E-BDFF-C2C6-6A985DCCF5CE}"/>
                  </a:ext>
                </a:extLst>
              </p14:cNvPr>
              <p14:cNvContentPartPr/>
              <p14:nvPr/>
            </p14:nvContentPartPr>
            <p14:xfrm>
              <a:off x="4230000" y="4636883"/>
              <a:ext cx="1443600" cy="67464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E735A71B-473E-BDFF-C2C6-6A985DCCF5CE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221000" y="4628243"/>
                <a:ext cx="1461240" cy="69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A01B12EE-75B0-C59B-BDD8-70DD83AD04BF}"/>
                  </a:ext>
                </a:extLst>
              </p14:cNvPr>
              <p14:cNvContentPartPr/>
              <p14:nvPr/>
            </p14:nvContentPartPr>
            <p14:xfrm>
              <a:off x="3876840" y="5379923"/>
              <a:ext cx="2103120" cy="56160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A01B12EE-75B0-C59B-BDD8-70DD83AD04BF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868200" y="5370923"/>
                <a:ext cx="2120760" cy="57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63D72DA8-E1EF-744E-5A22-6525FCE3CF4C}"/>
                  </a:ext>
                </a:extLst>
              </p14:cNvPr>
              <p14:cNvContentPartPr/>
              <p14:nvPr/>
            </p14:nvContentPartPr>
            <p14:xfrm>
              <a:off x="4834440" y="4620323"/>
              <a:ext cx="93600" cy="23616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63D72DA8-E1EF-744E-5A22-6525FCE3CF4C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825440" y="4611683"/>
                <a:ext cx="111240" cy="25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44C0191D-14BC-47D8-A7F3-F90DB37EA9A8}"/>
                  </a:ext>
                </a:extLst>
              </p14:cNvPr>
              <p14:cNvContentPartPr/>
              <p14:nvPr/>
            </p14:nvContentPartPr>
            <p14:xfrm>
              <a:off x="4845240" y="5955563"/>
              <a:ext cx="189360" cy="16488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44C0191D-14BC-47D8-A7F3-F90DB37EA9A8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836600" y="5946563"/>
                <a:ext cx="207000" cy="18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B36C4DE0-9642-EDA7-0BF1-ED730FC83B96}"/>
                  </a:ext>
                </a:extLst>
              </p14:cNvPr>
              <p14:cNvContentPartPr/>
              <p14:nvPr/>
            </p14:nvContentPartPr>
            <p14:xfrm>
              <a:off x="5417640" y="5328803"/>
              <a:ext cx="316440" cy="1152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B36C4DE0-9642-EDA7-0BF1-ED730FC83B96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408640" y="5319803"/>
                <a:ext cx="334080" cy="29160"/>
              </a:xfrm>
              <a:prstGeom prst="rect">
                <a:avLst/>
              </a:prstGeom>
            </p:spPr>
          </p:pic>
        </mc:Fallback>
      </mc:AlternateContent>
      <p:grpSp>
        <p:nvGrpSpPr>
          <p:cNvPr id="60" name="Group 59">
            <a:extLst>
              <a:ext uri="{FF2B5EF4-FFF2-40B4-BE49-F238E27FC236}">
                <a16:creationId xmlns:a16="http://schemas.microsoft.com/office/drawing/2014/main" id="{A9F95BB2-66CC-C245-FF34-2CCF78616138}"/>
              </a:ext>
            </a:extLst>
          </p:cNvPr>
          <p:cNvGrpSpPr/>
          <p:nvPr/>
        </p:nvGrpSpPr>
        <p:grpSpPr>
          <a:xfrm>
            <a:off x="1282680" y="4479563"/>
            <a:ext cx="252000" cy="324360"/>
            <a:chOff x="1282680" y="4479563"/>
            <a:chExt cx="252000" cy="32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998D9B6-B27A-19DC-F89A-0E22539F652A}"/>
                    </a:ext>
                  </a:extLst>
                </p14:cNvPr>
                <p14:cNvContentPartPr/>
                <p14:nvPr/>
              </p14:nvContentPartPr>
              <p14:xfrm>
                <a:off x="1318680" y="4479563"/>
                <a:ext cx="164160" cy="3243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998D9B6-B27A-19DC-F89A-0E22539F652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310040" y="4470923"/>
                  <a:ext cx="18180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C92E67C-8F63-EAC0-EC0A-5798D9C00FDC}"/>
                    </a:ext>
                  </a:extLst>
                </p14:cNvPr>
                <p14:cNvContentPartPr/>
                <p14:nvPr/>
              </p14:nvContentPartPr>
              <p14:xfrm>
                <a:off x="1282680" y="4638323"/>
                <a:ext cx="252000" cy="338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C92E67C-8F63-EAC0-EC0A-5798D9C00FD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273680" y="4629323"/>
                  <a:ext cx="269640" cy="51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2BCCE44C-609F-EBD5-D578-31F6AF65D775}"/>
                  </a:ext>
                </a:extLst>
              </p14:cNvPr>
              <p14:cNvContentPartPr/>
              <p14:nvPr/>
            </p14:nvContentPartPr>
            <p14:xfrm>
              <a:off x="5802840" y="4524923"/>
              <a:ext cx="253080" cy="37692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2BCCE44C-609F-EBD5-D578-31F6AF65D775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794200" y="4515923"/>
                <a:ext cx="270720" cy="394560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67B7A7B3-8F4D-05A0-6CE5-85ED9A4F6612}"/>
              </a:ext>
            </a:extLst>
          </p:cNvPr>
          <p:cNvGrpSpPr/>
          <p:nvPr/>
        </p:nvGrpSpPr>
        <p:grpSpPr>
          <a:xfrm>
            <a:off x="2347200" y="4834523"/>
            <a:ext cx="533160" cy="328680"/>
            <a:chOff x="2347200" y="4834523"/>
            <a:chExt cx="533160" cy="32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6F63EE7-E3A4-99EB-FFF0-A3CD13A5A646}"/>
                    </a:ext>
                  </a:extLst>
                </p14:cNvPr>
                <p14:cNvContentPartPr/>
                <p14:nvPr/>
              </p14:nvContentPartPr>
              <p14:xfrm>
                <a:off x="2347200" y="4834523"/>
                <a:ext cx="201600" cy="2314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6F63EE7-E3A4-99EB-FFF0-A3CD13A5A64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338200" y="4825883"/>
                  <a:ext cx="21924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75DCEAD-2A52-27E2-E287-FACC4C3A06BC}"/>
                    </a:ext>
                  </a:extLst>
                </p14:cNvPr>
                <p14:cNvContentPartPr/>
                <p14:nvPr/>
              </p14:nvContentPartPr>
              <p14:xfrm>
                <a:off x="2484000" y="4953683"/>
                <a:ext cx="39600" cy="2095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75DCEAD-2A52-27E2-E287-FACC4C3A06B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475360" y="4944683"/>
                  <a:ext cx="5724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92267D5-38C1-E92C-2926-88534340B04A}"/>
                    </a:ext>
                  </a:extLst>
                </p14:cNvPr>
                <p14:cNvContentPartPr/>
                <p14:nvPr/>
              </p14:nvContentPartPr>
              <p14:xfrm>
                <a:off x="2676960" y="4837043"/>
                <a:ext cx="19800" cy="2930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92267D5-38C1-E92C-2926-88534340B04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667960" y="4828043"/>
                  <a:ext cx="3744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0987CBBC-37A2-571C-A5CA-5488B81ECAEC}"/>
                    </a:ext>
                  </a:extLst>
                </p14:cNvPr>
                <p14:cNvContentPartPr/>
                <p14:nvPr/>
              </p14:nvContentPartPr>
              <p14:xfrm>
                <a:off x="2682000" y="4852523"/>
                <a:ext cx="169200" cy="2278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987CBBC-37A2-571C-A5CA-5488B81ECAE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673360" y="4843523"/>
                  <a:ext cx="18684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26B53C1-517D-D9EE-1077-625101497E1E}"/>
                    </a:ext>
                  </a:extLst>
                </p14:cNvPr>
                <p14:cNvContentPartPr/>
                <p14:nvPr/>
              </p14:nvContentPartPr>
              <p14:xfrm>
                <a:off x="2874600" y="4935683"/>
                <a:ext cx="5760" cy="1396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26B53C1-517D-D9EE-1077-625101497E1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865600" y="4926683"/>
                  <a:ext cx="23400" cy="157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059A85B4-402D-58DE-0B79-F8762B1E1D91}"/>
                  </a:ext>
                </a:extLst>
              </p14:cNvPr>
              <p14:cNvContentPartPr/>
              <p14:nvPr/>
            </p14:nvContentPartPr>
            <p14:xfrm>
              <a:off x="4014000" y="3925523"/>
              <a:ext cx="271800" cy="31284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059A85B4-402D-58DE-0B79-F8762B1E1D91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4005360" y="3916883"/>
                <a:ext cx="289440" cy="330480"/>
              </a:xfrm>
              <a:prstGeom prst="rect">
                <a:avLst/>
              </a:prstGeom>
            </p:spPr>
          </p:pic>
        </mc:Fallback>
      </mc:AlternateContent>
      <p:grpSp>
        <p:nvGrpSpPr>
          <p:cNvPr id="64" name="Group 63">
            <a:extLst>
              <a:ext uri="{FF2B5EF4-FFF2-40B4-BE49-F238E27FC236}">
                <a16:creationId xmlns:a16="http://schemas.microsoft.com/office/drawing/2014/main" id="{243D78F3-4925-335B-FCD2-6285A81CD196}"/>
              </a:ext>
            </a:extLst>
          </p:cNvPr>
          <p:cNvGrpSpPr/>
          <p:nvPr/>
        </p:nvGrpSpPr>
        <p:grpSpPr>
          <a:xfrm>
            <a:off x="5072400" y="4624283"/>
            <a:ext cx="342360" cy="300240"/>
            <a:chOff x="5072400" y="4624283"/>
            <a:chExt cx="342360" cy="30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07E7CA4-8248-76F2-C696-EDE8DC74A843}"/>
                    </a:ext>
                  </a:extLst>
                </p14:cNvPr>
                <p14:cNvContentPartPr/>
                <p14:nvPr/>
              </p14:nvContentPartPr>
              <p14:xfrm>
                <a:off x="5072400" y="4624283"/>
                <a:ext cx="3600" cy="2685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07E7CA4-8248-76F2-C696-EDE8DC74A84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063400" y="4615643"/>
                  <a:ext cx="2124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6BA6454-064D-1F6C-8633-CD6B9B7A8618}"/>
                    </a:ext>
                  </a:extLst>
                </p14:cNvPr>
                <p14:cNvContentPartPr/>
                <p14:nvPr/>
              </p14:nvContentPartPr>
              <p14:xfrm>
                <a:off x="5088600" y="4648763"/>
                <a:ext cx="326160" cy="2757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6BA6454-064D-1F6C-8633-CD6B9B7A861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079960" y="4640123"/>
                  <a:ext cx="343800" cy="293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309912E7-AD2D-EC37-9E4F-207043DAA27D}"/>
                  </a:ext>
                </a:extLst>
              </p14:cNvPr>
              <p14:cNvContentPartPr/>
              <p14:nvPr/>
            </p14:nvContentPartPr>
            <p14:xfrm>
              <a:off x="3539520" y="6376403"/>
              <a:ext cx="171720" cy="33840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309912E7-AD2D-EC37-9E4F-207043DAA27D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3530520" y="6367403"/>
                <a:ext cx="189360" cy="356040"/>
              </a:xfrm>
              <a:prstGeom prst="rect">
                <a:avLst/>
              </a:prstGeom>
            </p:spPr>
          </p:pic>
        </mc:Fallback>
      </mc:AlternateContent>
      <p:grpSp>
        <p:nvGrpSpPr>
          <p:cNvPr id="71" name="Group 70">
            <a:extLst>
              <a:ext uri="{FF2B5EF4-FFF2-40B4-BE49-F238E27FC236}">
                <a16:creationId xmlns:a16="http://schemas.microsoft.com/office/drawing/2014/main" id="{C3D8FC4F-C3A2-758B-B934-77B8C1D98EC4}"/>
              </a:ext>
            </a:extLst>
          </p:cNvPr>
          <p:cNvGrpSpPr/>
          <p:nvPr/>
        </p:nvGrpSpPr>
        <p:grpSpPr>
          <a:xfrm>
            <a:off x="4786560" y="5892203"/>
            <a:ext cx="748440" cy="448920"/>
            <a:chOff x="4786560" y="5892203"/>
            <a:chExt cx="748440" cy="44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6539F46-FB33-BFE7-76DA-B7BE91E8A19F}"/>
                    </a:ext>
                  </a:extLst>
                </p14:cNvPr>
                <p14:cNvContentPartPr/>
                <p14:nvPr/>
              </p14:nvContentPartPr>
              <p14:xfrm>
                <a:off x="5129280" y="5892203"/>
                <a:ext cx="21960" cy="2844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6539F46-FB33-BFE7-76DA-B7BE91E8A19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120280" y="5883203"/>
                  <a:ext cx="3960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502A891-4767-1821-D6F7-9862F0C068CF}"/>
                    </a:ext>
                  </a:extLst>
                </p14:cNvPr>
                <p14:cNvContentPartPr/>
                <p14:nvPr/>
              </p14:nvContentPartPr>
              <p14:xfrm>
                <a:off x="5123160" y="5906963"/>
                <a:ext cx="136080" cy="2534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502A891-4767-1821-D6F7-9862F0C068C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114520" y="5897963"/>
                  <a:ext cx="15372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92169EE-D32A-333A-1536-9CAA2ABC420B}"/>
                    </a:ext>
                  </a:extLst>
                </p14:cNvPr>
                <p14:cNvContentPartPr/>
                <p14:nvPr/>
              </p14:nvContentPartPr>
              <p14:xfrm>
                <a:off x="5272200" y="6030803"/>
                <a:ext cx="170280" cy="1800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92169EE-D32A-333A-1536-9CAA2ABC420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263560" y="6021803"/>
                  <a:ext cx="18792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E1BD367-8E9F-9FB8-0AB5-FF5E398933B3}"/>
                    </a:ext>
                  </a:extLst>
                </p14:cNvPr>
                <p14:cNvContentPartPr/>
                <p14:nvPr/>
              </p14:nvContentPartPr>
              <p14:xfrm>
                <a:off x="4786560" y="6307283"/>
                <a:ext cx="748440" cy="338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E1BD367-8E9F-9FB8-0AB5-FF5E398933B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777920" y="6298283"/>
                  <a:ext cx="766080" cy="51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DB264A4B-3469-799C-211F-CAF3628D1667}"/>
                  </a:ext>
                </a:extLst>
              </p14:cNvPr>
              <p14:cNvContentPartPr/>
              <p14:nvPr/>
            </p14:nvContentPartPr>
            <p14:xfrm>
              <a:off x="7377480" y="821243"/>
              <a:ext cx="295560" cy="3528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DB264A4B-3469-799C-211F-CAF3628D1667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7368480" y="812243"/>
                <a:ext cx="31320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3252F6A8-5277-B7FE-FC6B-8E58D636AC39}"/>
                  </a:ext>
                </a:extLst>
              </p14:cNvPr>
              <p14:cNvContentPartPr/>
              <p14:nvPr/>
            </p14:nvContentPartPr>
            <p14:xfrm>
              <a:off x="7358040" y="1409483"/>
              <a:ext cx="257760" cy="2520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3252F6A8-5277-B7FE-FC6B-8E58D636AC39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7349040" y="1400843"/>
                <a:ext cx="275400" cy="42840"/>
              </a:xfrm>
              <a:prstGeom prst="rect">
                <a:avLst/>
              </a:prstGeom>
            </p:spPr>
          </p:pic>
        </mc:Fallback>
      </mc:AlternateContent>
      <p:grpSp>
        <p:nvGrpSpPr>
          <p:cNvPr id="97" name="Group 96">
            <a:extLst>
              <a:ext uri="{FF2B5EF4-FFF2-40B4-BE49-F238E27FC236}">
                <a16:creationId xmlns:a16="http://schemas.microsoft.com/office/drawing/2014/main" id="{54623042-42D8-BEAF-7586-1CABE58F53AB}"/>
              </a:ext>
            </a:extLst>
          </p:cNvPr>
          <p:cNvGrpSpPr/>
          <p:nvPr/>
        </p:nvGrpSpPr>
        <p:grpSpPr>
          <a:xfrm>
            <a:off x="8027640" y="330203"/>
            <a:ext cx="1945440" cy="1383840"/>
            <a:chOff x="8027640" y="330203"/>
            <a:chExt cx="1945440" cy="138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0918F1F-CFC4-F89F-7455-F40A7C543158}"/>
                    </a:ext>
                  </a:extLst>
                </p14:cNvPr>
                <p14:cNvContentPartPr/>
                <p14:nvPr/>
              </p14:nvContentPartPr>
              <p14:xfrm>
                <a:off x="9464760" y="497243"/>
                <a:ext cx="508320" cy="3074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0918F1F-CFC4-F89F-7455-F40A7C54315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455760" y="488243"/>
                  <a:ext cx="52596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603A5E22-8F4E-8C4F-7D6C-56F93582F801}"/>
                    </a:ext>
                  </a:extLst>
                </p14:cNvPr>
                <p14:cNvContentPartPr/>
                <p14:nvPr/>
              </p14:nvContentPartPr>
              <p14:xfrm>
                <a:off x="9703080" y="330203"/>
                <a:ext cx="227880" cy="1098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603A5E22-8F4E-8C4F-7D6C-56F93582F80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694080" y="321203"/>
                  <a:ext cx="24552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C864FAC-BE65-AC93-CC82-4B7253050B49}"/>
                    </a:ext>
                  </a:extLst>
                </p14:cNvPr>
                <p14:cNvContentPartPr/>
                <p14:nvPr/>
              </p14:nvContentPartPr>
              <p14:xfrm>
                <a:off x="8027640" y="496163"/>
                <a:ext cx="14400" cy="3193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C864FAC-BE65-AC93-CC82-4B7253050B4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018640" y="487523"/>
                  <a:ext cx="3204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5CC09E0-8399-605B-0543-98FB8865B02A}"/>
                    </a:ext>
                  </a:extLst>
                </p14:cNvPr>
                <p14:cNvContentPartPr/>
                <p14:nvPr/>
              </p14:nvContentPartPr>
              <p14:xfrm>
                <a:off x="8060400" y="527843"/>
                <a:ext cx="84240" cy="1479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5CC09E0-8399-605B-0543-98FB8865B02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051760" y="518843"/>
                  <a:ext cx="10188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5BEA5D2-9255-A329-52C5-AD1ADF8BFB62}"/>
                    </a:ext>
                  </a:extLst>
                </p14:cNvPr>
                <p14:cNvContentPartPr/>
                <p14:nvPr/>
              </p14:nvContentPartPr>
              <p14:xfrm>
                <a:off x="8283960" y="629723"/>
                <a:ext cx="104760" cy="1548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5BEA5D2-9255-A329-52C5-AD1ADF8BFB6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274960" y="621083"/>
                  <a:ext cx="12240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D73134BF-2D59-C954-930A-053B8FF243B9}"/>
                    </a:ext>
                  </a:extLst>
                </p14:cNvPr>
                <p14:cNvContentPartPr/>
                <p14:nvPr/>
              </p14:nvContentPartPr>
              <p14:xfrm>
                <a:off x="8036640" y="664283"/>
                <a:ext cx="360" cy="140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D73134BF-2D59-C954-930A-053B8FF243B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027640" y="655283"/>
                  <a:ext cx="180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E0ED7E0-6B10-8C66-9FF9-AAC1CC6BE4D2}"/>
                    </a:ext>
                  </a:extLst>
                </p14:cNvPr>
                <p14:cNvContentPartPr/>
                <p14:nvPr/>
              </p14:nvContentPartPr>
              <p14:xfrm>
                <a:off x="8029440" y="659603"/>
                <a:ext cx="214920" cy="1688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E0ED7E0-6B10-8C66-9FF9-AAC1CC6BE4D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020800" y="650963"/>
                  <a:ext cx="23256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61A1D56-5511-8716-5B4E-738A974AB355}"/>
                    </a:ext>
                  </a:extLst>
                </p14:cNvPr>
                <p14:cNvContentPartPr/>
                <p14:nvPr/>
              </p14:nvContentPartPr>
              <p14:xfrm>
                <a:off x="8273880" y="418043"/>
                <a:ext cx="326520" cy="3841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61A1D56-5511-8716-5B4E-738A974AB35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264880" y="409403"/>
                  <a:ext cx="34416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8D5C515-588C-904F-3B48-DE6AB84D374B}"/>
                    </a:ext>
                  </a:extLst>
                </p14:cNvPr>
                <p14:cNvContentPartPr/>
                <p14:nvPr/>
              </p14:nvContentPartPr>
              <p14:xfrm>
                <a:off x="8654400" y="631163"/>
                <a:ext cx="440280" cy="4464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8D5C515-588C-904F-3B48-DE6AB84D374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645400" y="622163"/>
                  <a:ext cx="457920" cy="46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03491265-6D4A-D065-4122-46C973FCCBFA}"/>
                    </a:ext>
                  </a:extLst>
                </p14:cNvPr>
                <p14:cNvContentPartPr/>
                <p14:nvPr/>
              </p14:nvContentPartPr>
              <p14:xfrm>
                <a:off x="8787600" y="410483"/>
                <a:ext cx="115920" cy="1494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03491265-6D4A-D065-4122-46C973FCCBF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778960" y="401483"/>
                  <a:ext cx="13356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299CBB3-B044-FA78-1287-7A7B663A274C}"/>
                    </a:ext>
                  </a:extLst>
                </p14:cNvPr>
                <p14:cNvContentPartPr/>
                <p14:nvPr/>
              </p14:nvContentPartPr>
              <p14:xfrm>
                <a:off x="8132400" y="1298243"/>
                <a:ext cx="65520" cy="3038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299CBB3-B044-FA78-1287-7A7B663A274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123760" y="1289603"/>
                  <a:ext cx="8316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D52137C-CF7F-C569-32E2-4C48038CA543}"/>
                    </a:ext>
                  </a:extLst>
                </p14:cNvPr>
                <p14:cNvContentPartPr/>
                <p14:nvPr/>
              </p14:nvContentPartPr>
              <p14:xfrm>
                <a:off x="8071560" y="1080803"/>
                <a:ext cx="650160" cy="3956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D52137C-CF7F-C569-32E2-4C48038CA54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062560" y="1072163"/>
                  <a:ext cx="667800" cy="41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C49783E3-9A75-8DF6-704C-337D3758C131}"/>
                    </a:ext>
                  </a:extLst>
                </p14:cNvPr>
                <p14:cNvContentPartPr/>
                <p14:nvPr/>
              </p14:nvContentPartPr>
              <p14:xfrm>
                <a:off x="8562240" y="1153523"/>
                <a:ext cx="360" cy="3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C49783E3-9A75-8DF6-704C-337D3758C13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553240" y="114488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C083FDBC-D3C2-5C4C-E254-C4FA3F000590}"/>
                    </a:ext>
                  </a:extLst>
                </p14:cNvPr>
                <p14:cNvContentPartPr/>
                <p14:nvPr/>
              </p14:nvContentPartPr>
              <p14:xfrm>
                <a:off x="9043200" y="1266563"/>
                <a:ext cx="690840" cy="4474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C083FDBC-D3C2-5C4C-E254-C4FA3F00059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034200" y="1257923"/>
                  <a:ext cx="708480" cy="46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2972A52C-AB41-D273-CC9A-7648E7B579D9}"/>
                    </a:ext>
                  </a:extLst>
                </p14:cNvPr>
                <p14:cNvContentPartPr/>
                <p14:nvPr/>
              </p14:nvContentPartPr>
              <p14:xfrm>
                <a:off x="9266400" y="1162163"/>
                <a:ext cx="36720" cy="3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2972A52C-AB41-D273-CC9A-7648E7B579D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257760" y="1153163"/>
                  <a:ext cx="543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6A96B337-9A94-1DBE-5DD2-74F040CAF2F0}"/>
                    </a:ext>
                  </a:extLst>
                </p14:cNvPr>
                <p14:cNvContentPartPr/>
                <p14:nvPr/>
              </p14:nvContentPartPr>
              <p14:xfrm>
                <a:off x="8577720" y="1181243"/>
                <a:ext cx="68760" cy="1015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6A96B337-9A94-1DBE-5DD2-74F040CAF2F0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568720" y="1172243"/>
                  <a:ext cx="8640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29E361A-A8F3-A77D-AFA9-B26225FE0B90}"/>
                    </a:ext>
                  </a:extLst>
                </p14:cNvPr>
                <p14:cNvContentPartPr/>
                <p14:nvPr/>
              </p14:nvContentPartPr>
              <p14:xfrm>
                <a:off x="8513280" y="986843"/>
                <a:ext cx="156240" cy="784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29E361A-A8F3-A77D-AFA9-B26225FE0B90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504280" y="977843"/>
                  <a:ext cx="173880" cy="96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5FF3F6D0-B270-3272-B9C6-C8BDE1C76DBE}"/>
                  </a:ext>
                </a:extLst>
              </p14:cNvPr>
              <p14:cNvContentPartPr/>
              <p14:nvPr/>
            </p14:nvContentPartPr>
            <p14:xfrm>
              <a:off x="7405200" y="1972163"/>
              <a:ext cx="187920" cy="3600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5FF3F6D0-B270-3272-B9C6-C8BDE1C76DBE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7396200" y="1963163"/>
                <a:ext cx="205560" cy="5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F9C917E1-5454-2784-2745-AA2371269467}"/>
                  </a:ext>
                </a:extLst>
              </p14:cNvPr>
              <p14:cNvContentPartPr/>
              <p14:nvPr/>
            </p14:nvContentPartPr>
            <p14:xfrm>
              <a:off x="10145520" y="720803"/>
              <a:ext cx="240840" cy="12024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F9C917E1-5454-2784-2745-AA2371269467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0136880" y="712163"/>
                <a:ext cx="258480" cy="13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94A077AF-F9E9-0D18-C4B4-DA74E6B6E167}"/>
                  </a:ext>
                </a:extLst>
              </p14:cNvPr>
              <p14:cNvContentPartPr/>
              <p14:nvPr/>
            </p14:nvContentPartPr>
            <p14:xfrm>
              <a:off x="10002600" y="1324523"/>
              <a:ext cx="250560" cy="13500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94A077AF-F9E9-0D18-C4B4-DA74E6B6E167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9993600" y="1315523"/>
                <a:ext cx="268200" cy="152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3" name="Group 102">
            <a:extLst>
              <a:ext uri="{FF2B5EF4-FFF2-40B4-BE49-F238E27FC236}">
                <a16:creationId xmlns:a16="http://schemas.microsoft.com/office/drawing/2014/main" id="{A134DE0B-5658-1797-B1BE-80C1D8140585}"/>
              </a:ext>
            </a:extLst>
          </p:cNvPr>
          <p:cNvGrpSpPr/>
          <p:nvPr/>
        </p:nvGrpSpPr>
        <p:grpSpPr>
          <a:xfrm>
            <a:off x="8113320" y="1692443"/>
            <a:ext cx="606600" cy="454680"/>
            <a:chOff x="8113320" y="1692443"/>
            <a:chExt cx="606600" cy="45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E93B1F80-6036-6FA5-1931-38096445B85F}"/>
                    </a:ext>
                  </a:extLst>
                </p14:cNvPr>
                <p14:cNvContentPartPr/>
                <p14:nvPr/>
              </p14:nvContentPartPr>
              <p14:xfrm>
                <a:off x="8117280" y="1991243"/>
                <a:ext cx="13680" cy="234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E93B1F80-6036-6FA5-1931-38096445B85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108280" y="1982243"/>
                  <a:ext cx="3132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599DB63C-A99C-6F3E-7ED2-2BB268CB07A5}"/>
                    </a:ext>
                  </a:extLst>
                </p14:cNvPr>
                <p14:cNvContentPartPr/>
                <p14:nvPr/>
              </p14:nvContentPartPr>
              <p14:xfrm>
                <a:off x="8238600" y="1717643"/>
                <a:ext cx="72720" cy="3567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599DB63C-A99C-6F3E-7ED2-2BB268CB07A5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229600" y="1709003"/>
                  <a:ext cx="90360" cy="3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C61BFB53-EC77-5D70-1552-2CE92E836B91}"/>
                    </a:ext>
                  </a:extLst>
                </p14:cNvPr>
                <p14:cNvContentPartPr/>
                <p14:nvPr/>
              </p14:nvContentPartPr>
              <p14:xfrm>
                <a:off x="8113320" y="1692443"/>
                <a:ext cx="606600" cy="4546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C61BFB53-EC77-5D70-1552-2CE92E836B9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104680" y="1683803"/>
                  <a:ext cx="624240" cy="472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378D02CB-70E1-A59B-9D06-4A93DDE60506}"/>
                  </a:ext>
                </a:extLst>
              </p14:cNvPr>
              <p14:cNvContentPartPr/>
              <p14:nvPr/>
            </p14:nvContentPartPr>
            <p14:xfrm>
              <a:off x="9079560" y="1976843"/>
              <a:ext cx="3240" cy="38736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378D02CB-70E1-A59B-9D06-4A93DDE60506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9070560" y="1968203"/>
                <a:ext cx="20880" cy="40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092C5F00-804C-5EF3-7EB9-8D3600C80EF2}"/>
                  </a:ext>
                </a:extLst>
              </p14:cNvPr>
              <p14:cNvContentPartPr/>
              <p14:nvPr/>
            </p14:nvContentPartPr>
            <p14:xfrm>
              <a:off x="9066960" y="1763003"/>
              <a:ext cx="403560" cy="36936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092C5F00-804C-5EF3-7EB9-8D3600C80EF2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9057960" y="1754363"/>
                <a:ext cx="421200" cy="38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10E156F0-AE15-CDD7-7107-351B54304A19}"/>
                  </a:ext>
                </a:extLst>
              </p14:cNvPr>
              <p14:cNvContentPartPr/>
              <p14:nvPr/>
            </p14:nvContentPartPr>
            <p14:xfrm>
              <a:off x="9381960" y="1727723"/>
              <a:ext cx="196560" cy="15444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10E156F0-AE15-CDD7-7107-351B54304A19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9373320" y="1718723"/>
                <a:ext cx="214200" cy="172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5" name="Group 114">
            <a:extLst>
              <a:ext uri="{FF2B5EF4-FFF2-40B4-BE49-F238E27FC236}">
                <a16:creationId xmlns:a16="http://schemas.microsoft.com/office/drawing/2014/main" id="{CF05FAA7-9156-AFBB-EA84-F8575984E158}"/>
              </a:ext>
            </a:extLst>
          </p:cNvPr>
          <p:cNvGrpSpPr/>
          <p:nvPr/>
        </p:nvGrpSpPr>
        <p:grpSpPr>
          <a:xfrm>
            <a:off x="9738720" y="1799003"/>
            <a:ext cx="1190520" cy="575640"/>
            <a:chOff x="9738720" y="1799003"/>
            <a:chExt cx="1190520" cy="57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38369CEC-D9DC-CE35-3310-39527AD28D79}"/>
                    </a:ext>
                  </a:extLst>
                </p14:cNvPr>
                <p14:cNvContentPartPr/>
                <p14:nvPr/>
              </p14:nvContentPartPr>
              <p14:xfrm>
                <a:off x="9749160" y="1965323"/>
                <a:ext cx="156240" cy="1558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38369CEC-D9DC-CE35-3310-39527AD28D79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740520" y="1956683"/>
                  <a:ext cx="17388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0FFEE1DD-ADCB-F7C2-7F8A-77AA16FFF17D}"/>
                    </a:ext>
                  </a:extLst>
                </p14:cNvPr>
                <p14:cNvContentPartPr/>
                <p14:nvPr/>
              </p14:nvContentPartPr>
              <p14:xfrm>
                <a:off x="9738720" y="1948763"/>
                <a:ext cx="196920" cy="1738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0FFEE1DD-ADCB-F7C2-7F8A-77AA16FFF17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730080" y="1939763"/>
                  <a:ext cx="21456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7318069F-DD2A-7B72-31C8-FD60F11D67B4}"/>
                    </a:ext>
                  </a:extLst>
                </p14:cNvPr>
                <p14:cNvContentPartPr/>
                <p14:nvPr/>
              </p14:nvContentPartPr>
              <p14:xfrm>
                <a:off x="9961200" y="1958483"/>
                <a:ext cx="461520" cy="4161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7318069F-DD2A-7B72-31C8-FD60F11D67B4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952560" y="1949483"/>
                  <a:ext cx="479160" cy="43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5E06F69D-48F4-F1AE-6060-60C16676EA66}"/>
                    </a:ext>
                  </a:extLst>
                </p14:cNvPr>
                <p14:cNvContentPartPr/>
                <p14:nvPr/>
              </p14:nvContentPartPr>
              <p14:xfrm>
                <a:off x="10003680" y="1799003"/>
                <a:ext cx="230040" cy="406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5E06F69D-48F4-F1AE-6060-60C16676EA6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995040" y="1790003"/>
                  <a:ext cx="24768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3E986B8-D977-F210-3011-92918A2EF3C8}"/>
                    </a:ext>
                  </a:extLst>
                </p14:cNvPr>
                <p14:cNvContentPartPr/>
                <p14:nvPr/>
              </p14:nvContentPartPr>
              <p14:xfrm>
                <a:off x="10657800" y="2067923"/>
                <a:ext cx="39600" cy="590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3E986B8-D977-F210-3011-92918A2EF3C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649160" y="2059283"/>
                  <a:ext cx="5724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5B9A1747-B611-33B1-7137-B8F922489148}"/>
                    </a:ext>
                  </a:extLst>
                </p14:cNvPr>
                <p14:cNvContentPartPr/>
                <p14:nvPr/>
              </p14:nvContentPartPr>
              <p14:xfrm>
                <a:off x="10621800" y="1945163"/>
                <a:ext cx="307440" cy="1681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5B9A1747-B611-33B1-7137-B8F92248914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612800" y="1936163"/>
                  <a:ext cx="325080" cy="185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112306D4-8BA4-AD4C-A0E1-A3190E8C771B}"/>
              </a:ext>
            </a:extLst>
          </p:cNvPr>
          <p:cNvGrpSpPr/>
          <p:nvPr/>
        </p:nvGrpSpPr>
        <p:grpSpPr>
          <a:xfrm>
            <a:off x="946440" y="202403"/>
            <a:ext cx="4146840" cy="3544920"/>
            <a:chOff x="946440" y="202403"/>
            <a:chExt cx="4146840" cy="354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D422514-B79A-7F26-7075-3E7030204B62}"/>
                    </a:ext>
                  </a:extLst>
                </p14:cNvPr>
                <p14:cNvContentPartPr/>
                <p14:nvPr/>
              </p14:nvContentPartPr>
              <p14:xfrm>
                <a:off x="3483360" y="572483"/>
                <a:ext cx="454320" cy="3837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D422514-B79A-7F26-7075-3E7030204B62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474360" y="563483"/>
                  <a:ext cx="471960" cy="40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9B8C97D-DCBB-21D2-1805-3641BB9FCB80}"/>
                    </a:ext>
                  </a:extLst>
                </p14:cNvPr>
                <p14:cNvContentPartPr/>
                <p14:nvPr/>
              </p14:nvContentPartPr>
              <p14:xfrm>
                <a:off x="946440" y="770483"/>
                <a:ext cx="351360" cy="3866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9B8C97D-DCBB-21D2-1805-3641BB9FCB8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37440" y="761483"/>
                  <a:ext cx="369000" cy="40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65188A5-DDD4-ADD0-B8FF-2F97E0F4736C}"/>
                    </a:ext>
                  </a:extLst>
                </p14:cNvPr>
                <p14:cNvContentPartPr/>
                <p14:nvPr/>
              </p14:nvContentPartPr>
              <p14:xfrm>
                <a:off x="2279160" y="2711243"/>
                <a:ext cx="407160" cy="5911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65188A5-DDD4-ADD0-B8FF-2F97E0F4736C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270520" y="2702243"/>
                  <a:ext cx="424800" cy="60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D2A57AD-2EE9-C0C5-145C-4DA3A2D16454}"/>
                    </a:ext>
                  </a:extLst>
                </p14:cNvPr>
                <p14:cNvContentPartPr/>
                <p14:nvPr/>
              </p14:nvContentPartPr>
              <p14:xfrm>
                <a:off x="1160280" y="1034003"/>
                <a:ext cx="1071720" cy="16304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D2A57AD-2EE9-C0C5-145C-4DA3A2D16454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151280" y="1025003"/>
                  <a:ext cx="1089360" cy="164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3E6404F-1732-9213-51B1-FF44ACEE2828}"/>
                    </a:ext>
                  </a:extLst>
                </p14:cNvPr>
                <p14:cNvContentPartPr/>
                <p14:nvPr/>
              </p14:nvContentPartPr>
              <p14:xfrm>
                <a:off x="4554720" y="1837163"/>
                <a:ext cx="474120" cy="4939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3E6404F-1732-9213-51B1-FF44ACEE2828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545720" y="1828163"/>
                  <a:ext cx="491760" cy="51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5AFBE04-6551-09E5-C7B8-55DFAB837707}"/>
                    </a:ext>
                  </a:extLst>
                </p14:cNvPr>
                <p14:cNvContentPartPr/>
                <p14:nvPr/>
              </p14:nvContentPartPr>
              <p14:xfrm>
                <a:off x="1254240" y="935723"/>
                <a:ext cx="3526200" cy="12279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5AFBE04-6551-09E5-C7B8-55DFAB837707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245240" y="926723"/>
                  <a:ext cx="3543840" cy="12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55B2556-9C7F-DC3F-10CA-DEF8FB7F5116}"/>
                    </a:ext>
                  </a:extLst>
                </p14:cNvPr>
                <p14:cNvContentPartPr/>
                <p14:nvPr/>
              </p14:nvContentPartPr>
              <p14:xfrm>
                <a:off x="1452600" y="698843"/>
                <a:ext cx="2310480" cy="2163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55B2556-9C7F-DC3F-10CA-DEF8FB7F5116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443960" y="689843"/>
                  <a:ext cx="232812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FDFD048-F2F6-C37A-9454-C69C96AD2004}"/>
                    </a:ext>
                  </a:extLst>
                </p14:cNvPr>
                <p14:cNvContentPartPr/>
                <p14:nvPr/>
              </p14:nvContentPartPr>
              <p14:xfrm>
                <a:off x="2619360" y="2179883"/>
                <a:ext cx="2279160" cy="7790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FDFD048-F2F6-C37A-9454-C69C96AD2004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610720" y="2171243"/>
                  <a:ext cx="2296800" cy="79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0BBB285-92F8-0EC1-E7E4-347EDA26E8E7}"/>
                    </a:ext>
                  </a:extLst>
                </p14:cNvPr>
                <p14:cNvContentPartPr/>
                <p14:nvPr/>
              </p14:nvContentPartPr>
              <p14:xfrm>
                <a:off x="1080720" y="242723"/>
                <a:ext cx="30960" cy="1270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0BBB285-92F8-0EC1-E7E4-347EDA26E8E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071720" y="234083"/>
                  <a:ext cx="4860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2216AAD-C9E5-ED35-C08C-9715B7E326A5}"/>
                    </a:ext>
                  </a:extLst>
                </p14:cNvPr>
                <p14:cNvContentPartPr/>
                <p14:nvPr/>
              </p14:nvContentPartPr>
              <p14:xfrm>
                <a:off x="1053000" y="475643"/>
                <a:ext cx="360" cy="3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2216AAD-C9E5-ED35-C08C-9715B7E326A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44360" y="46664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BBAB95C-D6B7-E7F6-F9D6-71F082033A94}"/>
                    </a:ext>
                  </a:extLst>
                </p14:cNvPr>
                <p14:cNvContentPartPr/>
                <p14:nvPr/>
              </p14:nvContentPartPr>
              <p14:xfrm>
                <a:off x="983160" y="362243"/>
                <a:ext cx="295920" cy="342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BBAB95C-D6B7-E7F6-F9D6-71F082033A94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974160" y="353243"/>
                  <a:ext cx="31356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6FF5A86-5AC6-C0B3-54E5-C1026099C238}"/>
                    </a:ext>
                  </a:extLst>
                </p14:cNvPr>
                <p14:cNvContentPartPr/>
                <p14:nvPr/>
              </p14:nvContentPartPr>
              <p14:xfrm>
                <a:off x="997200" y="202403"/>
                <a:ext cx="284760" cy="3679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6FF5A86-5AC6-C0B3-54E5-C1026099C238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988560" y="193763"/>
                  <a:ext cx="302400" cy="38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7EDDF5D-647D-A5A0-B766-6D1F36FCEF80}"/>
                    </a:ext>
                  </a:extLst>
                </p14:cNvPr>
                <p14:cNvContentPartPr/>
                <p14:nvPr/>
              </p14:nvContentPartPr>
              <p14:xfrm>
                <a:off x="4210200" y="297083"/>
                <a:ext cx="177480" cy="3438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7EDDF5D-647D-A5A0-B766-6D1F36FCEF80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4201560" y="288083"/>
                  <a:ext cx="19512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78118C0-2846-0B73-E3B7-A0D6D1EECC09}"/>
                    </a:ext>
                  </a:extLst>
                </p14:cNvPr>
                <p14:cNvContentPartPr/>
                <p14:nvPr/>
              </p14:nvContentPartPr>
              <p14:xfrm>
                <a:off x="2583720" y="3487043"/>
                <a:ext cx="243000" cy="2602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78118C0-2846-0B73-E3B7-A0D6D1EECC09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2574720" y="3478043"/>
                  <a:ext cx="26064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555CE91-4A33-19F0-D491-DB8B633306CF}"/>
                    </a:ext>
                  </a:extLst>
                </p14:cNvPr>
                <p14:cNvContentPartPr/>
                <p14:nvPr/>
              </p14:nvContentPartPr>
              <p14:xfrm>
                <a:off x="4938480" y="2610803"/>
                <a:ext cx="154800" cy="4143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555CE91-4A33-19F0-D491-DB8B633306CF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4929840" y="2602163"/>
                  <a:ext cx="172440" cy="43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FE62C91A-1736-740D-31CF-C965F961FA70}"/>
                    </a:ext>
                  </a:extLst>
                </p14:cNvPr>
                <p14:cNvContentPartPr/>
                <p14:nvPr/>
              </p14:nvContentPartPr>
              <p14:xfrm>
                <a:off x="2164680" y="2648963"/>
                <a:ext cx="153000" cy="2199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FE62C91A-1736-740D-31CF-C965F961FA70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2155680" y="2639963"/>
                  <a:ext cx="170640" cy="237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32504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297BA-C90D-B898-54D1-44E7BF0F8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748816-4285-2C3E-F1D7-EAD4EE706313}"/>
              </a:ext>
            </a:extLst>
          </p:cNvPr>
          <p:cNvGrpSpPr/>
          <p:nvPr/>
        </p:nvGrpSpPr>
        <p:grpSpPr>
          <a:xfrm>
            <a:off x="639000" y="258563"/>
            <a:ext cx="721440" cy="416880"/>
            <a:chOff x="639000" y="258563"/>
            <a:chExt cx="721440" cy="41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25B09065-87A7-F27D-231E-32900BBEAC41}"/>
                    </a:ext>
                  </a:extLst>
                </p14:cNvPr>
                <p14:cNvContentPartPr/>
                <p14:nvPr/>
              </p14:nvContentPartPr>
              <p14:xfrm>
                <a:off x="639000" y="326243"/>
                <a:ext cx="19080" cy="2880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25B09065-87A7-F27D-231E-32900BBEAC4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30000" y="317243"/>
                  <a:ext cx="3672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6D24944-B1B6-1F39-C6EC-A7F394DD6600}"/>
                    </a:ext>
                  </a:extLst>
                </p14:cNvPr>
                <p14:cNvContentPartPr/>
                <p14:nvPr/>
              </p14:nvContentPartPr>
              <p14:xfrm>
                <a:off x="655560" y="283403"/>
                <a:ext cx="105120" cy="2422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6D24944-B1B6-1F39-C6EC-A7F394DD660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46920" y="274763"/>
                  <a:ext cx="12276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F672BFF-D72F-04BC-AB6F-482E55499C97}"/>
                    </a:ext>
                  </a:extLst>
                </p14:cNvPr>
                <p14:cNvContentPartPr/>
                <p14:nvPr/>
              </p14:nvContentPartPr>
              <p14:xfrm>
                <a:off x="844920" y="550883"/>
                <a:ext cx="360" cy="72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F672BFF-D72F-04BC-AB6F-482E55499C9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36280" y="542243"/>
                  <a:ext cx="1800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996EA5E-72E0-ADF3-708D-A2DA9167D4C3}"/>
                    </a:ext>
                  </a:extLst>
                </p14:cNvPr>
                <p14:cNvContentPartPr/>
                <p14:nvPr/>
              </p14:nvContentPartPr>
              <p14:xfrm>
                <a:off x="715320" y="480323"/>
                <a:ext cx="157680" cy="1915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996EA5E-72E0-ADF3-708D-A2DA9167D4C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06680" y="471323"/>
                  <a:ext cx="17532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87791CD-2560-8850-2CB7-3CF737EC8EAF}"/>
                    </a:ext>
                  </a:extLst>
                </p14:cNvPr>
                <p14:cNvContentPartPr/>
                <p14:nvPr/>
              </p14:nvContentPartPr>
              <p14:xfrm>
                <a:off x="941760" y="450083"/>
                <a:ext cx="43560" cy="2210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87791CD-2560-8850-2CB7-3CF737EC8EA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32760" y="441443"/>
                  <a:ext cx="6120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AAEFF9C-3159-C6AC-1381-AFDC65846834}"/>
                    </a:ext>
                  </a:extLst>
                </p14:cNvPr>
                <p14:cNvContentPartPr/>
                <p14:nvPr/>
              </p14:nvContentPartPr>
              <p14:xfrm>
                <a:off x="990360" y="498683"/>
                <a:ext cx="370080" cy="1767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AAEFF9C-3159-C6AC-1381-AFDC6584683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81360" y="489683"/>
                  <a:ext cx="3877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C90DD6D-538B-64C9-73DC-865493A25668}"/>
                    </a:ext>
                  </a:extLst>
                </p14:cNvPr>
                <p14:cNvContentPartPr/>
                <p14:nvPr/>
              </p14:nvContentPartPr>
              <p14:xfrm>
                <a:off x="1075680" y="423443"/>
                <a:ext cx="52200" cy="295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C90DD6D-538B-64C9-73DC-865493A2566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67040" y="414803"/>
                  <a:ext cx="6984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EDCDCF3-A2B5-885D-3CC5-641F47A70CF6}"/>
                    </a:ext>
                  </a:extLst>
                </p14:cNvPr>
                <p14:cNvContentPartPr/>
                <p14:nvPr/>
              </p14:nvContentPartPr>
              <p14:xfrm>
                <a:off x="1174320" y="258563"/>
                <a:ext cx="75240" cy="1310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EDCDCF3-A2B5-885D-3CC5-641F47A70CF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165680" y="249923"/>
                  <a:ext cx="92880" cy="14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7C7BD11-F284-18FB-6E2E-97E7A080A66B}"/>
              </a:ext>
            </a:extLst>
          </p:cNvPr>
          <p:cNvGrpSpPr/>
          <p:nvPr/>
        </p:nvGrpSpPr>
        <p:grpSpPr>
          <a:xfrm>
            <a:off x="1622880" y="231203"/>
            <a:ext cx="654120" cy="443880"/>
            <a:chOff x="1622880" y="231203"/>
            <a:chExt cx="654120" cy="44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97A1E7E-DF7A-ED74-F448-96777B32FF10}"/>
                    </a:ext>
                  </a:extLst>
                </p14:cNvPr>
                <p14:cNvContentPartPr/>
                <p14:nvPr/>
              </p14:nvContentPartPr>
              <p14:xfrm>
                <a:off x="1622880" y="302123"/>
                <a:ext cx="654120" cy="3729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97A1E7E-DF7A-ED74-F448-96777B32FF1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614240" y="293483"/>
                  <a:ext cx="671760" cy="39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DFA8FEE-FE00-E72F-2D21-02CB7C4773F5}"/>
                    </a:ext>
                  </a:extLst>
                </p14:cNvPr>
                <p14:cNvContentPartPr/>
                <p14:nvPr/>
              </p14:nvContentPartPr>
              <p14:xfrm>
                <a:off x="1937160" y="406883"/>
                <a:ext cx="64080" cy="615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DFA8FEE-FE00-E72F-2D21-02CB7C4773F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928160" y="398243"/>
                  <a:ext cx="8172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1024721-9B2D-4F48-0665-EFE6730B1C27}"/>
                    </a:ext>
                  </a:extLst>
                </p14:cNvPr>
                <p14:cNvContentPartPr/>
                <p14:nvPr/>
              </p14:nvContentPartPr>
              <p14:xfrm>
                <a:off x="2041920" y="231203"/>
                <a:ext cx="162360" cy="1134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1024721-9B2D-4F48-0665-EFE6730B1C2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033280" y="222203"/>
                  <a:ext cx="18000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0D4AF19-94DA-6D0E-9D8E-009D7A2071E4}"/>
                    </a:ext>
                  </a:extLst>
                </p14:cNvPr>
                <p14:cNvContentPartPr/>
                <p14:nvPr/>
              </p14:nvContentPartPr>
              <p14:xfrm>
                <a:off x="1882440" y="288803"/>
                <a:ext cx="4680" cy="122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0D4AF19-94DA-6D0E-9D8E-009D7A2071E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873440" y="280163"/>
                  <a:ext cx="22320" cy="2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0B1BB36-181F-8722-A512-FA74FB5555E6}"/>
              </a:ext>
            </a:extLst>
          </p:cNvPr>
          <p:cNvGrpSpPr/>
          <p:nvPr/>
        </p:nvGrpSpPr>
        <p:grpSpPr>
          <a:xfrm>
            <a:off x="576720" y="859043"/>
            <a:ext cx="1694520" cy="91440"/>
            <a:chOff x="576720" y="859043"/>
            <a:chExt cx="1694520" cy="9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057D962-72C0-1F9D-EB6A-E81AEC8F2A3D}"/>
                    </a:ext>
                  </a:extLst>
                </p14:cNvPr>
                <p14:cNvContentPartPr/>
                <p14:nvPr/>
              </p14:nvContentPartPr>
              <p14:xfrm>
                <a:off x="576720" y="906203"/>
                <a:ext cx="2520" cy="18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057D962-72C0-1F9D-EB6A-E81AEC8F2A3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68080" y="897563"/>
                  <a:ext cx="2016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D55C616-E12B-CB31-AE5E-9F4AC3FACCCF}"/>
                    </a:ext>
                  </a:extLst>
                </p14:cNvPr>
                <p14:cNvContentPartPr/>
                <p14:nvPr/>
              </p14:nvContentPartPr>
              <p14:xfrm>
                <a:off x="2099520" y="934283"/>
                <a:ext cx="41760" cy="162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D55C616-E12B-CB31-AE5E-9F4AC3FACCC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090880" y="925643"/>
                  <a:ext cx="594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3C46664-9386-0921-6550-EA78C0152622}"/>
                    </a:ext>
                  </a:extLst>
                </p14:cNvPr>
                <p14:cNvContentPartPr/>
                <p14:nvPr/>
              </p14:nvContentPartPr>
              <p14:xfrm>
                <a:off x="608760" y="859043"/>
                <a:ext cx="1662480" cy="489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3C46664-9386-0921-6550-EA78C015262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00120" y="850043"/>
                  <a:ext cx="1680120" cy="66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D3C9D72A-EC13-353C-9B64-23CAC94EF404}"/>
                  </a:ext>
                </a:extLst>
              </p14:cNvPr>
              <p14:cNvContentPartPr/>
              <p14:nvPr/>
            </p14:nvContentPartPr>
            <p14:xfrm>
              <a:off x="2555280" y="442163"/>
              <a:ext cx="8280" cy="6156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D3C9D72A-EC13-353C-9B64-23CAC94EF40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546280" y="433523"/>
                <a:ext cx="25920" cy="7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673F2F87-4880-8131-1787-592288A8EFB3}"/>
                  </a:ext>
                </a:extLst>
              </p14:cNvPr>
              <p14:cNvContentPartPr/>
              <p14:nvPr/>
            </p14:nvContentPartPr>
            <p14:xfrm>
              <a:off x="2549160" y="638003"/>
              <a:ext cx="17640" cy="6516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673F2F87-4880-8131-1787-592288A8EFB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540520" y="629003"/>
                <a:ext cx="35280" cy="82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39CF56CE-B1D5-E0A3-0C4B-C178EA3967E2}"/>
              </a:ext>
            </a:extLst>
          </p:cNvPr>
          <p:cNvGrpSpPr/>
          <p:nvPr/>
        </p:nvGrpSpPr>
        <p:grpSpPr>
          <a:xfrm>
            <a:off x="1603440" y="1330643"/>
            <a:ext cx="273960" cy="192960"/>
            <a:chOff x="1603440" y="1330643"/>
            <a:chExt cx="273960" cy="19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8285ED8-D584-7931-3566-DC51B63DAEAC}"/>
                    </a:ext>
                  </a:extLst>
                </p14:cNvPr>
                <p14:cNvContentPartPr/>
                <p14:nvPr/>
              </p14:nvContentPartPr>
              <p14:xfrm>
                <a:off x="1749600" y="1379243"/>
                <a:ext cx="360" cy="25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8285ED8-D584-7931-3566-DC51B63DAEA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740960" y="1370603"/>
                  <a:ext cx="1800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75CC078-FE67-D547-AF1A-669F37398BF8}"/>
                    </a:ext>
                  </a:extLst>
                </p14:cNvPr>
                <p14:cNvContentPartPr/>
                <p14:nvPr/>
              </p14:nvContentPartPr>
              <p14:xfrm>
                <a:off x="1603440" y="1330643"/>
                <a:ext cx="273960" cy="1929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75CC078-FE67-D547-AF1A-669F37398BF8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594440" y="1321643"/>
                  <a:ext cx="291600" cy="210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241DC0E3-872C-0516-A70C-259D2441A6A5}"/>
                  </a:ext>
                </a:extLst>
              </p14:cNvPr>
              <p14:cNvContentPartPr/>
              <p14:nvPr/>
            </p14:nvContentPartPr>
            <p14:xfrm>
              <a:off x="3622680" y="1106363"/>
              <a:ext cx="12960" cy="15048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241DC0E3-872C-0516-A70C-259D2441A6A5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3613680" y="1097363"/>
                <a:ext cx="30600" cy="16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B037E09-6FB1-E360-F466-100CE93BEE12}"/>
                  </a:ext>
                </a:extLst>
              </p14:cNvPr>
              <p14:cNvContentPartPr/>
              <p14:nvPr/>
            </p14:nvContentPartPr>
            <p14:xfrm>
              <a:off x="3639960" y="1275563"/>
              <a:ext cx="33480" cy="13356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B037E09-6FB1-E360-F466-100CE93BEE12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3631320" y="1266923"/>
                <a:ext cx="51120" cy="151200"/>
              </a:xfrm>
              <a:prstGeom prst="rect">
                <a:avLst/>
              </a:prstGeom>
            </p:spPr>
          </p:pic>
        </mc:Fallback>
      </mc:AlternateContent>
      <p:pic>
        <p:nvPicPr>
          <p:cNvPr id="29" name="Picture 28">
            <a:extLst>
              <a:ext uri="{FF2B5EF4-FFF2-40B4-BE49-F238E27FC236}">
                <a16:creationId xmlns:a16="http://schemas.microsoft.com/office/drawing/2014/main" id="{0CF2D582-7766-1E04-6CA5-D2667BFE0E73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58708" y="995690"/>
            <a:ext cx="5089723" cy="3538209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62CADC5F-03CE-526D-CD2C-307C05C6F0EF}"/>
              </a:ext>
            </a:extLst>
          </p:cNvPr>
          <p:cNvSpPr txBox="1"/>
          <p:nvPr/>
        </p:nvSpPr>
        <p:spPr>
          <a:xfrm>
            <a:off x="5680951" y="1057791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800">
                <a:latin typeface="Calibri" panose="020F0502020204030204" pitchFamily="34" charset="0"/>
              </a:rPr>
              <a:t>Adjacency list</a:t>
            </a:r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A1C4BAE3-FA6B-08A5-7F7F-E7B56C4A2E02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7239764" y="356137"/>
            <a:ext cx="4538651" cy="5995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844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F4622-452F-B4E6-9C78-233756851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81FA59F-53A0-18DC-4461-AAD66A59BE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52400"/>
            <a:ext cx="5089723" cy="3538209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7083433-BA1F-F3F6-25B1-D2F9DE2F93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055459"/>
              </p:ext>
            </p:extLst>
          </p:nvPr>
        </p:nvGraphicFramePr>
        <p:xfrm>
          <a:off x="3276600" y="3738880"/>
          <a:ext cx="81280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51880266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493940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6247322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7917788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4900118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48273604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51712117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253999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7736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37888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6784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37294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1463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2028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1826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09723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5824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6FAEB-C056-DC06-A16D-E8F097A16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1B3C1A4-F7AA-1579-F18C-7CA64EBE3007}"/>
                  </a:ext>
                </a:extLst>
              </p14:cNvPr>
              <p14:cNvContentPartPr/>
              <p14:nvPr/>
            </p14:nvContentPartPr>
            <p14:xfrm>
              <a:off x="-405928" y="1360163"/>
              <a:ext cx="10800" cy="21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1B3C1A4-F7AA-1579-F18C-7CA64EBE300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414928" y="1351523"/>
                <a:ext cx="28440" cy="1980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4137C108-1E15-2C06-349D-A001F517394D}"/>
              </a:ext>
            </a:extLst>
          </p:cNvPr>
          <p:cNvGrpSpPr/>
          <p:nvPr/>
        </p:nvGrpSpPr>
        <p:grpSpPr>
          <a:xfrm>
            <a:off x="328472" y="403283"/>
            <a:ext cx="791280" cy="394920"/>
            <a:chOff x="328472" y="403283"/>
            <a:chExt cx="791280" cy="39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440CE81-1E91-BEE6-E652-B843956D1A67}"/>
                    </a:ext>
                  </a:extLst>
                </p14:cNvPr>
                <p14:cNvContentPartPr/>
                <p14:nvPr/>
              </p14:nvContentPartPr>
              <p14:xfrm>
                <a:off x="328472" y="418403"/>
                <a:ext cx="240120" cy="3798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440CE81-1E91-BEE6-E652-B843956D1A6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19832" y="409763"/>
                  <a:ext cx="25776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61CDBFB-D094-E12C-8058-E4907B694BA4}"/>
                    </a:ext>
                  </a:extLst>
                </p14:cNvPr>
                <p14:cNvContentPartPr/>
                <p14:nvPr/>
              </p14:nvContentPartPr>
              <p14:xfrm>
                <a:off x="654632" y="435683"/>
                <a:ext cx="220320" cy="3110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61CDBFB-D094-E12C-8058-E4907B694BA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45992" y="426683"/>
                  <a:ext cx="23796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2FFC752-B857-A98D-FE31-05F3D1A24E29}"/>
                    </a:ext>
                  </a:extLst>
                </p14:cNvPr>
                <p14:cNvContentPartPr/>
                <p14:nvPr/>
              </p14:nvContentPartPr>
              <p14:xfrm>
                <a:off x="641672" y="581123"/>
                <a:ext cx="217080" cy="381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2FFC752-B857-A98D-FE31-05F3D1A24E2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32672" y="572483"/>
                  <a:ext cx="23472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9F9EB34-6F31-4923-62E5-54DB8A1DF99E}"/>
                    </a:ext>
                  </a:extLst>
                </p14:cNvPr>
                <p14:cNvContentPartPr/>
                <p14:nvPr/>
              </p14:nvContentPartPr>
              <p14:xfrm>
                <a:off x="913832" y="403283"/>
                <a:ext cx="205920" cy="3675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9F9EB34-6F31-4923-62E5-54DB8A1DF99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04832" y="394283"/>
                  <a:ext cx="223560" cy="385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B412BB2-732D-A0E1-8FB6-8FD29FC3FA5C}"/>
                  </a:ext>
                </a:extLst>
              </p14:cNvPr>
              <p14:cNvContentPartPr/>
              <p14:nvPr/>
            </p14:nvContentPartPr>
            <p14:xfrm>
              <a:off x="318032" y="944723"/>
              <a:ext cx="829440" cy="921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B412BB2-732D-A0E1-8FB6-8FD29FC3FA5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09392" y="935723"/>
                <a:ext cx="847080" cy="10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B505B42-DEC7-E9E7-B040-C16BC29E1F95}"/>
                  </a:ext>
                </a:extLst>
              </p14:cNvPr>
              <p14:cNvContentPartPr/>
              <p14:nvPr/>
            </p14:nvContentPartPr>
            <p14:xfrm>
              <a:off x="1477592" y="517043"/>
              <a:ext cx="1440" cy="219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B505B42-DEC7-E9E7-B040-C16BC29E1F9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468592" y="508403"/>
                <a:ext cx="1908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1BE883AF-2C0E-CA0C-E4D6-60F3DAA92EC8}"/>
                  </a:ext>
                </a:extLst>
              </p14:cNvPr>
              <p14:cNvContentPartPr/>
              <p14:nvPr/>
            </p14:nvContentPartPr>
            <p14:xfrm>
              <a:off x="1448792" y="708203"/>
              <a:ext cx="10440" cy="111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1BE883AF-2C0E-CA0C-E4D6-60F3DAA92EC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439792" y="699203"/>
                <a:ext cx="28080" cy="28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4D152135-B7EA-4597-E537-857E4B40495F}"/>
              </a:ext>
            </a:extLst>
          </p:cNvPr>
          <p:cNvGrpSpPr/>
          <p:nvPr/>
        </p:nvGrpSpPr>
        <p:grpSpPr>
          <a:xfrm>
            <a:off x="2221352" y="356483"/>
            <a:ext cx="889560" cy="439920"/>
            <a:chOff x="2221352" y="356483"/>
            <a:chExt cx="889560" cy="43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9F0ED07-4B9F-1EAA-3FE4-1337E2079BA9}"/>
                    </a:ext>
                  </a:extLst>
                </p14:cNvPr>
                <p14:cNvContentPartPr/>
                <p14:nvPr/>
              </p14:nvContentPartPr>
              <p14:xfrm>
                <a:off x="2221352" y="356483"/>
                <a:ext cx="232560" cy="4399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9F0ED07-4B9F-1EAA-3FE4-1337E2079BA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212712" y="347843"/>
                  <a:ext cx="250200" cy="45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2986767-80FC-6316-71F6-1822EF62B066}"/>
                    </a:ext>
                  </a:extLst>
                </p14:cNvPr>
                <p14:cNvContentPartPr/>
                <p14:nvPr/>
              </p14:nvContentPartPr>
              <p14:xfrm>
                <a:off x="2489552" y="522803"/>
                <a:ext cx="167040" cy="2296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2986767-80FC-6316-71F6-1822EF62B06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480552" y="514163"/>
                  <a:ext cx="18468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FDEE4F3-E007-5142-7AA7-E50DD1DE4686}"/>
                    </a:ext>
                  </a:extLst>
                </p14:cNvPr>
                <p14:cNvContentPartPr/>
                <p14:nvPr/>
              </p14:nvContentPartPr>
              <p14:xfrm>
                <a:off x="2672072" y="533963"/>
                <a:ext cx="227520" cy="2318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FDEE4F3-E007-5142-7AA7-E50DD1DE468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663072" y="525323"/>
                  <a:ext cx="24516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34BA33F-DBEF-3087-93A1-B8D2CFFF6B2D}"/>
                    </a:ext>
                  </a:extLst>
                </p14:cNvPr>
                <p14:cNvContentPartPr/>
                <p14:nvPr/>
              </p14:nvContentPartPr>
              <p14:xfrm>
                <a:off x="2881592" y="570683"/>
                <a:ext cx="229320" cy="1825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34BA33F-DBEF-3087-93A1-B8D2CFFF6B2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872592" y="562043"/>
                  <a:ext cx="246960" cy="20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3BB4990-FA5D-5429-A632-6745F2312360}"/>
              </a:ext>
            </a:extLst>
          </p:cNvPr>
          <p:cNvGrpSpPr/>
          <p:nvPr/>
        </p:nvGrpSpPr>
        <p:grpSpPr>
          <a:xfrm>
            <a:off x="3178592" y="276563"/>
            <a:ext cx="1833120" cy="592920"/>
            <a:chOff x="3178592" y="276563"/>
            <a:chExt cx="1833120" cy="59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4E1AEC1-BB89-4BCA-4D9C-80BCAAAF3649}"/>
                    </a:ext>
                  </a:extLst>
                </p14:cNvPr>
                <p14:cNvContentPartPr/>
                <p14:nvPr/>
              </p14:nvContentPartPr>
              <p14:xfrm>
                <a:off x="3178592" y="324443"/>
                <a:ext cx="176760" cy="4010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4E1AEC1-BB89-4BCA-4D9C-80BCAAAF364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169592" y="315803"/>
                  <a:ext cx="194400" cy="41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65A0556-CE32-1066-E419-B0C64891325B}"/>
                    </a:ext>
                  </a:extLst>
                </p14:cNvPr>
                <p14:cNvContentPartPr/>
                <p14:nvPr/>
              </p14:nvContentPartPr>
              <p14:xfrm>
                <a:off x="3391712" y="434243"/>
                <a:ext cx="33840" cy="3049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65A0556-CE32-1066-E419-B0C64891325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382712" y="425243"/>
                  <a:ext cx="5148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5326939-144A-7939-0433-3505FAEE0E48}"/>
                    </a:ext>
                  </a:extLst>
                </p14:cNvPr>
                <p14:cNvContentPartPr/>
                <p14:nvPr/>
              </p14:nvContentPartPr>
              <p14:xfrm>
                <a:off x="3347432" y="276563"/>
                <a:ext cx="309960" cy="4316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5326939-144A-7939-0433-3505FAEE0E4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338792" y="267563"/>
                  <a:ext cx="327600" cy="44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10B4147-C8A0-E190-BFAF-AD43829F1A7C}"/>
                    </a:ext>
                  </a:extLst>
                </p14:cNvPr>
                <p14:cNvContentPartPr/>
                <p14:nvPr/>
              </p14:nvContentPartPr>
              <p14:xfrm>
                <a:off x="3831272" y="594443"/>
                <a:ext cx="177120" cy="662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10B4147-C8A0-E190-BFAF-AD43829F1A7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822272" y="585803"/>
                  <a:ext cx="19476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98B113B-3B16-83F5-A2C7-6D68E76FD070}"/>
                    </a:ext>
                  </a:extLst>
                </p14:cNvPr>
                <p14:cNvContentPartPr/>
                <p14:nvPr/>
              </p14:nvContentPartPr>
              <p14:xfrm>
                <a:off x="4108472" y="354323"/>
                <a:ext cx="203040" cy="5151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98B113B-3B16-83F5-A2C7-6D68E76FD07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099832" y="345683"/>
                  <a:ext cx="220680" cy="53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6799010-A26C-0A0C-B292-6E33FAA06D1E}"/>
                    </a:ext>
                  </a:extLst>
                </p14:cNvPr>
                <p14:cNvContentPartPr/>
                <p14:nvPr/>
              </p14:nvContentPartPr>
              <p14:xfrm>
                <a:off x="4389272" y="467003"/>
                <a:ext cx="102600" cy="1350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6799010-A26C-0A0C-B292-6E33FAA06D1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380632" y="458003"/>
                  <a:ext cx="12024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528D64D-EFF5-C51A-2EB4-F33D9206B0BE}"/>
                    </a:ext>
                  </a:extLst>
                </p14:cNvPr>
                <p14:cNvContentPartPr/>
                <p14:nvPr/>
              </p14:nvContentPartPr>
              <p14:xfrm>
                <a:off x="4439672" y="304283"/>
                <a:ext cx="56880" cy="1260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528D64D-EFF5-C51A-2EB4-F33D9206B0B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431032" y="295283"/>
                  <a:ext cx="7452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5392711-0DEF-E60C-8522-C31852F24962}"/>
                    </a:ext>
                  </a:extLst>
                </p14:cNvPr>
                <p14:cNvContentPartPr/>
                <p14:nvPr/>
              </p14:nvContentPartPr>
              <p14:xfrm>
                <a:off x="4537952" y="362243"/>
                <a:ext cx="221400" cy="2638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5392711-0DEF-E60C-8522-C31852F2496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528952" y="353243"/>
                  <a:ext cx="23904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F86BC9C-B289-2738-4C96-923700EE0E21}"/>
                    </a:ext>
                  </a:extLst>
                </p14:cNvPr>
                <p14:cNvContentPartPr/>
                <p14:nvPr/>
              </p14:nvContentPartPr>
              <p14:xfrm>
                <a:off x="4792112" y="315083"/>
                <a:ext cx="69480" cy="3794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F86BC9C-B289-2738-4C96-923700EE0E2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783112" y="306083"/>
                  <a:ext cx="8712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83C14E4-8336-E825-A35C-60BE53E593FF}"/>
                    </a:ext>
                  </a:extLst>
                </p14:cNvPr>
                <p14:cNvContentPartPr/>
                <p14:nvPr/>
              </p14:nvContentPartPr>
              <p14:xfrm>
                <a:off x="4799672" y="462683"/>
                <a:ext cx="212040" cy="633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83C14E4-8336-E825-A35C-60BE53E593F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791032" y="453683"/>
                  <a:ext cx="229680" cy="8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B396965-3255-9384-FE69-40BC0E038705}"/>
              </a:ext>
            </a:extLst>
          </p:cNvPr>
          <p:cNvGrpSpPr/>
          <p:nvPr/>
        </p:nvGrpSpPr>
        <p:grpSpPr>
          <a:xfrm>
            <a:off x="5409152" y="297443"/>
            <a:ext cx="1047600" cy="346680"/>
            <a:chOff x="5409152" y="297443"/>
            <a:chExt cx="1047600" cy="34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8C5DD55-6578-B6D3-4516-00136F982938}"/>
                    </a:ext>
                  </a:extLst>
                </p14:cNvPr>
                <p14:cNvContentPartPr/>
                <p14:nvPr/>
              </p14:nvContentPartPr>
              <p14:xfrm>
                <a:off x="5409152" y="368003"/>
                <a:ext cx="114120" cy="2271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8C5DD55-6578-B6D3-4516-00136F98293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400512" y="359003"/>
                  <a:ext cx="13176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4DC20F4-BF86-660D-1E8B-22DE26A0B92B}"/>
                    </a:ext>
                  </a:extLst>
                </p14:cNvPr>
                <p14:cNvContentPartPr/>
                <p14:nvPr/>
              </p14:nvContentPartPr>
              <p14:xfrm>
                <a:off x="5580512" y="390323"/>
                <a:ext cx="257760" cy="2538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4DC20F4-BF86-660D-1E8B-22DE26A0B92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571872" y="381323"/>
                  <a:ext cx="27540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1A6C9EA-9503-946B-D0D3-7D43882564C4}"/>
                    </a:ext>
                  </a:extLst>
                </p14:cNvPr>
                <p14:cNvContentPartPr/>
                <p14:nvPr/>
              </p14:nvContentPartPr>
              <p14:xfrm>
                <a:off x="5801552" y="353243"/>
                <a:ext cx="399240" cy="2556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1A6C9EA-9503-946B-D0D3-7D43882564C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792912" y="344243"/>
                  <a:ext cx="41688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036D9BF-D514-4A21-CE50-76BFCECA6F63}"/>
                    </a:ext>
                  </a:extLst>
                </p14:cNvPr>
                <p14:cNvContentPartPr/>
                <p14:nvPr/>
              </p14:nvContentPartPr>
              <p14:xfrm>
                <a:off x="6193232" y="297443"/>
                <a:ext cx="263520" cy="3448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036D9BF-D514-4A21-CE50-76BFCECA6F6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184592" y="288803"/>
                  <a:ext cx="281160" cy="36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5327192-B51E-F6D8-B10D-6F3AC9378686}"/>
              </a:ext>
            </a:extLst>
          </p:cNvPr>
          <p:cNvGrpSpPr/>
          <p:nvPr/>
        </p:nvGrpSpPr>
        <p:grpSpPr>
          <a:xfrm>
            <a:off x="6925112" y="111323"/>
            <a:ext cx="1895040" cy="761040"/>
            <a:chOff x="6925112" y="111323"/>
            <a:chExt cx="1895040" cy="76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BC19B8F-2EA2-667A-96F0-0A8DED2D4C44}"/>
                    </a:ext>
                  </a:extLst>
                </p14:cNvPr>
                <p14:cNvContentPartPr/>
                <p14:nvPr/>
              </p14:nvContentPartPr>
              <p14:xfrm>
                <a:off x="6925112" y="180083"/>
                <a:ext cx="437760" cy="4042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BC19B8F-2EA2-667A-96F0-0A8DED2D4C4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916472" y="171083"/>
                  <a:ext cx="455400" cy="42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74F5772-5649-E8C0-E67A-6B72306EE3EA}"/>
                    </a:ext>
                  </a:extLst>
                </p14:cNvPr>
                <p14:cNvContentPartPr/>
                <p14:nvPr/>
              </p14:nvContentPartPr>
              <p14:xfrm>
                <a:off x="7334792" y="394283"/>
                <a:ext cx="130680" cy="4780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74F5772-5649-E8C0-E67A-6B72306EE3E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325792" y="385643"/>
                  <a:ext cx="148320" cy="49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E085153-874A-E23A-EDDA-FBB43E360D58}"/>
                    </a:ext>
                  </a:extLst>
                </p14:cNvPr>
                <p14:cNvContentPartPr/>
                <p14:nvPr/>
              </p14:nvContentPartPr>
              <p14:xfrm>
                <a:off x="7483112" y="411923"/>
                <a:ext cx="375480" cy="1958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E085153-874A-E23A-EDDA-FBB43E360D5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474472" y="402923"/>
                  <a:ext cx="39312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E0DEE81-DB6C-6BFF-8BFD-D34D0EE91F10}"/>
                    </a:ext>
                  </a:extLst>
                </p14:cNvPr>
                <p14:cNvContentPartPr/>
                <p14:nvPr/>
              </p14:nvContentPartPr>
              <p14:xfrm>
                <a:off x="7839872" y="253523"/>
                <a:ext cx="9000" cy="594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E0DEE81-DB6C-6BFF-8BFD-D34D0EE91F1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830872" y="244523"/>
                  <a:ext cx="2664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CE1F528-BDBA-17C0-D794-E3A52099FCC2}"/>
                    </a:ext>
                  </a:extLst>
                </p14:cNvPr>
                <p14:cNvContentPartPr/>
                <p14:nvPr/>
              </p14:nvContentPartPr>
              <p14:xfrm>
                <a:off x="7971632" y="111323"/>
                <a:ext cx="705240" cy="4597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CE1F528-BDBA-17C0-D794-E3A52099FCC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962992" y="102323"/>
                  <a:ext cx="722880" cy="47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462A94A-CB0F-A734-6ABE-FBE384B262BF}"/>
                    </a:ext>
                  </a:extLst>
                </p14:cNvPr>
                <p14:cNvContentPartPr/>
                <p14:nvPr/>
              </p14:nvContentPartPr>
              <p14:xfrm>
                <a:off x="8810432" y="488963"/>
                <a:ext cx="9720" cy="169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462A94A-CB0F-A734-6ABE-FBE384B262B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801792" y="480323"/>
                  <a:ext cx="27360" cy="3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E1754465-3468-61D0-DF86-8440166D74C5}"/>
              </a:ext>
            </a:extLst>
          </p:cNvPr>
          <p:cNvGrpSpPr/>
          <p:nvPr/>
        </p:nvGrpSpPr>
        <p:grpSpPr>
          <a:xfrm>
            <a:off x="6652232" y="1185923"/>
            <a:ext cx="330120" cy="363960"/>
            <a:chOff x="6652232" y="1185923"/>
            <a:chExt cx="330120" cy="36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DD42FAD-A0EC-66D0-BE0F-18A5DFD10C73}"/>
                    </a:ext>
                  </a:extLst>
                </p14:cNvPr>
                <p14:cNvContentPartPr/>
                <p14:nvPr/>
              </p14:nvContentPartPr>
              <p14:xfrm>
                <a:off x="6688952" y="1185923"/>
                <a:ext cx="259920" cy="3639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DD42FAD-A0EC-66D0-BE0F-18A5DFD10C7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679952" y="1176923"/>
                  <a:ext cx="27756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E7B6209-A7A0-C3D0-F45F-5ECE1975768F}"/>
                    </a:ext>
                  </a:extLst>
                </p14:cNvPr>
                <p14:cNvContentPartPr/>
                <p14:nvPr/>
              </p14:nvContentPartPr>
              <p14:xfrm>
                <a:off x="6652232" y="1388603"/>
                <a:ext cx="330120" cy="320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E7B6209-A7A0-C3D0-F45F-5ECE1975768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643592" y="1379963"/>
                  <a:ext cx="347760" cy="4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9D6609FA-5F06-BFC8-8E90-F638934E7C36}"/>
              </a:ext>
            </a:extLst>
          </p:cNvPr>
          <p:cNvGrpSpPr/>
          <p:nvPr/>
        </p:nvGrpSpPr>
        <p:grpSpPr>
          <a:xfrm>
            <a:off x="773432" y="1276283"/>
            <a:ext cx="4908960" cy="2710800"/>
            <a:chOff x="773432" y="1276283"/>
            <a:chExt cx="4908960" cy="271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6035D5A-B141-23F5-7DEB-6A917C48C13A}"/>
                    </a:ext>
                  </a:extLst>
                </p14:cNvPr>
                <p14:cNvContentPartPr/>
                <p14:nvPr/>
              </p14:nvContentPartPr>
              <p14:xfrm>
                <a:off x="785672" y="2542403"/>
                <a:ext cx="614880" cy="7318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6035D5A-B141-23F5-7DEB-6A917C48C13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77032" y="2533763"/>
                  <a:ext cx="632520" cy="74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05CECE0-6F52-7C71-B4C7-9978DF4B5372}"/>
                    </a:ext>
                  </a:extLst>
                </p14:cNvPr>
                <p14:cNvContentPartPr/>
                <p14:nvPr/>
              </p14:nvContentPartPr>
              <p14:xfrm>
                <a:off x="998432" y="2754083"/>
                <a:ext cx="158760" cy="3499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05CECE0-6F52-7C71-B4C7-9978DF4B537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89432" y="2745443"/>
                  <a:ext cx="17640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1C54EEA-4097-3DF0-B711-44C1558AEFE4}"/>
                    </a:ext>
                  </a:extLst>
                </p14:cNvPr>
                <p14:cNvContentPartPr/>
                <p14:nvPr/>
              </p14:nvContentPartPr>
              <p14:xfrm>
                <a:off x="959552" y="2960723"/>
                <a:ext cx="213480" cy="601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1C54EEA-4097-3DF0-B711-44C1558AEFE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50552" y="2951723"/>
                  <a:ext cx="23112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77EF6EA-C341-7BFB-C159-7E92D94564FA}"/>
                    </a:ext>
                  </a:extLst>
                </p14:cNvPr>
                <p14:cNvContentPartPr/>
                <p14:nvPr/>
              </p14:nvContentPartPr>
              <p14:xfrm>
                <a:off x="1341512" y="1819883"/>
                <a:ext cx="865800" cy="8848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77EF6EA-C341-7BFB-C159-7E92D94564F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332512" y="1810883"/>
                  <a:ext cx="883440" cy="90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FC9C325-24BE-042B-4251-A22883383EFE}"/>
                    </a:ext>
                  </a:extLst>
                </p14:cNvPr>
                <p14:cNvContentPartPr/>
                <p14:nvPr/>
              </p14:nvContentPartPr>
              <p14:xfrm>
                <a:off x="2158712" y="1520723"/>
                <a:ext cx="667440" cy="5104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FC9C325-24BE-042B-4251-A22883383EF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149712" y="1512083"/>
                  <a:ext cx="685080" cy="52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79B435E-7E43-CDFA-4641-BF87892A14A5}"/>
                    </a:ext>
                  </a:extLst>
                </p14:cNvPr>
                <p14:cNvContentPartPr/>
                <p14:nvPr/>
              </p14:nvContentPartPr>
              <p14:xfrm>
                <a:off x="2435552" y="1631243"/>
                <a:ext cx="157320" cy="3049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79B435E-7E43-CDFA-4641-BF87892A14A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426912" y="1622603"/>
                  <a:ext cx="17496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D99A8B2-6CC9-EE0D-5E7B-EC6743BC344B}"/>
                    </a:ext>
                  </a:extLst>
                </p14:cNvPr>
                <p14:cNvContentPartPr/>
                <p14:nvPr/>
              </p14:nvContentPartPr>
              <p14:xfrm>
                <a:off x="1369592" y="3089603"/>
                <a:ext cx="585000" cy="4251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D99A8B2-6CC9-EE0D-5E7B-EC6743BC344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360952" y="3080963"/>
                  <a:ext cx="602640" cy="44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5DC224F-31B9-CE1B-07E3-3251AEE96E7B}"/>
                    </a:ext>
                  </a:extLst>
                </p14:cNvPr>
                <p14:cNvContentPartPr/>
                <p14:nvPr/>
              </p14:nvContentPartPr>
              <p14:xfrm>
                <a:off x="1864232" y="3463643"/>
                <a:ext cx="455400" cy="2761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5DC224F-31B9-CE1B-07E3-3251AEE96E7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855232" y="3454643"/>
                  <a:ext cx="47304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8E86E55-8AFF-A86A-EB40-F237A1B74694}"/>
                    </a:ext>
                  </a:extLst>
                </p14:cNvPr>
                <p14:cNvContentPartPr/>
                <p14:nvPr/>
              </p14:nvContentPartPr>
              <p14:xfrm>
                <a:off x="2379752" y="3413243"/>
                <a:ext cx="631080" cy="5738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8E86E55-8AFF-A86A-EB40-F237A1B7469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371112" y="3404603"/>
                  <a:ext cx="648720" cy="59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82A84EA-6FE7-3D69-39CD-B1841D9E8D59}"/>
                    </a:ext>
                  </a:extLst>
                </p14:cNvPr>
                <p14:cNvContentPartPr/>
                <p14:nvPr/>
              </p14:nvContentPartPr>
              <p14:xfrm>
                <a:off x="2655152" y="3624203"/>
                <a:ext cx="203760" cy="2091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82A84EA-6FE7-3D69-39CD-B1841D9E8D5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646152" y="3615203"/>
                  <a:ext cx="22140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2311367-BBE2-171E-497D-6D406568B521}"/>
                    </a:ext>
                  </a:extLst>
                </p14:cNvPr>
                <p14:cNvContentPartPr/>
                <p14:nvPr/>
              </p14:nvContentPartPr>
              <p14:xfrm>
                <a:off x="2874752" y="1667603"/>
                <a:ext cx="860400" cy="950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2311367-BBE2-171E-497D-6D406568B52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866112" y="1658603"/>
                  <a:ext cx="87804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40564E5-AFBF-2DEC-DD1B-51290CD72F54}"/>
                    </a:ext>
                  </a:extLst>
                </p14:cNvPr>
                <p14:cNvContentPartPr/>
                <p14:nvPr/>
              </p14:nvContentPartPr>
              <p14:xfrm>
                <a:off x="3803552" y="1276283"/>
                <a:ext cx="736560" cy="5940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40564E5-AFBF-2DEC-DD1B-51290CD72F5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794912" y="1267283"/>
                  <a:ext cx="754200" cy="61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BD2BD3D-EA14-009B-0FE3-7B8F5B6C24BF}"/>
                    </a:ext>
                  </a:extLst>
                </p14:cNvPr>
                <p14:cNvContentPartPr/>
                <p14:nvPr/>
              </p14:nvContentPartPr>
              <p14:xfrm>
                <a:off x="4073912" y="1467083"/>
                <a:ext cx="216360" cy="2973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BD2BD3D-EA14-009B-0FE3-7B8F5B6C24B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064912" y="1458443"/>
                  <a:ext cx="23400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AE98F56-8D3C-A70C-9B81-351E05304D08}"/>
                    </a:ext>
                  </a:extLst>
                </p14:cNvPr>
                <p14:cNvContentPartPr/>
                <p14:nvPr/>
              </p14:nvContentPartPr>
              <p14:xfrm>
                <a:off x="3031712" y="3593243"/>
                <a:ext cx="762120" cy="1515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AE98F56-8D3C-A70C-9B81-351E05304D0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022712" y="3584243"/>
                  <a:ext cx="77976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6332570-765F-613C-A052-9D0009BEF7DF}"/>
                    </a:ext>
                  </a:extLst>
                </p14:cNvPr>
                <p14:cNvContentPartPr/>
                <p14:nvPr/>
              </p14:nvContentPartPr>
              <p14:xfrm>
                <a:off x="3841352" y="3153323"/>
                <a:ext cx="630360" cy="6616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6332570-765F-613C-A052-9D0009BEF7D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832712" y="3144683"/>
                  <a:ext cx="648000" cy="67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1810608-19B9-9B11-1BB0-511FE690A46A}"/>
                    </a:ext>
                  </a:extLst>
                </p14:cNvPr>
                <p14:cNvContentPartPr/>
                <p14:nvPr/>
              </p14:nvContentPartPr>
              <p14:xfrm>
                <a:off x="4068872" y="3423683"/>
                <a:ext cx="181080" cy="1947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1810608-19B9-9B11-1BB0-511FE690A46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059872" y="3414683"/>
                  <a:ext cx="19872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585D7A4-7FEA-4006-6BE9-65029441DA7E}"/>
                    </a:ext>
                  </a:extLst>
                </p14:cNvPr>
                <p14:cNvContentPartPr/>
                <p14:nvPr/>
              </p14:nvContentPartPr>
              <p14:xfrm>
                <a:off x="4079312" y="3474443"/>
                <a:ext cx="163440" cy="255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585D7A4-7FEA-4006-6BE9-65029441DA7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070672" y="3465803"/>
                  <a:ext cx="1810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7938152-ECCC-4215-ED8F-A299CF686FEB}"/>
                    </a:ext>
                  </a:extLst>
                </p14:cNvPr>
                <p14:cNvContentPartPr/>
                <p14:nvPr/>
              </p14:nvContentPartPr>
              <p14:xfrm>
                <a:off x="4026752" y="3328283"/>
                <a:ext cx="241200" cy="727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87938152-ECCC-4215-ED8F-A299CF686FE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017752" y="3319643"/>
                  <a:ext cx="25884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3651CAA-DF57-38A7-2A84-11D2DD4A2B92}"/>
                    </a:ext>
                  </a:extLst>
                </p14:cNvPr>
                <p14:cNvContentPartPr/>
                <p14:nvPr/>
              </p14:nvContentPartPr>
              <p14:xfrm>
                <a:off x="3700232" y="1676243"/>
                <a:ext cx="136080" cy="266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3651CAA-DF57-38A7-2A84-11D2DD4A2B9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691232" y="1667243"/>
                  <a:ext cx="15372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CB6E05DB-1446-F88D-B745-C4473BBE42E9}"/>
                    </a:ext>
                  </a:extLst>
                </p14:cNvPr>
                <p14:cNvContentPartPr/>
                <p14:nvPr/>
              </p14:nvContentPartPr>
              <p14:xfrm>
                <a:off x="4508072" y="1785323"/>
                <a:ext cx="623520" cy="3960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CB6E05DB-1446-F88D-B745-C4473BBE42E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499432" y="1776323"/>
                  <a:ext cx="641160" cy="41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07942FC-85D8-9A9A-22E4-1D1D1435D156}"/>
                    </a:ext>
                  </a:extLst>
                </p14:cNvPr>
                <p14:cNvContentPartPr/>
                <p14:nvPr/>
              </p14:nvContentPartPr>
              <p14:xfrm>
                <a:off x="5103872" y="2150723"/>
                <a:ext cx="578520" cy="6397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07942FC-85D8-9A9A-22E4-1D1D1435D15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094872" y="2141723"/>
                  <a:ext cx="596160" cy="65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1C4DA55-4A2A-4EEB-E35D-019273D1AF1C}"/>
                    </a:ext>
                  </a:extLst>
                </p14:cNvPr>
                <p14:cNvContentPartPr/>
                <p14:nvPr/>
              </p14:nvContentPartPr>
              <p14:xfrm>
                <a:off x="5292512" y="2363483"/>
                <a:ext cx="41040" cy="2538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1C4DA55-4A2A-4EEB-E35D-019273D1AF1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283872" y="2354483"/>
                  <a:ext cx="5868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529DA1B-CF09-620F-82DA-C2145D886B61}"/>
                    </a:ext>
                  </a:extLst>
                </p14:cNvPr>
                <p14:cNvContentPartPr/>
                <p14:nvPr/>
              </p14:nvContentPartPr>
              <p14:xfrm>
                <a:off x="5286752" y="2334683"/>
                <a:ext cx="236160" cy="961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529DA1B-CF09-620F-82DA-C2145D886B6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278112" y="2326043"/>
                  <a:ext cx="25380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4031AB2-CAE8-3E92-A9FF-CD1BADA16892}"/>
                    </a:ext>
                  </a:extLst>
                </p14:cNvPr>
                <p14:cNvContentPartPr/>
                <p14:nvPr/>
              </p14:nvContentPartPr>
              <p14:xfrm>
                <a:off x="5262992" y="2477243"/>
                <a:ext cx="161280" cy="61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4031AB2-CAE8-3E92-A9FF-CD1BADA1689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253992" y="2468243"/>
                  <a:ext cx="17892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BB73805-1363-AA3B-4AA5-18D76060148D}"/>
                    </a:ext>
                  </a:extLst>
                </p14:cNvPr>
                <p14:cNvContentPartPr/>
                <p14:nvPr/>
              </p14:nvContentPartPr>
              <p14:xfrm>
                <a:off x="4587992" y="2766683"/>
                <a:ext cx="675360" cy="6267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BB73805-1363-AA3B-4AA5-18D76060148D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578992" y="2757683"/>
                  <a:ext cx="693000" cy="64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9B7BE3B3-993A-5C1C-F118-13C011DA6E2B}"/>
                    </a:ext>
                  </a:extLst>
                </p14:cNvPr>
                <p14:cNvContentPartPr/>
                <p14:nvPr/>
              </p14:nvContentPartPr>
              <p14:xfrm>
                <a:off x="909872" y="2093123"/>
                <a:ext cx="85680" cy="2098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9B7BE3B3-993A-5C1C-F118-13C011DA6E2B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01232" y="2084123"/>
                  <a:ext cx="10332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4878918-0FEF-BC22-E92E-73FEABEB8E2A}"/>
                    </a:ext>
                  </a:extLst>
                </p14:cNvPr>
                <p14:cNvContentPartPr/>
                <p14:nvPr/>
              </p14:nvContentPartPr>
              <p14:xfrm>
                <a:off x="773432" y="1947323"/>
                <a:ext cx="412920" cy="5068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4878918-0FEF-BC22-E92E-73FEABEB8E2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64792" y="1938683"/>
                  <a:ext cx="430560" cy="52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52CC5CEF-6D1C-0FDC-0E1F-8AF4DE0CC9A6}"/>
              </a:ext>
            </a:extLst>
          </p:cNvPr>
          <p:cNvGrpSpPr/>
          <p:nvPr/>
        </p:nvGrpSpPr>
        <p:grpSpPr>
          <a:xfrm>
            <a:off x="807992" y="1910603"/>
            <a:ext cx="397800" cy="487440"/>
            <a:chOff x="807992" y="1910603"/>
            <a:chExt cx="397800" cy="48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8130CEE-4D24-667F-2569-A95CADA8EB5F}"/>
                    </a:ext>
                  </a:extLst>
                </p14:cNvPr>
                <p14:cNvContentPartPr/>
                <p14:nvPr/>
              </p14:nvContentPartPr>
              <p14:xfrm>
                <a:off x="861992" y="2050283"/>
                <a:ext cx="131760" cy="2430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8130CEE-4D24-667F-2569-A95CADA8EB5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52992" y="2041643"/>
                  <a:ext cx="14940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C55E463C-BD2A-9678-ACE8-F103BD93BD92}"/>
                    </a:ext>
                  </a:extLst>
                </p14:cNvPr>
                <p14:cNvContentPartPr/>
                <p14:nvPr/>
              </p14:nvContentPartPr>
              <p14:xfrm>
                <a:off x="807992" y="1910603"/>
                <a:ext cx="397800" cy="4874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C55E463C-BD2A-9678-ACE8-F103BD93BD9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98992" y="1901963"/>
                  <a:ext cx="415440" cy="50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9E564AB4-21DD-581F-D32C-4F4E14D1B32D}"/>
              </a:ext>
            </a:extLst>
          </p:cNvPr>
          <p:cNvGrpSpPr/>
          <p:nvPr/>
        </p:nvGrpSpPr>
        <p:grpSpPr>
          <a:xfrm>
            <a:off x="2168792" y="958043"/>
            <a:ext cx="488880" cy="424440"/>
            <a:chOff x="2168792" y="958043"/>
            <a:chExt cx="488880" cy="42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217CE54-DFEF-5EEA-F02A-E573BDCF3A9D}"/>
                    </a:ext>
                  </a:extLst>
                </p14:cNvPr>
                <p14:cNvContentPartPr/>
                <p14:nvPr/>
              </p14:nvContentPartPr>
              <p14:xfrm>
                <a:off x="2299832" y="1112123"/>
                <a:ext cx="210600" cy="2275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217CE54-DFEF-5EEA-F02A-E573BDCF3A9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291192" y="1103123"/>
                  <a:ext cx="22824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06C47698-61F4-DC1B-CF2A-06C310A0DB81}"/>
                    </a:ext>
                  </a:extLst>
                </p14:cNvPr>
                <p14:cNvContentPartPr/>
                <p14:nvPr/>
              </p14:nvContentPartPr>
              <p14:xfrm>
                <a:off x="2168792" y="958043"/>
                <a:ext cx="488880" cy="4244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06C47698-61F4-DC1B-CF2A-06C310A0DB81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160152" y="949043"/>
                  <a:ext cx="506520" cy="44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9B70D0C1-ECDE-BAD2-DD6C-98F1F7E9B6B4}"/>
              </a:ext>
            </a:extLst>
          </p:cNvPr>
          <p:cNvGrpSpPr/>
          <p:nvPr/>
        </p:nvGrpSpPr>
        <p:grpSpPr>
          <a:xfrm>
            <a:off x="2322512" y="2858483"/>
            <a:ext cx="513000" cy="491040"/>
            <a:chOff x="2322512" y="2858483"/>
            <a:chExt cx="513000" cy="49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A3A13719-C9CD-AEDD-A798-2BAA7848E4A5}"/>
                    </a:ext>
                  </a:extLst>
                </p14:cNvPr>
                <p14:cNvContentPartPr/>
                <p14:nvPr/>
              </p14:nvContentPartPr>
              <p14:xfrm>
                <a:off x="2536352" y="3056843"/>
                <a:ext cx="154080" cy="1720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A3A13719-C9CD-AEDD-A798-2BAA7848E4A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527712" y="3048203"/>
                  <a:ext cx="17172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9F8D3010-CC62-3B48-96F3-B5D70406FE43}"/>
                    </a:ext>
                  </a:extLst>
                </p14:cNvPr>
                <p14:cNvContentPartPr/>
                <p14:nvPr/>
              </p14:nvContentPartPr>
              <p14:xfrm>
                <a:off x="2322512" y="2858483"/>
                <a:ext cx="513000" cy="4910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9F8D3010-CC62-3B48-96F3-B5D70406FE4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313512" y="2849843"/>
                  <a:ext cx="530640" cy="50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C600A809-F9AC-F209-723E-AD6AA1384D72}"/>
              </a:ext>
            </a:extLst>
          </p:cNvPr>
          <p:cNvGrpSpPr/>
          <p:nvPr/>
        </p:nvGrpSpPr>
        <p:grpSpPr>
          <a:xfrm>
            <a:off x="3722912" y="847523"/>
            <a:ext cx="429120" cy="432000"/>
            <a:chOff x="3722912" y="847523"/>
            <a:chExt cx="429120" cy="43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1D35C0B8-91D1-5ECF-CD35-9F82211F4842}"/>
                    </a:ext>
                  </a:extLst>
                </p14:cNvPr>
                <p14:cNvContentPartPr/>
                <p14:nvPr/>
              </p14:nvContentPartPr>
              <p14:xfrm>
                <a:off x="3849272" y="968483"/>
                <a:ext cx="133560" cy="1879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1D35C0B8-91D1-5ECF-CD35-9F82211F484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840632" y="959843"/>
                  <a:ext cx="15120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1CD6932F-4032-B503-9A86-8A2C108562C9}"/>
                    </a:ext>
                  </a:extLst>
                </p14:cNvPr>
                <p14:cNvContentPartPr/>
                <p14:nvPr/>
              </p14:nvContentPartPr>
              <p14:xfrm>
                <a:off x="3722912" y="847523"/>
                <a:ext cx="429120" cy="4320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1CD6932F-4032-B503-9A86-8A2C108562C9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713912" y="838883"/>
                  <a:ext cx="446760" cy="44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CAEB6677-4D15-8E84-9B9A-BD4E5CB5BA34}"/>
              </a:ext>
            </a:extLst>
          </p:cNvPr>
          <p:cNvGrpSpPr/>
          <p:nvPr/>
        </p:nvGrpSpPr>
        <p:grpSpPr>
          <a:xfrm>
            <a:off x="3882032" y="2610443"/>
            <a:ext cx="396000" cy="461520"/>
            <a:chOff x="3882032" y="2610443"/>
            <a:chExt cx="396000" cy="46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778B47A-42C6-6D82-BC7E-DC289CF5E110}"/>
                    </a:ext>
                  </a:extLst>
                </p14:cNvPr>
                <p14:cNvContentPartPr/>
                <p14:nvPr/>
              </p14:nvContentPartPr>
              <p14:xfrm>
                <a:off x="4022432" y="2715563"/>
                <a:ext cx="111600" cy="2458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9778B47A-42C6-6D82-BC7E-DC289CF5E11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013432" y="2706923"/>
                  <a:ext cx="12924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D2275287-FBCF-9FDC-FF1A-D8A9D84996CF}"/>
                    </a:ext>
                  </a:extLst>
                </p14:cNvPr>
                <p14:cNvContentPartPr/>
                <p14:nvPr/>
              </p14:nvContentPartPr>
              <p14:xfrm>
                <a:off x="3882032" y="2610443"/>
                <a:ext cx="396000" cy="4615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D2275287-FBCF-9FDC-FF1A-D8A9D84996CF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873032" y="2601803"/>
                  <a:ext cx="413640" cy="47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5CC35C03-5BC9-1309-A68C-C03B27737D2A}"/>
              </a:ext>
            </a:extLst>
          </p:cNvPr>
          <p:cNvGrpSpPr/>
          <p:nvPr/>
        </p:nvGrpSpPr>
        <p:grpSpPr>
          <a:xfrm>
            <a:off x="5378552" y="1723763"/>
            <a:ext cx="442080" cy="431640"/>
            <a:chOff x="5378552" y="1723763"/>
            <a:chExt cx="442080" cy="43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7C5DF153-4060-8F5D-DFC4-83571E17096E}"/>
                    </a:ext>
                  </a:extLst>
                </p14:cNvPr>
                <p14:cNvContentPartPr/>
                <p14:nvPr/>
              </p14:nvContentPartPr>
              <p14:xfrm>
                <a:off x="5485472" y="1849763"/>
                <a:ext cx="178560" cy="2044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7C5DF153-4060-8F5D-DFC4-83571E17096E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476832" y="1841123"/>
                  <a:ext cx="19620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94226793-D895-5017-E35B-A6C212D83372}"/>
                    </a:ext>
                  </a:extLst>
                </p14:cNvPr>
                <p14:cNvContentPartPr/>
                <p14:nvPr/>
              </p14:nvContentPartPr>
              <p14:xfrm>
                <a:off x="5378552" y="1723763"/>
                <a:ext cx="442080" cy="4316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94226793-D895-5017-E35B-A6C212D8337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369552" y="1714763"/>
                  <a:ext cx="459720" cy="44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A942CBF0-5F4B-200D-AD37-036E9CBABE7D}"/>
              </a:ext>
            </a:extLst>
          </p:cNvPr>
          <p:cNvGrpSpPr/>
          <p:nvPr/>
        </p:nvGrpSpPr>
        <p:grpSpPr>
          <a:xfrm>
            <a:off x="6693272" y="1081163"/>
            <a:ext cx="3796560" cy="1221840"/>
            <a:chOff x="6693272" y="1081163"/>
            <a:chExt cx="3796560" cy="122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4003677C-A7F8-C2EF-4E98-C9A8C58DA650}"/>
                    </a:ext>
                  </a:extLst>
                </p14:cNvPr>
                <p14:cNvContentPartPr/>
                <p14:nvPr/>
              </p14:nvContentPartPr>
              <p14:xfrm>
                <a:off x="7163432" y="1426403"/>
                <a:ext cx="62280" cy="2257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4003677C-A7F8-C2EF-4E98-C9A8C58DA650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154432" y="1417763"/>
                  <a:ext cx="7992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29CC39A2-61F1-4113-5D43-6E8512D5A520}"/>
                    </a:ext>
                  </a:extLst>
                </p14:cNvPr>
                <p14:cNvContentPartPr/>
                <p14:nvPr/>
              </p14:nvContentPartPr>
              <p14:xfrm>
                <a:off x="7453232" y="1192763"/>
                <a:ext cx="180000" cy="3150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29CC39A2-61F1-4113-5D43-6E8512D5A52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444592" y="1183763"/>
                  <a:ext cx="19764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F46BFC6-0FB6-0F29-4337-EC3303687514}"/>
                    </a:ext>
                  </a:extLst>
                </p14:cNvPr>
                <p14:cNvContentPartPr/>
                <p14:nvPr/>
              </p14:nvContentPartPr>
              <p14:xfrm>
                <a:off x="7790912" y="1422443"/>
                <a:ext cx="28080" cy="2113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F46BFC6-0FB6-0F29-4337-EC3303687514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782272" y="1413443"/>
                  <a:ext cx="4572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527C3F9-ABBB-ACF3-4F02-FBF4AFCBA9E0}"/>
                    </a:ext>
                  </a:extLst>
                </p14:cNvPr>
                <p14:cNvContentPartPr/>
                <p14:nvPr/>
              </p14:nvContentPartPr>
              <p14:xfrm>
                <a:off x="8047232" y="1163243"/>
                <a:ext cx="246600" cy="2908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527C3F9-ABBB-ACF3-4F02-FBF4AFCBA9E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038232" y="1154243"/>
                  <a:ext cx="26424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57784C41-C1BF-F9A1-E475-36D43468555D}"/>
                    </a:ext>
                  </a:extLst>
                </p14:cNvPr>
                <p14:cNvContentPartPr/>
                <p14:nvPr/>
              </p14:nvContentPartPr>
              <p14:xfrm>
                <a:off x="8524592" y="1397963"/>
                <a:ext cx="35640" cy="1418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57784C41-C1BF-F9A1-E475-36D43468555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515592" y="1389323"/>
                  <a:ext cx="5328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664A1B62-3F58-3886-F649-C138045DA4C9}"/>
                    </a:ext>
                  </a:extLst>
                </p14:cNvPr>
                <p14:cNvContentPartPr/>
                <p14:nvPr/>
              </p14:nvContentPartPr>
              <p14:xfrm>
                <a:off x="8783792" y="1154963"/>
                <a:ext cx="165960" cy="3114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664A1B62-3F58-3886-F649-C138045DA4C9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774792" y="1146323"/>
                  <a:ext cx="18360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D37F8D49-5B3E-825D-1337-D6A1556E79ED}"/>
                    </a:ext>
                  </a:extLst>
                </p14:cNvPr>
                <p14:cNvContentPartPr/>
                <p14:nvPr/>
              </p14:nvContentPartPr>
              <p14:xfrm>
                <a:off x="9028952" y="1415603"/>
                <a:ext cx="24120" cy="1353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D37F8D49-5B3E-825D-1337-D6A1556E79ED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020312" y="1406963"/>
                  <a:ext cx="4176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42C06ED3-C00E-436E-5B36-E5824D11FF71}"/>
                    </a:ext>
                  </a:extLst>
                </p14:cNvPr>
                <p14:cNvContentPartPr/>
                <p14:nvPr/>
              </p14:nvContentPartPr>
              <p14:xfrm>
                <a:off x="9189872" y="1183403"/>
                <a:ext cx="260640" cy="2638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42C06ED3-C00E-436E-5B36-E5824D11FF71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180872" y="1174763"/>
                  <a:ext cx="27828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6D108D38-2452-AFA2-D731-0CFE0FA88615}"/>
                    </a:ext>
                  </a:extLst>
                </p14:cNvPr>
                <p14:cNvContentPartPr/>
                <p14:nvPr/>
              </p14:nvContentPartPr>
              <p14:xfrm>
                <a:off x="9196712" y="1259363"/>
                <a:ext cx="197640" cy="208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6D108D38-2452-AFA2-D731-0CFE0FA88615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188072" y="1250363"/>
                  <a:ext cx="21528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93E911CA-2CC2-CF1B-07E6-9057AF800CE3}"/>
                    </a:ext>
                  </a:extLst>
                </p14:cNvPr>
                <p14:cNvContentPartPr/>
                <p14:nvPr/>
              </p14:nvContentPartPr>
              <p14:xfrm>
                <a:off x="9168632" y="1081163"/>
                <a:ext cx="324000" cy="237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93E911CA-2CC2-CF1B-07E6-9057AF800CE3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159992" y="1072523"/>
                  <a:ext cx="3416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C944DAA9-7F2C-3603-D577-07925F3FAF68}"/>
                    </a:ext>
                  </a:extLst>
                </p14:cNvPr>
                <p14:cNvContentPartPr/>
                <p14:nvPr/>
              </p14:nvContentPartPr>
              <p14:xfrm>
                <a:off x="9569312" y="1419923"/>
                <a:ext cx="127080" cy="2091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C944DAA9-7F2C-3603-D577-07925F3FAF68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560672" y="1411283"/>
                  <a:ext cx="14472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DF5A982F-5A0F-222F-EA1A-1DBE1E3368CC}"/>
                    </a:ext>
                  </a:extLst>
                </p14:cNvPr>
                <p14:cNvContentPartPr/>
                <p14:nvPr/>
              </p14:nvContentPartPr>
              <p14:xfrm>
                <a:off x="10043792" y="1135523"/>
                <a:ext cx="12960" cy="2988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DF5A982F-5A0F-222F-EA1A-1DBE1E3368CC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0034792" y="1126523"/>
                  <a:ext cx="3060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FC734868-031B-F259-093F-4EF7BA01B0E8}"/>
                    </a:ext>
                  </a:extLst>
                </p14:cNvPr>
                <p14:cNvContentPartPr/>
                <p14:nvPr/>
              </p14:nvContentPartPr>
              <p14:xfrm>
                <a:off x="10017512" y="1107443"/>
                <a:ext cx="269280" cy="936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FC734868-031B-F259-093F-4EF7BA01B0E8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008512" y="1098803"/>
                  <a:ext cx="28692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1E4233A3-3AF8-5821-7FF5-A6BA98A3C41E}"/>
                    </a:ext>
                  </a:extLst>
                </p14:cNvPr>
                <p14:cNvContentPartPr/>
                <p14:nvPr/>
              </p14:nvContentPartPr>
              <p14:xfrm>
                <a:off x="9987272" y="1284923"/>
                <a:ext cx="297720" cy="468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1E4233A3-3AF8-5821-7FF5-A6BA98A3C41E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978632" y="1276283"/>
                  <a:ext cx="31536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939419A-E5E4-179E-0B70-DD002374953F}"/>
                    </a:ext>
                  </a:extLst>
                </p14:cNvPr>
                <p14:cNvContentPartPr/>
                <p14:nvPr/>
              </p14:nvContentPartPr>
              <p14:xfrm>
                <a:off x="6693272" y="2008883"/>
                <a:ext cx="3491280" cy="432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939419A-E5E4-179E-0B70-DD002374953F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684632" y="1999883"/>
                  <a:ext cx="350892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9EBCC84F-A3AE-11C3-FCA8-1673BF70F4CB}"/>
                    </a:ext>
                  </a:extLst>
                </p14:cNvPr>
                <p14:cNvContentPartPr/>
                <p14:nvPr/>
              </p14:nvContentPartPr>
              <p14:xfrm>
                <a:off x="10054232" y="1738523"/>
                <a:ext cx="435600" cy="5644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9EBCC84F-A3AE-11C3-FCA8-1673BF70F4CB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045232" y="1729523"/>
                  <a:ext cx="453240" cy="58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62D7CC41-082B-A45C-1794-1749C8E424F1}"/>
              </a:ext>
            </a:extLst>
          </p:cNvPr>
          <p:cNvGrpSpPr/>
          <p:nvPr/>
        </p:nvGrpSpPr>
        <p:grpSpPr>
          <a:xfrm>
            <a:off x="782792" y="3453563"/>
            <a:ext cx="415080" cy="191160"/>
            <a:chOff x="782792" y="3453563"/>
            <a:chExt cx="415080" cy="19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A487CAD2-960C-8849-A15B-0F2DBCFD6532}"/>
                    </a:ext>
                  </a:extLst>
                </p14:cNvPr>
                <p14:cNvContentPartPr/>
                <p14:nvPr/>
              </p14:nvContentPartPr>
              <p14:xfrm>
                <a:off x="782792" y="3543923"/>
                <a:ext cx="366120" cy="205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A487CAD2-960C-8849-A15B-0F2DBCFD6532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74152" y="3534923"/>
                  <a:ext cx="3837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A4F16D68-D8F2-8371-7AE5-E2505CF8DDF4}"/>
                    </a:ext>
                  </a:extLst>
                </p14:cNvPr>
                <p14:cNvContentPartPr/>
                <p14:nvPr/>
              </p14:nvContentPartPr>
              <p14:xfrm>
                <a:off x="1062872" y="3453563"/>
                <a:ext cx="135000" cy="1911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A4F16D68-D8F2-8371-7AE5-E2505CF8DDF4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54232" y="3444563"/>
                  <a:ext cx="152640" cy="20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782A553F-2300-CECF-BAC9-8D98AD372E7A}"/>
              </a:ext>
            </a:extLst>
          </p:cNvPr>
          <p:cNvGrpSpPr/>
          <p:nvPr/>
        </p:nvGrpSpPr>
        <p:grpSpPr>
          <a:xfrm>
            <a:off x="566072" y="3818243"/>
            <a:ext cx="804960" cy="354600"/>
            <a:chOff x="566072" y="3818243"/>
            <a:chExt cx="804960" cy="35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E33B1B1D-DEE1-294C-93B2-7993D9360D92}"/>
                    </a:ext>
                  </a:extLst>
                </p14:cNvPr>
                <p14:cNvContentPartPr/>
                <p14:nvPr/>
              </p14:nvContentPartPr>
              <p14:xfrm>
                <a:off x="566072" y="3885923"/>
                <a:ext cx="113760" cy="2703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E33B1B1D-DEE1-294C-93B2-7993D9360D92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57072" y="3877283"/>
                  <a:ext cx="13140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3A102C05-7D9F-0BAA-3692-D506E5861686}"/>
                    </a:ext>
                  </a:extLst>
                </p14:cNvPr>
                <p14:cNvContentPartPr/>
                <p14:nvPr/>
              </p14:nvContentPartPr>
              <p14:xfrm>
                <a:off x="736712" y="3861443"/>
                <a:ext cx="33120" cy="2782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3A102C05-7D9F-0BAA-3692-D506E5861686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28072" y="3852803"/>
                  <a:ext cx="5076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20837C2-32A9-428B-9D98-0DA830F94FC1}"/>
                    </a:ext>
                  </a:extLst>
                </p14:cNvPr>
                <p14:cNvContentPartPr/>
                <p14:nvPr/>
              </p14:nvContentPartPr>
              <p14:xfrm>
                <a:off x="676952" y="3940643"/>
                <a:ext cx="144360" cy="489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20837C2-32A9-428B-9D98-0DA830F94FC1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68312" y="3932003"/>
                  <a:ext cx="16200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A7928AB4-A09D-F866-9799-9241721AA810}"/>
                    </a:ext>
                  </a:extLst>
                </p14:cNvPr>
                <p14:cNvContentPartPr/>
                <p14:nvPr/>
              </p14:nvContentPartPr>
              <p14:xfrm>
                <a:off x="820232" y="3969443"/>
                <a:ext cx="249480" cy="2034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A7928AB4-A09D-F866-9799-9241721AA810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11232" y="3960803"/>
                  <a:ext cx="26712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10CD7823-9AA5-5CD1-4FB0-AE1FDD7839AF}"/>
                    </a:ext>
                  </a:extLst>
                </p14:cNvPr>
                <p14:cNvContentPartPr/>
                <p14:nvPr/>
              </p14:nvContentPartPr>
              <p14:xfrm>
                <a:off x="1048472" y="3962963"/>
                <a:ext cx="143280" cy="1724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10CD7823-9AA5-5CD1-4FB0-AE1FDD7839AF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039472" y="3954323"/>
                  <a:ext cx="16092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D107CC4B-5B3D-E4A2-7E6B-31A5C2EDBBF2}"/>
                    </a:ext>
                  </a:extLst>
                </p14:cNvPr>
                <p14:cNvContentPartPr/>
                <p14:nvPr/>
              </p14:nvContentPartPr>
              <p14:xfrm>
                <a:off x="1271672" y="3818243"/>
                <a:ext cx="45720" cy="3078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D107CC4B-5B3D-E4A2-7E6B-31A5C2EDBBF2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262672" y="3809243"/>
                  <a:ext cx="6336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1922FF67-E38E-6C31-79F3-0967A9C11977}"/>
                    </a:ext>
                  </a:extLst>
                </p14:cNvPr>
                <p14:cNvContentPartPr/>
                <p14:nvPr/>
              </p14:nvContentPartPr>
              <p14:xfrm>
                <a:off x="1237472" y="3974483"/>
                <a:ext cx="133560" cy="525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1922FF67-E38E-6C31-79F3-0967A9C11977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228472" y="3965843"/>
                  <a:ext cx="151200" cy="702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32" name="Picture 131">
            <a:extLst>
              <a:ext uri="{FF2B5EF4-FFF2-40B4-BE49-F238E27FC236}">
                <a16:creationId xmlns:a16="http://schemas.microsoft.com/office/drawing/2014/main" id="{6BF29D12-EA57-48CC-9F8A-52A3258AC09C}"/>
              </a:ext>
            </a:extLst>
          </p:cNvPr>
          <p:cNvPicPr>
            <a:picLocks noChangeAspect="1"/>
          </p:cNvPicPr>
          <p:nvPr/>
        </p:nvPicPr>
        <p:blipFill>
          <a:blip r:embed="rId198"/>
          <a:stretch>
            <a:fillRect/>
          </a:stretch>
        </p:blipFill>
        <p:spPr>
          <a:xfrm>
            <a:off x="5067300" y="2819400"/>
            <a:ext cx="6538444" cy="3762565"/>
          </a:xfrm>
          <a:prstGeom prst="rect">
            <a:avLst/>
          </a:prstGeom>
        </p:spPr>
      </p:pic>
      <p:grpSp>
        <p:nvGrpSpPr>
          <p:cNvPr id="135" name="Group 134">
            <a:extLst>
              <a:ext uri="{FF2B5EF4-FFF2-40B4-BE49-F238E27FC236}">
                <a16:creationId xmlns:a16="http://schemas.microsoft.com/office/drawing/2014/main" id="{E09E776D-4A96-A038-4301-B10C2E5EAFA7}"/>
              </a:ext>
            </a:extLst>
          </p:cNvPr>
          <p:cNvGrpSpPr/>
          <p:nvPr/>
        </p:nvGrpSpPr>
        <p:grpSpPr>
          <a:xfrm>
            <a:off x="7117352" y="3222443"/>
            <a:ext cx="410040" cy="422640"/>
            <a:chOff x="7117352" y="3222443"/>
            <a:chExt cx="410040" cy="42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9812AAF7-CD0A-F87E-1AC2-23F9F1696865}"/>
                    </a:ext>
                  </a:extLst>
                </p14:cNvPr>
                <p14:cNvContentPartPr/>
                <p14:nvPr/>
              </p14:nvContentPartPr>
              <p14:xfrm>
                <a:off x="7291592" y="3325763"/>
                <a:ext cx="56880" cy="2278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9812AAF7-CD0A-F87E-1AC2-23F9F1696865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7273952" y="3308123"/>
                  <a:ext cx="9252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7C4182D6-84C6-03D3-07F3-8440FB044411}"/>
                    </a:ext>
                  </a:extLst>
                </p14:cNvPr>
                <p14:cNvContentPartPr/>
                <p14:nvPr/>
              </p14:nvContentPartPr>
              <p14:xfrm>
                <a:off x="7117352" y="3222443"/>
                <a:ext cx="410040" cy="4226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7C4182D6-84C6-03D3-07F3-8440FB044411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7099712" y="3204803"/>
                  <a:ext cx="445680" cy="458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3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8D9B3103-2EB7-F5CC-4A48-CDA74D9F67A7}"/>
                  </a:ext>
                </a:extLst>
              </p14:cNvPr>
              <p14:cNvContentPartPr/>
              <p14:nvPr/>
            </p14:nvContentPartPr>
            <p14:xfrm>
              <a:off x="6373592" y="4115963"/>
              <a:ext cx="738360" cy="35028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8D9B3103-2EB7-F5CC-4A48-CDA74D9F67A7}"/>
                  </a:ext>
                </a:extLst>
              </p:cNvPr>
              <p:cNvPicPr/>
              <p:nvPr/>
            </p:nvPicPr>
            <p:blipFill>
              <a:blip r:embed="rId204"/>
              <a:stretch>
                <a:fillRect/>
              </a:stretch>
            </p:blipFill>
            <p:spPr>
              <a:xfrm>
                <a:off x="6355592" y="4097963"/>
                <a:ext cx="774000" cy="38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5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1F02A616-3987-2406-1A74-6A45DD597019}"/>
                  </a:ext>
                </a:extLst>
              </p14:cNvPr>
              <p14:cNvContentPartPr/>
              <p14:nvPr/>
            </p14:nvContentPartPr>
            <p14:xfrm>
              <a:off x="6166592" y="4049363"/>
              <a:ext cx="138600" cy="15120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1F02A616-3987-2406-1A74-6A45DD597019}"/>
                  </a:ext>
                </a:extLst>
              </p:cNvPr>
              <p:cNvPicPr/>
              <p:nvPr/>
            </p:nvPicPr>
            <p:blipFill>
              <a:blip r:embed="rId206"/>
              <a:stretch>
                <a:fillRect/>
              </a:stretch>
            </p:blipFill>
            <p:spPr>
              <a:xfrm>
                <a:off x="6148952" y="4031723"/>
                <a:ext cx="174240" cy="1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7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A177BD51-3C8B-8ADD-5E07-AFCC56008CFF}"/>
                  </a:ext>
                </a:extLst>
              </p14:cNvPr>
              <p14:cNvContentPartPr/>
              <p14:nvPr/>
            </p14:nvContentPartPr>
            <p14:xfrm>
              <a:off x="5990912" y="3944243"/>
              <a:ext cx="476640" cy="32832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A177BD51-3C8B-8ADD-5E07-AFCC56008CFF}"/>
                  </a:ext>
                </a:extLst>
              </p:cNvPr>
              <p:cNvPicPr/>
              <p:nvPr/>
            </p:nvPicPr>
            <p:blipFill>
              <a:blip r:embed="rId208"/>
              <a:stretch>
                <a:fillRect/>
              </a:stretch>
            </p:blipFill>
            <p:spPr>
              <a:xfrm>
                <a:off x="5972912" y="3926603"/>
                <a:ext cx="512280" cy="363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55" name="Group 154">
            <a:extLst>
              <a:ext uri="{FF2B5EF4-FFF2-40B4-BE49-F238E27FC236}">
                <a16:creationId xmlns:a16="http://schemas.microsoft.com/office/drawing/2014/main" id="{37840922-852B-18E0-0BE5-FAAAEEAAD3F4}"/>
              </a:ext>
            </a:extLst>
          </p:cNvPr>
          <p:cNvGrpSpPr/>
          <p:nvPr/>
        </p:nvGrpSpPr>
        <p:grpSpPr>
          <a:xfrm>
            <a:off x="5593832" y="4965563"/>
            <a:ext cx="515880" cy="750960"/>
            <a:chOff x="5593832" y="4965563"/>
            <a:chExt cx="515880" cy="75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4C708CA8-09CE-5233-725B-04F182C3B21E}"/>
                    </a:ext>
                  </a:extLst>
                </p14:cNvPr>
                <p14:cNvContentPartPr/>
                <p14:nvPr/>
              </p14:nvContentPartPr>
              <p14:xfrm>
                <a:off x="6081992" y="4965563"/>
                <a:ext cx="27720" cy="61956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4C708CA8-09CE-5233-725B-04F182C3B21E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6064352" y="4947923"/>
                  <a:ext cx="63360" cy="65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2ACBF5FA-DCAA-9724-AD4A-DF3D01331F8B}"/>
                    </a:ext>
                  </a:extLst>
                </p14:cNvPr>
                <p14:cNvContentPartPr/>
                <p14:nvPr/>
              </p14:nvContentPartPr>
              <p14:xfrm>
                <a:off x="5762672" y="5483243"/>
                <a:ext cx="62640" cy="18036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2ACBF5FA-DCAA-9724-AD4A-DF3D01331F8B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5745032" y="5465243"/>
                  <a:ext cx="9828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D200F47F-013C-66EC-B4A9-A5CC97A50D2F}"/>
                    </a:ext>
                  </a:extLst>
                </p14:cNvPr>
                <p14:cNvContentPartPr/>
                <p14:nvPr/>
              </p14:nvContentPartPr>
              <p14:xfrm>
                <a:off x="5734952" y="5441483"/>
                <a:ext cx="114120" cy="79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D200F47F-013C-66EC-B4A9-A5CC97A50D2F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5716952" y="5423483"/>
                  <a:ext cx="1497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D72138B0-EFAF-0B67-6C87-B0DDDAF8DA77}"/>
                    </a:ext>
                  </a:extLst>
                </p14:cNvPr>
                <p14:cNvContentPartPr/>
                <p14:nvPr/>
              </p14:nvContentPartPr>
              <p14:xfrm>
                <a:off x="5593832" y="5235203"/>
                <a:ext cx="434160" cy="48132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D72138B0-EFAF-0B67-6C87-B0DDDAF8DA77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5576192" y="5217203"/>
                  <a:ext cx="469800" cy="51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A81B51EF-F8CE-0EBA-95C8-CF5B88BCFDA6}"/>
              </a:ext>
            </a:extLst>
          </p:cNvPr>
          <p:cNvGrpSpPr/>
          <p:nvPr/>
        </p:nvGrpSpPr>
        <p:grpSpPr>
          <a:xfrm>
            <a:off x="7360712" y="4043963"/>
            <a:ext cx="1859760" cy="1382040"/>
            <a:chOff x="7360712" y="4043963"/>
            <a:chExt cx="1859760" cy="138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637B81D1-22F4-E0A3-42EA-2F3B7933813F}"/>
                    </a:ext>
                  </a:extLst>
                </p14:cNvPr>
                <p14:cNvContentPartPr/>
                <p14:nvPr/>
              </p14:nvContentPartPr>
              <p14:xfrm>
                <a:off x="7360712" y="4313243"/>
                <a:ext cx="3600" cy="74556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637B81D1-22F4-E0A3-42EA-2F3B7933813F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7343072" y="4295603"/>
                  <a:ext cx="39240" cy="78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3363B617-9C61-59B5-5CBA-8CCD6B3A3978}"/>
                    </a:ext>
                  </a:extLst>
                </p14:cNvPr>
                <p14:cNvContentPartPr/>
                <p14:nvPr/>
              </p14:nvContentPartPr>
              <p14:xfrm>
                <a:off x="7601912" y="4809323"/>
                <a:ext cx="53640" cy="17244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3363B617-9C61-59B5-5CBA-8CCD6B3A3978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7584272" y="4791683"/>
                  <a:ext cx="8928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95D69326-8734-3577-6EE2-482704323C06}"/>
                    </a:ext>
                  </a:extLst>
                </p14:cNvPr>
                <p14:cNvContentPartPr/>
                <p14:nvPr/>
              </p14:nvContentPartPr>
              <p14:xfrm>
                <a:off x="7468712" y="4712123"/>
                <a:ext cx="350640" cy="30888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95D69326-8734-3577-6EE2-482704323C06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7451072" y="4694483"/>
                  <a:ext cx="38628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F70E2380-D46B-7D7D-A61A-7AC98BE22E6A}"/>
                    </a:ext>
                  </a:extLst>
                </p14:cNvPr>
                <p14:cNvContentPartPr/>
                <p14:nvPr/>
              </p14:nvContentPartPr>
              <p14:xfrm>
                <a:off x="7616312" y="4149803"/>
                <a:ext cx="797040" cy="8359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F70E2380-D46B-7D7D-A61A-7AC98BE22E6A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7598312" y="4131803"/>
                  <a:ext cx="832680" cy="87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D2727C55-212B-2D1E-FBC5-9D66C3C6D4A1}"/>
                    </a:ext>
                  </a:extLst>
                </p14:cNvPr>
                <p14:cNvContentPartPr/>
                <p14:nvPr/>
              </p14:nvContentPartPr>
              <p14:xfrm>
                <a:off x="8123192" y="5150243"/>
                <a:ext cx="136800" cy="15768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D2727C55-212B-2D1E-FBC5-9D66C3C6D4A1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8105192" y="5132243"/>
                  <a:ext cx="17244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EBEB8E75-048B-8D9B-0300-6C4627DE5BA7}"/>
                    </a:ext>
                  </a:extLst>
                </p14:cNvPr>
                <p14:cNvContentPartPr/>
                <p14:nvPr/>
              </p14:nvContentPartPr>
              <p14:xfrm>
                <a:off x="8211752" y="5221163"/>
                <a:ext cx="29160" cy="13788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EBEB8E75-048B-8D9B-0300-6C4627DE5BA7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8194112" y="5203523"/>
                  <a:ext cx="6480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E75C007F-61CE-EF60-280B-9B6C22AC4C39}"/>
                    </a:ext>
                  </a:extLst>
                </p14:cNvPr>
                <p14:cNvContentPartPr/>
                <p14:nvPr/>
              </p14:nvContentPartPr>
              <p14:xfrm>
                <a:off x="8010872" y="5060243"/>
                <a:ext cx="365040" cy="3657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E75C007F-61CE-EF60-280B-9B6C22AC4C39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7992872" y="5042243"/>
                  <a:ext cx="400680" cy="40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7692F9BC-B11D-4203-2E14-55B9B9FB5404}"/>
                    </a:ext>
                  </a:extLst>
                </p14:cNvPr>
                <p14:cNvContentPartPr/>
                <p14:nvPr/>
              </p14:nvContentPartPr>
              <p14:xfrm>
                <a:off x="8713592" y="4308923"/>
                <a:ext cx="9720" cy="69228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7692F9BC-B11D-4203-2E14-55B9B9FB5404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8695592" y="4291283"/>
                  <a:ext cx="45360" cy="72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91703777-73C3-9344-B2A1-065A6E6CFC13}"/>
                    </a:ext>
                  </a:extLst>
                </p14:cNvPr>
                <p14:cNvContentPartPr/>
                <p14:nvPr/>
              </p14:nvContentPartPr>
              <p14:xfrm>
                <a:off x="8946512" y="4144403"/>
                <a:ext cx="138600" cy="25380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91703777-73C3-9344-B2A1-065A6E6CFC13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8928512" y="4126763"/>
                  <a:ext cx="17424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AF9A6C01-D085-63F2-9FEC-C1EF3CE3A7E5}"/>
                    </a:ext>
                  </a:extLst>
                </p14:cNvPr>
                <p14:cNvContentPartPr/>
                <p14:nvPr/>
              </p14:nvContentPartPr>
              <p14:xfrm>
                <a:off x="8818352" y="4043963"/>
                <a:ext cx="402120" cy="45288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AF9A6C01-D085-63F2-9FEC-C1EF3CE3A7E5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8800352" y="4026323"/>
                  <a:ext cx="437760" cy="48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F30CB66C-A23D-BA08-82BE-3F25E926B75C}"/>
              </a:ext>
            </a:extLst>
          </p:cNvPr>
          <p:cNvGrpSpPr/>
          <p:nvPr/>
        </p:nvGrpSpPr>
        <p:grpSpPr>
          <a:xfrm>
            <a:off x="10141352" y="3643643"/>
            <a:ext cx="413280" cy="431640"/>
            <a:chOff x="10141352" y="3643643"/>
            <a:chExt cx="413280" cy="43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505AA99A-A17D-E6E2-D22C-C74A9C50AE61}"/>
                    </a:ext>
                  </a:extLst>
                </p14:cNvPr>
                <p14:cNvContentPartPr/>
                <p14:nvPr/>
              </p14:nvContentPartPr>
              <p14:xfrm>
                <a:off x="10267712" y="3791243"/>
                <a:ext cx="123480" cy="2530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505AA99A-A17D-E6E2-D22C-C74A9C50AE61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10250072" y="3773603"/>
                  <a:ext cx="15912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C8ADA9D0-03D3-3684-D40C-7D8E1F468EA3}"/>
                    </a:ext>
                  </a:extLst>
                </p14:cNvPr>
                <p14:cNvContentPartPr/>
                <p14:nvPr/>
              </p14:nvContentPartPr>
              <p14:xfrm>
                <a:off x="10256912" y="3920123"/>
                <a:ext cx="129240" cy="5400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C8ADA9D0-03D3-3684-D40C-7D8E1F468EA3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10238912" y="3902483"/>
                  <a:ext cx="16488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05BCA6D5-B894-9DDE-2C75-0B9887BA209B}"/>
                    </a:ext>
                  </a:extLst>
                </p14:cNvPr>
                <p14:cNvContentPartPr/>
                <p14:nvPr/>
              </p14:nvContentPartPr>
              <p14:xfrm>
                <a:off x="10141352" y="3643643"/>
                <a:ext cx="413280" cy="43164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05BCA6D5-B894-9DDE-2C75-0B9887BA209B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10123352" y="3625643"/>
                  <a:ext cx="448920" cy="46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3105F40A-A499-8224-1029-A37F0E6B03C2}"/>
              </a:ext>
            </a:extLst>
          </p:cNvPr>
          <p:cNvGrpSpPr/>
          <p:nvPr/>
        </p:nvGrpSpPr>
        <p:grpSpPr>
          <a:xfrm>
            <a:off x="9856232" y="4333403"/>
            <a:ext cx="1432800" cy="1250280"/>
            <a:chOff x="9856232" y="4333403"/>
            <a:chExt cx="1432800" cy="125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A6E83D02-CF0D-E9AD-6459-E7E22D8AF335}"/>
                    </a:ext>
                  </a:extLst>
                </p14:cNvPr>
                <p14:cNvContentPartPr/>
                <p14:nvPr/>
              </p14:nvContentPartPr>
              <p14:xfrm>
                <a:off x="9856232" y="4344923"/>
                <a:ext cx="34560" cy="6555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A6E83D02-CF0D-E9AD-6459-E7E22D8AF335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9838592" y="4327283"/>
                  <a:ext cx="70200" cy="69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4F742F8A-41FA-6606-94D1-70B74C25366E}"/>
                    </a:ext>
                  </a:extLst>
                </p14:cNvPr>
                <p14:cNvContentPartPr/>
                <p14:nvPr/>
              </p14:nvContentPartPr>
              <p14:xfrm>
                <a:off x="10320632" y="5183723"/>
                <a:ext cx="74160" cy="25416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4F742F8A-41FA-6606-94D1-70B74C25366E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10302632" y="5166083"/>
                  <a:ext cx="10980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D456773E-6EA4-30AC-ED6A-9A059335C749}"/>
                    </a:ext>
                  </a:extLst>
                </p14:cNvPr>
                <p14:cNvContentPartPr/>
                <p14:nvPr/>
              </p14:nvContentPartPr>
              <p14:xfrm>
                <a:off x="10161152" y="5129003"/>
                <a:ext cx="423720" cy="45468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D456773E-6EA4-30AC-ED6A-9A059335C749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10143512" y="5111363"/>
                  <a:ext cx="459360" cy="49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2662E86B-A5E8-F3D8-AFF3-ADCC4E9BA266}"/>
                    </a:ext>
                  </a:extLst>
                </p14:cNvPr>
                <p14:cNvContentPartPr/>
                <p14:nvPr/>
              </p14:nvContentPartPr>
              <p14:xfrm>
                <a:off x="10225952" y="4333403"/>
                <a:ext cx="693360" cy="67968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2662E86B-A5E8-F3D8-AFF3-ADCC4E9BA266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10207952" y="4315763"/>
                  <a:ext cx="729000" cy="71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F62901B2-50AD-27FA-5FD4-C81FA10DC548}"/>
                    </a:ext>
                  </a:extLst>
                </p14:cNvPr>
                <p14:cNvContentPartPr/>
                <p14:nvPr/>
              </p14:nvContentPartPr>
              <p14:xfrm>
                <a:off x="10971152" y="4423043"/>
                <a:ext cx="136800" cy="28872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F62901B2-50AD-27FA-5FD4-C81FA10DC548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10953152" y="4405043"/>
                  <a:ext cx="17244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E425489C-2648-1148-7357-AA790C01016E}"/>
                    </a:ext>
                  </a:extLst>
                </p14:cNvPr>
                <p14:cNvContentPartPr/>
                <p14:nvPr/>
              </p14:nvContentPartPr>
              <p14:xfrm>
                <a:off x="10841552" y="4391363"/>
                <a:ext cx="447480" cy="43200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E425489C-2648-1148-7357-AA790C01016E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10823912" y="4373363"/>
                  <a:ext cx="483120" cy="467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05588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C20B6-BB06-724A-F84E-5911AD328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8AE93AC-9FEC-9DCD-1D3D-92B04D99AE80}"/>
                  </a:ext>
                </a:extLst>
              </p14:cNvPr>
              <p14:cNvContentPartPr/>
              <p14:nvPr/>
            </p14:nvContentPartPr>
            <p14:xfrm>
              <a:off x="-408808" y="1466723"/>
              <a:ext cx="22680" cy="316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8AE93AC-9FEC-9DCD-1D3D-92B04D99AE8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417808" y="1457723"/>
                <a:ext cx="40320" cy="49320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6BDAC642-6C16-130A-276F-A23A22325095}"/>
              </a:ext>
            </a:extLst>
          </p:cNvPr>
          <p:cNvGrpSpPr/>
          <p:nvPr/>
        </p:nvGrpSpPr>
        <p:grpSpPr>
          <a:xfrm>
            <a:off x="269432" y="467003"/>
            <a:ext cx="774360" cy="405720"/>
            <a:chOff x="269432" y="467003"/>
            <a:chExt cx="774360" cy="40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2DE40AE-4339-31C5-93C5-7B66EBB081F4}"/>
                    </a:ext>
                  </a:extLst>
                </p14:cNvPr>
                <p14:cNvContentPartPr/>
                <p14:nvPr/>
              </p14:nvContentPartPr>
              <p14:xfrm>
                <a:off x="269432" y="467003"/>
                <a:ext cx="158760" cy="3826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2DE40AE-4339-31C5-93C5-7B66EBB081F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60792" y="458363"/>
                  <a:ext cx="176400" cy="40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EC87A52-3634-7657-061E-0D6B275532E2}"/>
                    </a:ext>
                  </a:extLst>
                </p14:cNvPr>
                <p14:cNvContentPartPr/>
                <p14:nvPr/>
              </p14:nvContentPartPr>
              <p14:xfrm>
                <a:off x="545192" y="528923"/>
                <a:ext cx="269640" cy="3438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EC87A52-3634-7657-061E-0D6B275532E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36552" y="520283"/>
                  <a:ext cx="28728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336DF46-20E2-8CFD-934E-E0A9449FD3A1}"/>
                    </a:ext>
                  </a:extLst>
                </p14:cNvPr>
                <p14:cNvContentPartPr/>
                <p14:nvPr/>
              </p14:nvContentPartPr>
              <p14:xfrm>
                <a:off x="500552" y="671483"/>
                <a:ext cx="327960" cy="424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336DF46-20E2-8CFD-934E-E0A9449FD3A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91912" y="662483"/>
                  <a:ext cx="3456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01D4792-32B7-9F04-C19C-84A941CF521C}"/>
                    </a:ext>
                  </a:extLst>
                </p14:cNvPr>
                <p14:cNvContentPartPr/>
                <p14:nvPr/>
              </p14:nvContentPartPr>
              <p14:xfrm>
                <a:off x="854792" y="530003"/>
                <a:ext cx="189000" cy="3200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01D4792-32B7-9F04-C19C-84A941CF521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46152" y="521003"/>
                  <a:ext cx="206640" cy="337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004BA25-EEFF-63E4-1B07-305FF4486788}"/>
                  </a:ext>
                </a:extLst>
              </p14:cNvPr>
              <p14:cNvContentPartPr/>
              <p14:nvPr/>
            </p14:nvContentPartPr>
            <p14:xfrm>
              <a:off x="1370312" y="824123"/>
              <a:ext cx="145080" cy="111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004BA25-EEFF-63E4-1B07-305FF448678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361312" y="815483"/>
                <a:ext cx="162720" cy="28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84676DB7-B2DD-2E2D-C7C2-6C5768956441}"/>
              </a:ext>
            </a:extLst>
          </p:cNvPr>
          <p:cNvGrpSpPr/>
          <p:nvPr/>
        </p:nvGrpSpPr>
        <p:grpSpPr>
          <a:xfrm>
            <a:off x="1900952" y="234083"/>
            <a:ext cx="1107000" cy="694800"/>
            <a:chOff x="1900952" y="234083"/>
            <a:chExt cx="1107000" cy="69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112159A-9453-A0E1-1935-529B42AF57E2}"/>
                    </a:ext>
                  </a:extLst>
                </p14:cNvPr>
                <p14:cNvContentPartPr/>
                <p14:nvPr/>
              </p14:nvContentPartPr>
              <p14:xfrm>
                <a:off x="1900952" y="433883"/>
                <a:ext cx="47880" cy="3445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112159A-9453-A0E1-1935-529B42AF57E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892312" y="424883"/>
                  <a:ext cx="6552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BECE138-9883-DE45-C05D-E58F552FA2A2}"/>
                    </a:ext>
                  </a:extLst>
                </p14:cNvPr>
                <p14:cNvContentPartPr/>
                <p14:nvPr/>
              </p14:nvContentPartPr>
              <p14:xfrm>
                <a:off x="1900952" y="398963"/>
                <a:ext cx="154800" cy="3294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BECE138-9883-DE45-C05D-E58F552FA2A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891952" y="390323"/>
                  <a:ext cx="17244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D690F98-BE4F-25D1-A323-0B0D372C76E6}"/>
                    </a:ext>
                  </a:extLst>
                </p14:cNvPr>
                <p14:cNvContentPartPr/>
                <p14:nvPr/>
              </p14:nvContentPartPr>
              <p14:xfrm>
                <a:off x="2206232" y="522443"/>
                <a:ext cx="267840" cy="2102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D690F98-BE4F-25D1-A323-0B0D372C76E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197592" y="513443"/>
                  <a:ext cx="28548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CCB29D2-0BE5-90E8-CBD0-94F3A2EA3ABF}"/>
                    </a:ext>
                  </a:extLst>
                </p14:cNvPr>
                <p14:cNvContentPartPr/>
                <p14:nvPr/>
              </p14:nvContentPartPr>
              <p14:xfrm>
                <a:off x="2497112" y="525683"/>
                <a:ext cx="82440" cy="4032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CCB29D2-0BE5-90E8-CBD0-94F3A2EA3AB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488112" y="517043"/>
                  <a:ext cx="100080" cy="42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6EDDB9F-3BF8-CE88-537D-2C8EFDC71902}"/>
                    </a:ext>
                  </a:extLst>
                </p14:cNvPr>
                <p14:cNvContentPartPr/>
                <p14:nvPr/>
              </p14:nvContentPartPr>
              <p14:xfrm>
                <a:off x="2668472" y="399683"/>
                <a:ext cx="11880" cy="3045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6EDDB9F-3BF8-CE88-537D-2C8EFDC7190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659832" y="391043"/>
                  <a:ext cx="2952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3892336-B6E9-AE66-A9B3-B6A45F8D4D44}"/>
                    </a:ext>
                  </a:extLst>
                </p14:cNvPr>
                <p14:cNvContentPartPr/>
                <p14:nvPr/>
              </p14:nvContentPartPr>
              <p14:xfrm>
                <a:off x="2586752" y="513443"/>
                <a:ext cx="241200" cy="964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3892336-B6E9-AE66-A9B3-B6A45F8D4D4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577752" y="504803"/>
                  <a:ext cx="2588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0491730-54BF-9D34-2411-6304632A2CF5}"/>
                    </a:ext>
                  </a:extLst>
                </p14:cNvPr>
                <p14:cNvContentPartPr/>
                <p14:nvPr/>
              </p14:nvContentPartPr>
              <p14:xfrm>
                <a:off x="2865752" y="234083"/>
                <a:ext cx="142200" cy="4467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0491730-54BF-9D34-2411-6304632A2CF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856752" y="225083"/>
                  <a:ext cx="159840" cy="464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EF384751-5D7B-BB06-88F7-75E2EA4E95A3}"/>
                  </a:ext>
                </a:extLst>
              </p14:cNvPr>
              <p14:cNvContentPartPr/>
              <p14:nvPr/>
            </p14:nvContentPartPr>
            <p14:xfrm>
              <a:off x="3224312" y="621443"/>
              <a:ext cx="122760" cy="136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EF384751-5D7B-BB06-88F7-75E2EA4E95A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215312" y="612443"/>
                <a:ext cx="140400" cy="31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5A412B64-C78B-B703-68D1-6B5FA8310E83}"/>
              </a:ext>
            </a:extLst>
          </p:cNvPr>
          <p:cNvGrpSpPr/>
          <p:nvPr/>
        </p:nvGrpSpPr>
        <p:grpSpPr>
          <a:xfrm>
            <a:off x="3582512" y="391043"/>
            <a:ext cx="949320" cy="556560"/>
            <a:chOff x="3582512" y="391043"/>
            <a:chExt cx="949320" cy="55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C57B5F0-B763-E437-A350-2B3908A58C98}"/>
                    </a:ext>
                  </a:extLst>
                </p14:cNvPr>
                <p14:cNvContentPartPr/>
                <p14:nvPr/>
              </p14:nvContentPartPr>
              <p14:xfrm>
                <a:off x="3582512" y="436403"/>
                <a:ext cx="320040" cy="5112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C57B5F0-B763-E437-A350-2B3908A58C9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573512" y="427403"/>
                  <a:ext cx="337680" cy="52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73DAAD1-3B54-ECCD-F03E-297E158D134F}"/>
                    </a:ext>
                  </a:extLst>
                </p14:cNvPr>
                <p14:cNvContentPartPr/>
                <p14:nvPr/>
              </p14:nvContentPartPr>
              <p14:xfrm>
                <a:off x="3878072" y="425243"/>
                <a:ext cx="28440" cy="633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73DAAD1-3B54-ECCD-F03E-297E158D134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869432" y="416603"/>
                  <a:ext cx="4608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3089618-A3A5-1709-A5EC-55F7C0537AA6}"/>
                    </a:ext>
                  </a:extLst>
                </p14:cNvPr>
                <p14:cNvContentPartPr/>
                <p14:nvPr/>
              </p14:nvContentPartPr>
              <p14:xfrm>
                <a:off x="3994352" y="485363"/>
                <a:ext cx="129600" cy="1990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3089618-A3A5-1709-A5EC-55F7C0537AA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985712" y="476723"/>
                  <a:ext cx="14724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D9C0BBB-6ED0-D049-A827-4871158C8E81}"/>
                    </a:ext>
                  </a:extLst>
                </p14:cNvPr>
                <p14:cNvContentPartPr/>
                <p14:nvPr/>
              </p14:nvContentPartPr>
              <p14:xfrm>
                <a:off x="4146992" y="487163"/>
                <a:ext cx="104760" cy="2127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D9C0BBB-6ED0-D049-A827-4871158C8E8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137992" y="478523"/>
                  <a:ext cx="12240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F15922F-A2AC-4E47-0DBA-A7DC444CB7C2}"/>
                    </a:ext>
                  </a:extLst>
                </p14:cNvPr>
                <p14:cNvContentPartPr/>
                <p14:nvPr/>
              </p14:nvContentPartPr>
              <p14:xfrm>
                <a:off x="4383152" y="391043"/>
                <a:ext cx="34560" cy="2988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F15922F-A2AC-4E47-0DBA-A7DC444CB7C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374512" y="382043"/>
                  <a:ext cx="5220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8561818-7383-F043-70A1-7589252FFE82}"/>
                    </a:ext>
                  </a:extLst>
                </p14:cNvPr>
                <p14:cNvContentPartPr/>
                <p14:nvPr/>
              </p14:nvContentPartPr>
              <p14:xfrm>
                <a:off x="4341392" y="515603"/>
                <a:ext cx="190440" cy="554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8561818-7383-F043-70A1-7589252FFE8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332752" y="506603"/>
                  <a:ext cx="208080" cy="7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BE6E0EE-D287-BDFD-3A31-DE54CAC86C89}"/>
              </a:ext>
            </a:extLst>
          </p:cNvPr>
          <p:cNvGrpSpPr/>
          <p:nvPr/>
        </p:nvGrpSpPr>
        <p:grpSpPr>
          <a:xfrm>
            <a:off x="5027552" y="311483"/>
            <a:ext cx="1134000" cy="444960"/>
            <a:chOff x="5027552" y="311483"/>
            <a:chExt cx="1134000" cy="44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FFF8408-33EE-A859-F387-EFE36E37794B}"/>
                    </a:ext>
                  </a:extLst>
                </p14:cNvPr>
                <p14:cNvContentPartPr/>
                <p14:nvPr/>
              </p14:nvContentPartPr>
              <p14:xfrm>
                <a:off x="5027552" y="488963"/>
                <a:ext cx="107640" cy="2664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FFF8408-33EE-A859-F387-EFE36E37794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018552" y="480323"/>
                  <a:ext cx="12528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498EF81-17B4-368A-0F1D-029528C968F1}"/>
                    </a:ext>
                  </a:extLst>
                </p14:cNvPr>
                <p14:cNvContentPartPr/>
                <p14:nvPr/>
              </p14:nvContentPartPr>
              <p14:xfrm>
                <a:off x="5201792" y="528563"/>
                <a:ext cx="563400" cy="227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498EF81-17B4-368A-0F1D-029528C968F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192792" y="519923"/>
                  <a:ext cx="58104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164DE1D-B306-64DB-66B1-43683A26E262}"/>
                    </a:ext>
                  </a:extLst>
                </p14:cNvPr>
                <p14:cNvContentPartPr/>
                <p14:nvPr/>
              </p14:nvContentPartPr>
              <p14:xfrm>
                <a:off x="5827832" y="311483"/>
                <a:ext cx="333720" cy="4330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164DE1D-B306-64DB-66B1-43683A26E26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819192" y="302843"/>
                  <a:ext cx="351360" cy="450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C129FBC-8871-CC55-B8F1-4C6138E199E5}"/>
              </a:ext>
            </a:extLst>
          </p:cNvPr>
          <p:cNvGrpSpPr/>
          <p:nvPr/>
        </p:nvGrpSpPr>
        <p:grpSpPr>
          <a:xfrm>
            <a:off x="6629552" y="188003"/>
            <a:ext cx="2056680" cy="683640"/>
            <a:chOff x="6629552" y="188003"/>
            <a:chExt cx="2056680" cy="68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C2BAF1F-F463-8AE8-3358-FDE1F840548B}"/>
                    </a:ext>
                  </a:extLst>
                </p14:cNvPr>
                <p14:cNvContentPartPr/>
                <p14:nvPr/>
              </p14:nvContentPartPr>
              <p14:xfrm>
                <a:off x="6629552" y="319043"/>
                <a:ext cx="444240" cy="3974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C2BAF1F-F463-8AE8-3358-FDE1F840548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620912" y="310403"/>
                  <a:ext cx="46188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B03FE9E-201D-6609-B8FD-A379A17BDB8D}"/>
                    </a:ext>
                  </a:extLst>
                </p14:cNvPr>
                <p14:cNvContentPartPr/>
                <p14:nvPr/>
              </p14:nvContentPartPr>
              <p14:xfrm>
                <a:off x="7078112" y="537563"/>
                <a:ext cx="130320" cy="3340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B03FE9E-201D-6609-B8FD-A379A17BDB8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069112" y="528563"/>
                  <a:ext cx="14796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1CED659-BC9B-8215-F7C0-B4C2D85F5C16}"/>
                    </a:ext>
                  </a:extLst>
                </p14:cNvPr>
                <p14:cNvContentPartPr/>
                <p14:nvPr/>
              </p14:nvContentPartPr>
              <p14:xfrm>
                <a:off x="7320032" y="526763"/>
                <a:ext cx="111960" cy="1396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1CED659-BC9B-8215-F7C0-B4C2D85F5C1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311032" y="518123"/>
                  <a:ext cx="12960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723293A-D768-A9A0-2A17-5E669050AD8B}"/>
                    </a:ext>
                  </a:extLst>
                </p14:cNvPr>
                <p14:cNvContentPartPr/>
                <p14:nvPr/>
              </p14:nvContentPartPr>
              <p14:xfrm>
                <a:off x="7501472" y="488963"/>
                <a:ext cx="168120" cy="1713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723293A-D768-A9A0-2A17-5E669050AD8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492472" y="480323"/>
                  <a:ext cx="18576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ED25C34-DE4A-FE23-AA91-C3F1E8FC031A}"/>
                    </a:ext>
                  </a:extLst>
                </p14:cNvPr>
                <p14:cNvContentPartPr/>
                <p14:nvPr/>
              </p14:nvContentPartPr>
              <p14:xfrm>
                <a:off x="7662392" y="350723"/>
                <a:ext cx="14040" cy="302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ED25C34-DE4A-FE23-AA91-C3F1E8FC031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653752" y="341723"/>
                  <a:ext cx="3168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D2D1098-34C4-B311-E5DD-B922F3B4E0D6}"/>
                    </a:ext>
                  </a:extLst>
                </p14:cNvPr>
                <p14:cNvContentPartPr/>
                <p14:nvPr/>
              </p14:nvContentPartPr>
              <p14:xfrm>
                <a:off x="7807112" y="301403"/>
                <a:ext cx="11520" cy="3304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D2D1098-34C4-B311-E5DD-B922F3B4E0D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798472" y="292403"/>
                  <a:ext cx="2916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F8BAA6C-DC21-2F9C-41FF-9FF878A8267A}"/>
                    </a:ext>
                  </a:extLst>
                </p14:cNvPr>
                <p14:cNvContentPartPr/>
                <p14:nvPr/>
              </p14:nvContentPartPr>
              <p14:xfrm>
                <a:off x="7745192" y="188003"/>
                <a:ext cx="351720" cy="4359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F8BAA6C-DC21-2F9C-41FF-9FF878A8267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736192" y="179363"/>
                  <a:ext cx="369360" cy="45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BBF9184-3BEF-C7B7-9599-4533CF32B752}"/>
                    </a:ext>
                  </a:extLst>
                </p14:cNvPr>
                <p14:cNvContentPartPr/>
                <p14:nvPr/>
              </p14:nvContentPartPr>
              <p14:xfrm>
                <a:off x="8137592" y="441803"/>
                <a:ext cx="316800" cy="1818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BBF9184-3BEF-C7B7-9599-4533CF32B75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128592" y="432803"/>
                  <a:ext cx="33444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D52B929-E02D-5CB6-B780-AEC57B6C07E3}"/>
                    </a:ext>
                  </a:extLst>
                </p14:cNvPr>
                <p14:cNvContentPartPr/>
                <p14:nvPr/>
              </p14:nvContentPartPr>
              <p14:xfrm>
                <a:off x="8672552" y="570323"/>
                <a:ext cx="13680" cy="435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D52B929-E02D-5CB6-B780-AEC57B6C07E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663912" y="561323"/>
                  <a:ext cx="31320" cy="612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50" name="Picture 49">
            <a:extLst>
              <a:ext uri="{FF2B5EF4-FFF2-40B4-BE49-F238E27FC236}">
                <a16:creationId xmlns:a16="http://schemas.microsoft.com/office/drawing/2014/main" id="{70397168-0ADB-96C0-64B7-2904C18BD26C}"/>
              </a:ext>
            </a:extLst>
          </p:cNvPr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114300" y="1300963"/>
            <a:ext cx="9587160" cy="4483349"/>
          </a:xfrm>
          <a:prstGeom prst="rect">
            <a:avLst/>
          </a:prstGeom>
        </p:spPr>
      </p:pic>
      <p:grpSp>
        <p:nvGrpSpPr>
          <p:cNvPr id="53" name="Group 52">
            <a:extLst>
              <a:ext uri="{FF2B5EF4-FFF2-40B4-BE49-F238E27FC236}">
                <a16:creationId xmlns:a16="http://schemas.microsoft.com/office/drawing/2014/main" id="{E92DFD31-44E1-20EE-9905-53F0E415D0A3}"/>
              </a:ext>
            </a:extLst>
          </p:cNvPr>
          <p:cNvGrpSpPr/>
          <p:nvPr/>
        </p:nvGrpSpPr>
        <p:grpSpPr>
          <a:xfrm>
            <a:off x="3442112" y="1326323"/>
            <a:ext cx="426240" cy="493920"/>
            <a:chOff x="3442112" y="1326323"/>
            <a:chExt cx="426240" cy="49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7AF0D18-139E-8F3D-E284-F5EF9DB15157}"/>
                    </a:ext>
                  </a:extLst>
                </p14:cNvPr>
                <p14:cNvContentPartPr/>
                <p14:nvPr/>
              </p14:nvContentPartPr>
              <p14:xfrm>
                <a:off x="3544352" y="1428563"/>
                <a:ext cx="78480" cy="2599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7AF0D18-139E-8F3D-E284-F5EF9DB15157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3526352" y="1410923"/>
                  <a:ext cx="11412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82D66DD-EDCE-2C89-E7A2-A085E7F49A92}"/>
                    </a:ext>
                  </a:extLst>
                </p14:cNvPr>
                <p14:cNvContentPartPr/>
                <p14:nvPr/>
              </p14:nvContentPartPr>
              <p14:xfrm>
                <a:off x="3442112" y="1326323"/>
                <a:ext cx="426240" cy="4939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82D66DD-EDCE-2C89-E7A2-A085E7F49A92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3424112" y="1308683"/>
                  <a:ext cx="461880" cy="529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89F22F91-BDCC-CD19-A7C5-29499B9E7364}"/>
                  </a:ext>
                </a:extLst>
              </p14:cNvPr>
              <p14:cNvContentPartPr/>
              <p14:nvPr/>
            </p14:nvContentPartPr>
            <p14:xfrm>
              <a:off x="1650752" y="3333683"/>
              <a:ext cx="1132560" cy="70812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89F22F91-BDCC-CD19-A7C5-29499B9E7364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1633112" y="3316043"/>
                <a:ext cx="1168200" cy="743760"/>
              </a:xfrm>
              <a:prstGeom prst="rect">
                <a:avLst/>
              </a:prstGeom>
            </p:spPr>
          </p:pic>
        </mc:Fallback>
      </mc:AlternateContent>
      <p:grpSp>
        <p:nvGrpSpPr>
          <p:cNvPr id="76" name="Group 75">
            <a:extLst>
              <a:ext uri="{FF2B5EF4-FFF2-40B4-BE49-F238E27FC236}">
                <a16:creationId xmlns:a16="http://schemas.microsoft.com/office/drawing/2014/main" id="{B16DB4F3-2D4C-CB88-C809-1BA4B0EB8FAA}"/>
              </a:ext>
            </a:extLst>
          </p:cNvPr>
          <p:cNvGrpSpPr/>
          <p:nvPr/>
        </p:nvGrpSpPr>
        <p:grpSpPr>
          <a:xfrm>
            <a:off x="1122632" y="2169803"/>
            <a:ext cx="3747240" cy="3467160"/>
            <a:chOff x="1122632" y="2169803"/>
            <a:chExt cx="3747240" cy="346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FA1489A-DD0A-9B6C-5546-BC0901DCD6D5}"/>
                    </a:ext>
                  </a:extLst>
                </p14:cNvPr>
                <p14:cNvContentPartPr/>
                <p14:nvPr/>
              </p14:nvContentPartPr>
              <p14:xfrm>
                <a:off x="1624832" y="2390123"/>
                <a:ext cx="1229760" cy="7326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FA1489A-DD0A-9B6C-5546-BC0901DCD6D5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607192" y="2372483"/>
                  <a:ext cx="1265400" cy="76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62E10B8-CB8C-E73C-6E23-719B86226CA9}"/>
                    </a:ext>
                  </a:extLst>
                </p14:cNvPr>
                <p14:cNvContentPartPr/>
                <p14:nvPr/>
              </p14:nvContentPartPr>
              <p14:xfrm>
                <a:off x="1320272" y="2318483"/>
                <a:ext cx="165960" cy="1936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62E10B8-CB8C-E73C-6E23-719B86226CA9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302272" y="2300483"/>
                  <a:ext cx="20160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88169C4-AE32-4E47-7340-C9462FB6B003}"/>
                    </a:ext>
                  </a:extLst>
                </p14:cNvPr>
                <p14:cNvContentPartPr/>
                <p14:nvPr/>
              </p14:nvContentPartPr>
              <p14:xfrm>
                <a:off x="1122632" y="2169803"/>
                <a:ext cx="529200" cy="4654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88169C4-AE32-4E47-7340-C9462FB6B003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104992" y="2151803"/>
                  <a:ext cx="564840" cy="50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D853F27-6189-6F85-3ABF-8612C0314D25}"/>
                    </a:ext>
                  </a:extLst>
                </p14:cNvPr>
                <p14:cNvContentPartPr/>
                <p14:nvPr/>
              </p14:nvContentPartPr>
              <p14:xfrm>
                <a:off x="3141512" y="4826963"/>
                <a:ext cx="128880" cy="2620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D853F27-6189-6F85-3ABF-8612C0314D25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123872" y="4808963"/>
                  <a:ext cx="16452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07FC98B-8C2F-A0E1-74E4-8E59DFC32372}"/>
                    </a:ext>
                  </a:extLst>
                </p14:cNvPr>
                <p14:cNvContentPartPr/>
                <p14:nvPr/>
              </p14:nvContentPartPr>
              <p14:xfrm>
                <a:off x="3041072" y="4797803"/>
                <a:ext cx="382680" cy="3895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07FC98B-8C2F-A0E1-74E4-8E59DFC32372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3023072" y="4779803"/>
                  <a:ext cx="418320" cy="42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DE67792-E056-7422-56AD-735D1B9C801C}"/>
                    </a:ext>
                  </a:extLst>
                </p14:cNvPr>
                <p14:cNvContentPartPr/>
                <p14:nvPr/>
              </p14:nvContentPartPr>
              <p14:xfrm>
                <a:off x="1688912" y="4323683"/>
                <a:ext cx="1120320" cy="6346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DE67792-E056-7422-56AD-735D1B9C801C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670912" y="4306043"/>
                  <a:ext cx="1155960" cy="67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00947F2-1F0D-FEDC-4244-E98CA9659A47}"/>
                    </a:ext>
                  </a:extLst>
                </p14:cNvPr>
                <p14:cNvContentPartPr/>
                <p14:nvPr/>
              </p14:nvContentPartPr>
              <p14:xfrm>
                <a:off x="1749752" y="5271563"/>
                <a:ext cx="168480" cy="1494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00947F2-1F0D-FEDC-4244-E98CA9659A47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731752" y="5253563"/>
                  <a:ext cx="20412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51E0BBB-85D4-0E29-56E7-CA4DCC76D7DF}"/>
                    </a:ext>
                  </a:extLst>
                </p14:cNvPr>
                <p14:cNvContentPartPr/>
                <p14:nvPr/>
              </p14:nvContentPartPr>
              <p14:xfrm>
                <a:off x="1854512" y="5318723"/>
                <a:ext cx="50040" cy="1962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51E0BBB-85D4-0E29-56E7-CA4DCC76D7DF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836512" y="5300723"/>
                  <a:ext cx="8568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E1227E4-2E2C-1599-7B90-E9C68D72E43A}"/>
                    </a:ext>
                  </a:extLst>
                </p14:cNvPr>
                <p14:cNvContentPartPr/>
                <p14:nvPr/>
              </p14:nvContentPartPr>
              <p14:xfrm>
                <a:off x="1625912" y="5163203"/>
                <a:ext cx="487800" cy="4737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E1227E4-2E2C-1599-7B90-E9C68D72E43A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607912" y="5145563"/>
                  <a:ext cx="523440" cy="50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C8BCE6A-E6A6-A180-21D6-673C332A5FC8}"/>
                    </a:ext>
                  </a:extLst>
                </p14:cNvPr>
                <p14:cNvContentPartPr/>
                <p14:nvPr/>
              </p14:nvContentPartPr>
              <p14:xfrm>
                <a:off x="2728232" y="4000043"/>
                <a:ext cx="161280" cy="734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C8BCE6A-E6A6-A180-21D6-673C332A5FC8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2710592" y="3982403"/>
                  <a:ext cx="19692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A7F806A8-5492-6692-FDEA-AC6EEE8CE129}"/>
                    </a:ext>
                  </a:extLst>
                </p14:cNvPr>
                <p14:cNvContentPartPr/>
                <p14:nvPr/>
              </p14:nvContentPartPr>
              <p14:xfrm>
                <a:off x="2637512" y="4326563"/>
                <a:ext cx="156960" cy="723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A7F806A8-5492-6692-FDEA-AC6EEE8CE129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2619872" y="4308563"/>
                  <a:ext cx="1926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961B249C-A2C0-6E6A-14BF-E7E4D232DF6E}"/>
                    </a:ext>
                  </a:extLst>
                </p14:cNvPr>
                <p14:cNvContentPartPr/>
                <p14:nvPr/>
              </p14:nvContentPartPr>
              <p14:xfrm>
                <a:off x="3592952" y="2412083"/>
                <a:ext cx="1167480" cy="15656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961B249C-A2C0-6E6A-14BF-E7E4D232DF6E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3574952" y="2394083"/>
                  <a:ext cx="1203120" cy="160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792818C3-2B9E-3975-BAA2-23B4CA30C347}"/>
                    </a:ext>
                  </a:extLst>
                </p14:cNvPr>
                <p14:cNvContentPartPr/>
                <p14:nvPr/>
              </p14:nvContentPartPr>
              <p14:xfrm>
                <a:off x="4623632" y="4281563"/>
                <a:ext cx="123120" cy="3441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792818C3-2B9E-3975-BAA2-23B4CA30C347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4605992" y="4263563"/>
                  <a:ext cx="15876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CA690AA-D90E-0389-3114-266BCB9181DC}"/>
                    </a:ext>
                  </a:extLst>
                </p14:cNvPr>
                <p14:cNvContentPartPr/>
                <p14:nvPr/>
              </p14:nvContentPartPr>
              <p14:xfrm>
                <a:off x="4646672" y="4331603"/>
                <a:ext cx="93240" cy="313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CA690AA-D90E-0389-3114-266BCB9181DC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4629032" y="4313963"/>
                  <a:ext cx="1288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3E59F98-C4E4-AAFF-EC10-C8BF1B4197FA}"/>
                    </a:ext>
                  </a:extLst>
                </p14:cNvPr>
                <p14:cNvContentPartPr/>
                <p14:nvPr/>
              </p14:nvContentPartPr>
              <p14:xfrm>
                <a:off x="4452272" y="4190123"/>
                <a:ext cx="417600" cy="5202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3E59F98-C4E4-AAFF-EC10-C8BF1B4197FA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4434632" y="4172123"/>
                  <a:ext cx="453240" cy="555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E4AB9130-CC8A-9679-973F-EAF14B5AA6CE}"/>
                  </a:ext>
                </a:extLst>
              </p14:cNvPr>
              <p14:cNvContentPartPr/>
              <p14:nvPr/>
            </p14:nvContentPartPr>
            <p14:xfrm>
              <a:off x="4779872" y="3920843"/>
              <a:ext cx="77400" cy="10188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E4AB9130-CC8A-9679-973F-EAF14B5AA6CE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4762232" y="3902843"/>
                <a:ext cx="113040" cy="137520"/>
              </a:xfrm>
              <a:prstGeom prst="rect">
                <a:avLst/>
              </a:prstGeom>
            </p:spPr>
          </p:pic>
        </mc:Fallback>
      </mc:AlternateContent>
      <p:grpSp>
        <p:nvGrpSpPr>
          <p:cNvPr id="81" name="Group 80">
            <a:extLst>
              <a:ext uri="{FF2B5EF4-FFF2-40B4-BE49-F238E27FC236}">
                <a16:creationId xmlns:a16="http://schemas.microsoft.com/office/drawing/2014/main" id="{273508FC-0BCB-7B78-77EE-646BDAE7A2B9}"/>
              </a:ext>
            </a:extLst>
          </p:cNvPr>
          <p:cNvGrpSpPr/>
          <p:nvPr/>
        </p:nvGrpSpPr>
        <p:grpSpPr>
          <a:xfrm>
            <a:off x="5270192" y="2317403"/>
            <a:ext cx="710280" cy="1416240"/>
            <a:chOff x="5270192" y="2317403"/>
            <a:chExt cx="710280" cy="141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CD9DBF8-7D78-E575-5F39-85A0CE24DB78}"/>
                    </a:ext>
                  </a:extLst>
                </p14:cNvPr>
                <p14:cNvContentPartPr/>
                <p14:nvPr/>
              </p14:nvContentPartPr>
              <p14:xfrm>
                <a:off x="5270192" y="2652563"/>
                <a:ext cx="20880" cy="10810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CD9DBF8-7D78-E575-5F39-85A0CE24DB78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252552" y="2634923"/>
                  <a:ext cx="56520" cy="11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28BC5AE-35E0-38C4-8F8B-10869CDFEF1F}"/>
                    </a:ext>
                  </a:extLst>
                </p14:cNvPr>
                <p14:cNvContentPartPr/>
                <p14:nvPr/>
              </p14:nvContentPartPr>
              <p14:xfrm>
                <a:off x="5631992" y="2467523"/>
                <a:ext cx="153360" cy="2750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28BC5AE-35E0-38C4-8F8B-10869CDFEF1F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5614352" y="2449523"/>
                  <a:ext cx="18900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9A4AD3E-B226-22DE-CF9C-6AD7C0532E6B}"/>
                    </a:ext>
                  </a:extLst>
                </p14:cNvPr>
                <p14:cNvContentPartPr/>
                <p14:nvPr/>
              </p14:nvContentPartPr>
              <p14:xfrm>
                <a:off x="5495552" y="2317403"/>
                <a:ext cx="484920" cy="5832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9A4AD3E-B226-22DE-CF9C-6AD7C0532E6B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5477912" y="2299403"/>
                  <a:ext cx="520560" cy="61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E1B67EF2-C06F-85E8-118F-DA72244A775B}"/>
              </a:ext>
            </a:extLst>
          </p:cNvPr>
          <p:cNvGrpSpPr/>
          <p:nvPr/>
        </p:nvGrpSpPr>
        <p:grpSpPr>
          <a:xfrm>
            <a:off x="7458272" y="1575443"/>
            <a:ext cx="471240" cy="514080"/>
            <a:chOff x="7458272" y="1575443"/>
            <a:chExt cx="471240" cy="51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ACCBDB46-67C9-01AD-1CA5-586905950003}"/>
                    </a:ext>
                  </a:extLst>
                </p14:cNvPr>
                <p14:cNvContentPartPr/>
                <p14:nvPr/>
              </p14:nvContentPartPr>
              <p14:xfrm>
                <a:off x="7581392" y="1732403"/>
                <a:ext cx="134280" cy="2577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ACCBDB46-67C9-01AD-1CA5-586905950003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563752" y="1714403"/>
                  <a:ext cx="16992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7ABA7932-DCEC-514A-1367-0A82C6348515}"/>
                    </a:ext>
                  </a:extLst>
                </p14:cNvPr>
                <p14:cNvContentPartPr/>
                <p14:nvPr/>
              </p14:nvContentPartPr>
              <p14:xfrm>
                <a:off x="7638992" y="1862003"/>
                <a:ext cx="119880" cy="439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7ABA7932-DCEC-514A-1367-0A82C6348515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7621352" y="1844363"/>
                  <a:ext cx="15552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829C9C0-824E-8FCA-3213-AADE43A9A825}"/>
                    </a:ext>
                  </a:extLst>
                </p14:cNvPr>
                <p14:cNvContentPartPr/>
                <p14:nvPr/>
              </p14:nvContentPartPr>
              <p14:xfrm>
                <a:off x="7458272" y="1575443"/>
                <a:ext cx="471240" cy="5140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829C9C0-824E-8FCA-3213-AADE43A9A825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7440272" y="1557803"/>
                  <a:ext cx="506880" cy="54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74DA9375-8B6F-017D-AB4C-A24D7385D7E8}"/>
              </a:ext>
            </a:extLst>
          </p:cNvPr>
          <p:cNvGrpSpPr/>
          <p:nvPr/>
        </p:nvGrpSpPr>
        <p:grpSpPr>
          <a:xfrm>
            <a:off x="7186832" y="2555363"/>
            <a:ext cx="1985760" cy="1382400"/>
            <a:chOff x="7186832" y="2555363"/>
            <a:chExt cx="1985760" cy="138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5D1D1DE4-8E3E-3B8E-FA81-9DDB1E2B955E}"/>
                    </a:ext>
                  </a:extLst>
                </p14:cNvPr>
                <p14:cNvContentPartPr/>
                <p14:nvPr/>
              </p14:nvContentPartPr>
              <p14:xfrm>
                <a:off x="7206632" y="2756603"/>
                <a:ext cx="3240" cy="14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5D1D1DE4-8E3E-3B8E-FA81-9DDB1E2B955E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7188632" y="2738603"/>
                  <a:ext cx="388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2DDF9C0-2463-EFD4-D377-4241C95C2969}"/>
                    </a:ext>
                  </a:extLst>
                </p14:cNvPr>
                <p14:cNvContentPartPr/>
                <p14:nvPr/>
              </p14:nvContentPartPr>
              <p14:xfrm>
                <a:off x="7186832" y="2648603"/>
                <a:ext cx="15840" cy="10825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2DDF9C0-2463-EFD4-D377-4241C95C2969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168832" y="2630963"/>
                  <a:ext cx="51480" cy="11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9BF8BDA-7F88-ED9F-4787-F579F24C0535}"/>
                    </a:ext>
                  </a:extLst>
                </p14:cNvPr>
                <p14:cNvContentPartPr/>
                <p14:nvPr/>
              </p14:nvContentPartPr>
              <p14:xfrm>
                <a:off x="7409312" y="3285803"/>
                <a:ext cx="90720" cy="2847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9BF8BDA-7F88-ED9F-4787-F579F24C0535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391312" y="3267803"/>
                  <a:ext cx="12636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DA1635D-E4AD-20E7-20BF-B21D6C315CA7}"/>
                    </a:ext>
                  </a:extLst>
                </p14:cNvPr>
                <p14:cNvContentPartPr/>
                <p14:nvPr/>
              </p14:nvContentPartPr>
              <p14:xfrm>
                <a:off x="7301312" y="3169883"/>
                <a:ext cx="400680" cy="4780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DA1635D-E4AD-20E7-20BF-B21D6C315CA7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7283312" y="3152243"/>
                  <a:ext cx="436320" cy="51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BB37D7E-DBE4-4B06-F29E-FFD59C2F474F}"/>
                    </a:ext>
                  </a:extLst>
                </p14:cNvPr>
                <p14:cNvContentPartPr/>
                <p14:nvPr/>
              </p14:nvContentPartPr>
              <p14:xfrm>
                <a:off x="7451072" y="2555363"/>
                <a:ext cx="1252800" cy="13824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BB37D7E-DBE4-4B06-F29E-FFD59C2F474F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433072" y="2537363"/>
                  <a:ext cx="1288440" cy="141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BA7F45D1-8DC3-692D-D572-75B075670463}"/>
                    </a:ext>
                  </a:extLst>
                </p14:cNvPr>
                <p14:cNvContentPartPr/>
                <p14:nvPr/>
              </p14:nvContentPartPr>
              <p14:xfrm>
                <a:off x="8838512" y="2742563"/>
                <a:ext cx="137160" cy="2746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BA7F45D1-8DC3-692D-D572-75B075670463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8820872" y="2724923"/>
                  <a:ext cx="17280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2D105FAB-84AD-CD92-CEBE-C44E864CAC31}"/>
                    </a:ext>
                  </a:extLst>
                </p14:cNvPr>
                <p14:cNvContentPartPr/>
                <p14:nvPr/>
              </p14:nvContentPartPr>
              <p14:xfrm>
                <a:off x="8724392" y="2650403"/>
                <a:ext cx="448200" cy="4924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2D105FAB-84AD-CD92-CEBE-C44E864CAC31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8706392" y="2632403"/>
                  <a:ext cx="483840" cy="528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B6BBDF85-4208-D9CE-C29C-BB736BE05921}"/>
                  </a:ext>
                </a:extLst>
              </p14:cNvPr>
              <p14:cNvContentPartPr/>
              <p14:nvPr/>
            </p14:nvContentPartPr>
            <p14:xfrm>
              <a:off x="7047512" y="2527643"/>
              <a:ext cx="1440" cy="216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B6BBDF85-4208-D9CE-C29C-BB736BE05921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7029872" y="2509643"/>
                <a:ext cx="37080" cy="37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44352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8E9D2-67F1-C7C3-5B65-6334CE8B8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68CF985-434F-CB5D-EA13-E24AAE48B27E}"/>
              </a:ext>
            </a:extLst>
          </p:cNvPr>
          <p:cNvSpPr/>
          <p:nvPr/>
        </p:nvSpPr>
        <p:spPr>
          <a:xfrm>
            <a:off x="0" y="76200"/>
            <a:ext cx="253306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Dijkstra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E56A17D-12C3-FF60-84C2-BFE0A756D0ED}"/>
              </a:ext>
            </a:extLst>
          </p:cNvPr>
          <p:cNvGrpSpPr/>
          <p:nvPr/>
        </p:nvGrpSpPr>
        <p:grpSpPr>
          <a:xfrm>
            <a:off x="264480" y="1462200"/>
            <a:ext cx="2068200" cy="637920"/>
            <a:chOff x="628352" y="473483"/>
            <a:chExt cx="2068200" cy="63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C73E275-03AA-C40C-5B06-3C56319403CD}"/>
                    </a:ext>
                  </a:extLst>
                </p14:cNvPr>
                <p14:cNvContentPartPr/>
                <p14:nvPr/>
              </p14:nvContentPartPr>
              <p14:xfrm>
                <a:off x="628352" y="1109963"/>
                <a:ext cx="5760" cy="14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BF9E2E29-A93F-EE56-F290-428D799A8B0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19712" y="1100963"/>
                  <a:ext cx="234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E2A7577-C7FE-6503-ADCB-F17F5DB7412C}"/>
                    </a:ext>
                  </a:extLst>
                </p14:cNvPr>
                <p14:cNvContentPartPr/>
                <p14:nvPr/>
              </p14:nvContentPartPr>
              <p14:xfrm>
                <a:off x="718352" y="487163"/>
                <a:ext cx="634680" cy="5932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2C6989F-D575-A1BB-BB8C-FB10F0FAB41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09712" y="478523"/>
                  <a:ext cx="652320" cy="61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FA2056B-82FD-DC71-143F-52D91A214B96}"/>
                    </a:ext>
                  </a:extLst>
                </p14:cNvPr>
                <p14:cNvContentPartPr/>
                <p14:nvPr/>
              </p14:nvContentPartPr>
              <p14:xfrm>
                <a:off x="1434392" y="952643"/>
                <a:ext cx="360" cy="36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E59B9E8-E84A-EC01-D5AB-67F0B6C08BF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425752" y="944003"/>
                  <a:ext cx="180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60E270D-7F0B-C024-EA56-A58187C45436}"/>
                    </a:ext>
                  </a:extLst>
                </p14:cNvPr>
                <p14:cNvContentPartPr/>
                <p14:nvPr/>
              </p14:nvContentPartPr>
              <p14:xfrm>
                <a:off x="1410632" y="721523"/>
                <a:ext cx="149040" cy="2620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433B489-FA7F-4459-80E6-55C589E73BC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401632" y="712883"/>
                  <a:ext cx="16668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FC50D76-E581-43F6-F80C-EA7587837279}"/>
                    </a:ext>
                  </a:extLst>
                </p14:cNvPr>
                <p14:cNvContentPartPr/>
                <p14:nvPr/>
              </p14:nvContentPartPr>
              <p14:xfrm>
                <a:off x="1660832" y="716483"/>
                <a:ext cx="159120" cy="2307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1C84C7D-DEFB-7335-5D6B-1EF6AE18E27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651832" y="707843"/>
                  <a:ext cx="17676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59CFCB2-54FB-4BAE-7FD5-108304FAA6AE}"/>
                    </a:ext>
                  </a:extLst>
                </p14:cNvPr>
                <p14:cNvContentPartPr/>
                <p14:nvPr/>
              </p14:nvContentPartPr>
              <p14:xfrm>
                <a:off x="1975472" y="473483"/>
                <a:ext cx="26640" cy="4320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31A7571-6502-7592-433F-98E4F26AB89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966472" y="464483"/>
                  <a:ext cx="44280" cy="44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0441B9C-8329-8118-8D0F-F59EFC19231F}"/>
                    </a:ext>
                  </a:extLst>
                </p14:cNvPr>
                <p14:cNvContentPartPr/>
                <p14:nvPr/>
              </p14:nvContentPartPr>
              <p14:xfrm>
                <a:off x="1905992" y="641243"/>
                <a:ext cx="527760" cy="2743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2E9D679-8F1B-EE7F-E85A-740BF6C2A69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896992" y="632603"/>
                  <a:ext cx="54540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6092902-4595-0D5B-9CA3-246473866C15}"/>
                    </a:ext>
                  </a:extLst>
                </p14:cNvPr>
                <p14:cNvContentPartPr/>
                <p14:nvPr/>
              </p14:nvContentPartPr>
              <p14:xfrm>
                <a:off x="2532032" y="491483"/>
                <a:ext cx="28800" cy="4273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4A4B864-6408-BDA2-F771-AC7C6B4DCB3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523032" y="482483"/>
                  <a:ext cx="46440" cy="44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C656AB8-AAAA-C319-77E2-1612AB8AF425}"/>
                    </a:ext>
                  </a:extLst>
                </p14:cNvPr>
                <p14:cNvContentPartPr/>
                <p14:nvPr/>
              </p14:nvContentPartPr>
              <p14:xfrm>
                <a:off x="2455712" y="677243"/>
                <a:ext cx="240840" cy="194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CC0DDE5-EFAC-1927-FDD7-01D5F8DD701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447072" y="668603"/>
                  <a:ext cx="258480" cy="3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576FCCB-3879-2CE3-B94E-25A0CF4C844E}"/>
              </a:ext>
            </a:extLst>
          </p:cNvPr>
          <p:cNvGrpSpPr/>
          <p:nvPr/>
        </p:nvGrpSpPr>
        <p:grpSpPr>
          <a:xfrm>
            <a:off x="3062400" y="1212360"/>
            <a:ext cx="1007640" cy="565920"/>
            <a:chOff x="3426272" y="223643"/>
            <a:chExt cx="1007640" cy="56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A1F32B4-A470-5360-E7DD-C104F35360B8}"/>
                    </a:ext>
                  </a:extLst>
                </p14:cNvPr>
                <p14:cNvContentPartPr/>
                <p14:nvPr/>
              </p14:nvContentPartPr>
              <p14:xfrm>
                <a:off x="3426272" y="263603"/>
                <a:ext cx="175680" cy="5259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10A36A6-A220-5598-39E5-7F490A43A50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417632" y="254963"/>
                  <a:ext cx="193320" cy="54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A19D5CB-FF59-3B65-1CD8-CB8F1D8E3F5C}"/>
                    </a:ext>
                  </a:extLst>
                </p14:cNvPr>
                <p14:cNvContentPartPr/>
                <p14:nvPr/>
              </p14:nvContentPartPr>
              <p14:xfrm>
                <a:off x="3664232" y="378443"/>
                <a:ext cx="354600" cy="3762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A65167C-4857-EDF1-061B-9657DBE740E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655592" y="369803"/>
                  <a:ext cx="372240" cy="39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B9B5E47-9383-437E-74CC-49071C501AD1}"/>
                    </a:ext>
                  </a:extLst>
                </p14:cNvPr>
                <p14:cNvContentPartPr/>
                <p14:nvPr/>
              </p14:nvContentPartPr>
              <p14:xfrm>
                <a:off x="3866912" y="527483"/>
                <a:ext cx="266400" cy="259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F07FF56-CA39-9959-020F-3C478C7468A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857912" y="518483"/>
                  <a:ext cx="28404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62203C0-069F-E1C3-8049-7F0EF9EA899D}"/>
                    </a:ext>
                  </a:extLst>
                </p14:cNvPr>
                <p14:cNvContentPartPr/>
                <p14:nvPr/>
              </p14:nvContentPartPr>
              <p14:xfrm>
                <a:off x="4247432" y="223643"/>
                <a:ext cx="186480" cy="5367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A2746ED-F8D8-1AF3-7DC5-EE6789BFB5D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238792" y="214643"/>
                  <a:ext cx="204120" cy="554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F6F56452-713D-CA6B-B3AC-CCE16F8F7886}"/>
                  </a:ext>
                </a:extLst>
              </p14:cNvPr>
              <p14:cNvContentPartPr/>
              <p14:nvPr/>
            </p14:nvContentPartPr>
            <p14:xfrm>
              <a:off x="200760" y="2233680"/>
              <a:ext cx="3769200" cy="19008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F6F56452-713D-CA6B-B3AC-CCE16F8F7886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91760" y="2224663"/>
                <a:ext cx="3786840" cy="2077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B47393A2-C55D-F1FC-5D3A-739D9B2B13A3}"/>
                  </a:ext>
                </a:extLst>
              </p14:cNvPr>
              <p14:cNvContentPartPr/>
              <p14:nvPr/>
            </p14:nvContentPartPr>
            <p14:xfrm>
              <a:off x="4373880" y="1486680"/>
              <a:ext cx="115200" cy="8784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B47393A2-C55D-F1FC-5D3A-739D9B2B13A3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4364880" y="1477680"/>
                <a:ext cx="132840" cy="10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EA0E750C-9A9A-B6F9-800C-FA8D97A9D881}"/>
                  </a:ext>
                </a:extLst>
              </p14:cNvPr>
              <p14:cNvContentPartPr/>
              <p14:nvPr/>
            </p14:nvContentPartPr>
            <p14:xfrm>
              <a:off x="4407360" y="1786920"/>
              <a:ext cx="105840" cy="6084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EA0E750C-9A9A-B6F9-800C-FA8D97A9D881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4398360" y="1777920"/>
                <a:ext cx="123480" cy="78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8C1FBC56-65BB-0A3F-619D-D668B2AD7393}"/>
              </a:ext>
            </a:extLst>
          </p:cNvPr>
          <p:cNvGrpSpPr/>
          <p:nvPr/>
        </p:nvGrpSpPr>
        <p:grpSpPr>
          <a:xfrm>
            <a:off x="533400" y="2590800"/>
            <a:ext cx="1676880" cy="783000"/>
            <a:chOff x="897272" y="1602083"/>
            <a:chExt cx="1676880" cy="78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068951B-0A7D-767F-FA70-DDBF65AE418C}"/>
                    </a:ext>
                  </a:extLst>
                </p14:cNvPr>
                <p14:cNvContentPartPr/>
                <p14:nvPr/>
              </p14:nvContentPartPr>
              <p14:xfrm>
                <a:off x="908072" y="1801523"/>
                <a:ext cx="362880" cy="3042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6DFCD54-0DBB-15AC-DB4A-D5B57E73F3B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99072" y="1792523"/>
                  <a:ext cx="38052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26F620C-C0E5-F652-151F-BF5907239EE2}"/>
                    </a:ext>
                  </a:extLst>
                </p14:cNvPr>
                <p14:cNvContentPartPr/>
                <p14:nvPr/>
              </p14:nvContentPartPr>
              <p14:xfrm>
                <a:off x="1365272" y="1844003"/>
                <a:ext cx="360720" cy="2847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D282E47-7E91-8055-0A02-00EA0F30D266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356272" y="1835363"/>
                  <a:ext cx="37836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8B7AFB2-EA61-B0C6-7FE5-2E2152E93770}"/>
                    </a:ext>
                  </a:extLst>
                </p14:cNvPr>
                <p14:cNvContentPartPr/>
                <p14:nvPr/>
              </p14:nvContentPartPr>
              <p14:xfrm>
                <a:off x="1607192" y="1830683"/>
                <a:ext cx="72720" cy="554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67B26B5-28D9-15B4-5D1F-E78A20242334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598552" y="1822043"/>
                  <a:ext cx="9036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7F10879-4204-B510-375D-E137F825ED0B}"/>
                    </a:ext>
                  </a:extLst>
                </p14:cNvPr>
                <p14:cNvContentPartPr/>
                <p14:nvPr/>
              </p14:nvContentPartPr>
              <p14:xfrm>
                <a:off x="1838312" y="1602083"/>
                <a:ext cx="630000" cy="6933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0E14B45-07FD-B7EA-7EE2-C029584C39E2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829672" y="1593083"/>
                  <a:ext cx="647640" cy="71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F2E3897-4E7D-1F14-92B6-DE7F563C2EA0}"/>
                    </a:ext>
                  </a:extLst>
                </p14:cNvPr>
                <p14:cNvContentPartPr/>
                <p14:nvPr/>
              </p14:nvContentPartPr>
              <p14:xfrm>
                <a:off x="2338712" y="1841843"/>
                <a:ext cx="235440" cy="720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A7398F4-BBBF-64E7-F31F-70201D4DC9D9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330072" y="1832843"/>
                  <a:ext cx="25308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DF38B1B-95D7-3E2B-D145-5127C27D5DBD}"/>
                    </a:ext>
                  </a:extLst>
                </p14:cNvPr>
                <p14:cNvContentPartPr/>
                <p14:nvPr/>
              </p14:nvContentPartPr>
              <p14:xfrm>
                <a:off x="897272" y="2279603"/>
                <a:ext cx="1626120" cy="105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039FE28-98F3-1AEF-C902-13568BB8ED3C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88272" y="2270963"/>
                  <a:ext cx="1643760" cy="12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EF15F92-21D5-1CE8-C4A0-D1F6C4E31E86}"/>
              </a:ext>
            </a:extLst>
          </p:cNvPr>
          <p:cNvGrpSpPr/>
          <p:nvPr/>
        </p:nvGrpSpPr>
        <p:grpSpPr>
          <a:xfrm>
            <a:off x="3118560" y="2684760"/>
            <a:ext cx="767520" cy="501120"/>
            <a:chOff x="3482432" y="1696043"/>
            <a:chExt cx="767520" cy="50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08F6E73-ACEF-1C8E-08AC-A60223E072CC}"/>
                    </a:ext>
                  </a:extLst>
                </p14:cNvPr>
                <p14:cNvContentPartPr/>
                <p14:nvPr/>
              </p14:nvContentPartPr>
              <p14:xfrm>
                <a:off x="3482432" y="1696043"/>
                <a:ext cx="221760" cy="3196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8DAF7D6-8B42-BAAF-7238-BAC8539454E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473792" y="1687043"/>
                  <a:ext cx="23940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36FDF9A-3F39-6DE2-250F-C088CBC979A8}"/>
                    </a:ext>
                  </a:extLst>
                </p14:cNvPr>
                <p14:cNvContentPartPr/>
                <p14:nvPr/>
              </p14:nvContentPartPr>
              <p14:xfrm>
                <a:off x="3638312" y="1954523"/>
                <a:ext cx="123840" cy="2426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C074608-D7E0-C1A6-190C-F7B64B027226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629672" y="1945523"/>
                  <a:ext cx="14148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4DB297B-B169-F4D1-A8D7-A0E70D14FDC6}"/>
                    </a:ext>
                  </a:extLst>
                </p14:cNvPr>
                <p14:cNvContentPartPr/>
                <p14:nvPr/>
              </p14:nvContentPartPr>
              <p14:xfrm>
                <a:off x="3548672" y="1956323"/>
                <a:ext cx="112320" cy="1983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BC749EF-E0CF-D744-FE43-989627EC4A44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540032" y="1947683"/>
                  <a:ext cx="12996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2A87E33-9D31-F363-F68B-C3EA1E40B7B3}"/>
                    </a:ext>
                  </a:extLst>
                </p14:cNvPr>
                <p14:cNvContentPartPr/>
                <p14:nvPr/>
              </p14:nvContentPartPr>
              <p14:xfrm>
                <a:off x="4006952" y="1760843"/>
                <a:ext cx="243000" cy="2664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4CD4A83-2169-DE6A-5AB0-D1FF6D0B8002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997952" y="1752203"/>
                  <a:ext cx="260640" cy="284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D72428BF-8152-7E18-A4D4-C3527BE5D0D1}"/>
                  </a:ext>
                </a:extLst>
              </p14:cNvPr>
              <p14:cNvContentPartPr/>
              <p14:nvPr/>
            </p14:nvContentPartPr>
            <p14:xfrm>
              <a:off x="9677400" y="2799060"/>
              <a:ext cx="442800" cy="43380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D72428BF-8152-7E18-A4D4-C3527BE5D0D1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9668400" y="2790060"/>
                <a:ext cx="460440" cy="45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87FF8469-CE8B-C31D-7FF5-6AEB235FE9BF}"/>
                  </a:ext>
                </a:extLst>
              </p14:cNvPr>
              <p14:cNvContentPartPr/>
              <p14:nvPr/>
            </p14:nvContentPartPr>
            <p14:xfrm>
              <a:off x="8244600" y="2541619"/>
              <a:ext cx="1572120" cy="33336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87FF8469-CE8B-C31D-7FF5-6AEB235FE9BF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8235600" y="2532619"/>
                <a:ext cx="1589760" cy="35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2DFD674A-4043-F62D-22B9-BA8FECD8E0FB}"/>
                  </a:ext>
                </a:extLst>
              </p14:cNvPr>
              <p14:cNvContentPartPr/>
              <p14:nvPr/>
            </p14:nvContentPartPr>
            <p14:xfrm>
              <a:off x="9825720" y="2810179"/>
              <a:ext cx="152280" cy="28116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2DFD674A-4043-F62D-22B9-BA8FECD8E0FB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9816720" y="2801179"/>
                <a:ext cx="169920" cy="2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72BADBCF-1724-A6D8-A5B1-B6C139A61CF0}"/>
                  </a:ext>
                </a:extLst>
              </p14:cNvPr>
              <p14:cNvContentPartPr/>
              <p14:nvPr/>
            </p14:nvContentPartPr>
            <p14:xfrm>
              <a:off x="9179520" y="2342068"/>
              <a:ext cx="138600" cy="24588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72BADBCF-1724-A6D8-A5B1-B6C139A61CF0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9170520" y="2333055"/>
                <a:ext cx="156240" cy="2635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656AAA5A-9D24-091B-7DAC-509A761D0CB1}"/>
                  </a:ext>
                </a:extLst>
              </p14:cNvPr>
              <p14:cNvContentPartPr/>
              <p14:nvPr/>
            </p14:nvContentPartPr>
            <p14:xfrm>
              <a:off x="6834480" y="2926708"/>
              <a:ext cx="48960" cy="3204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656AAA5A-9D24-091B-7DAC-509A761D0CB1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6825413" y="2917708"/>
                <a:ext cx="66731" cy="4968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F119A912-0F99-640F-D2E2-11B9C6986068}"/>
              </a:ext>
            </a:extLst>
          </p:cNvPr>
          <p:cNvGrpSpPr/>
          <p:nvPr/>
        </p:nvGrpSpPr>
        <p:grpSpPr>
          <a:xfrm>
            <a:off x="6671040" y="2238180"/>
            <a:ext cx="3241440" cy="2761920"/>
            <a:chOff x="76472" y="-20077"/>
            <a:chExt cx="3241440" cy="276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E86C653-8524-1172-6CEA-BF8008541787}"/>
                    </a:ext>
                  </a:extLst>
                </p14:cNvPr>
                <p14:cNvContentPartPr/>
                <p14:nvPr/>
              </p14:nvContentPartPr>
              <p14:xfrm>
                <a:off x="533312" y="2186003"/>
                <a:ext cx="439920" cy="4089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6E83DF4A-B235-E386-DEC4-E9FD0D748301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24672" y="2177363"/>
                  <a:ext cx="457560" cy="4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1240742-258B-6C9D-8FE3-594E273543DB}"/>
                    </a:ext>
                  </a:extLst>
                </p14:cNvPr>
                <p14:cNvContentPartPr/>
                <p14:nvPr/>
              </p14:nvContentPartPr>
              <p14:xfrm>
                <a:off x="681632" y="2301563"/>
                <a:ext cx="141840" cy="1476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06F265B-2E0A-AFCA-FE92-23AD34BFD820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72632" y="2292563"/>
                  <a:ext cx="15948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E3C053B-DA1B-C3A1-8434-1DE65E6490DD}"/>
                    </a:ext>
                  </a:extLst>
                </p14:cNvPr>
                <p14:cNvContentPartPr/>
                <p14:nvPr/>
              </p14:nvContentPartPr>
              <p14:xfrm>
                <a:off x="2174192" y="2224163"/>
                <a:ext cx="333000" cy="3078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7E1B45B-8E45-2393-AEE8-A22CCF353046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2165192" y="2215523"/>
                  <a:ext cx="35064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1B5692B-6DD1-C695-38F3-A633451E57A2}"/>
                    </a:ext>
                  </a:extLst>
                </p14:cNvPr>
                <p14:cNvContentPartPr/>
                <p14:nvPr/>
              </p14:nvContentPartPr>
              <p14:xfrm>
                <a:off x="2271032" y="2299763"/>
                <a:ext cx="87840" cy="1753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E8F0F32-4EB8-BFEF-9589-1C48263CAE85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2262032" y="2291123"/>
                  <a:ext cx="10548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6082467-01EA-96E5-56F4-13FD7F8575D9}"/>
                    </a:ext>
                  </a:extLst>
                </p14:cNvPr>
                <p14:cNvContentPartPr/>
                <p14:nvPr/>
              </p14:nvContentPartPr>
              <p14:xfrm>
                <a:off x="916712" y="2327123"/>
                <a:ext cx="1252080" cy="1159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25D5A5B-21E2-935C-F18A-8121FA6E3FAE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08072" y="2318483"/>
                  <a:ext cx="126972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A4C4530-ED73-5AD9-583E-B6AED6A71514}"/>
                    </a:ext>
                  </a:extLst>
                </p14:cNvPr>
                <p14:cNvContentPartPr/>
                <p14:nvPr/>
              </p14:nvContentPartPr>
              <p14:xfrm>
                <a:off x="1436552" y="2529803"/>
                <a:ext cx="122760" cy="2120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C15DCFE-F545-ECEA-27A1-E4C13D5A0E1A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427912" y="2521163"/>
                  <a:ext cx="14040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8CF284E-B9CC-B706-F9DC-276733F010D4}"/>
                    </a:ext>
                  </a:extLst>
                </p14:cNvPr>
                <p14:cNvContentPartPr/>
                <p14:nvPr/>
              </p14:nvContentPartPr>
              <p14:xfrm>
                <a:off x="1479032" y="2640683"/>
                <a:ext cx="157320" cy="309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3BD48C9-3224-625E-1A54-0685C05B1C75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470032" y="2631683"/>
                  <a:ext cx="17496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8D5F30C-5634-DC9C-ED75-BCD6E45846F2}"/>
                    </a:ext>
                  </a:extLst>
                </p14:cNvPr>
                <p14:cNvContentPartPr/>
                <p14:nvPr/>
              </p14:nvContentPartPr>
              <p14:xfrm>
                <a:off x="1807352" y="1180523"/>
                <a:ext cx="173520" cy="1429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627EC1A-AF1F-780A-D23F-8A7E44D5046B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798352" y="1171883"/>
                  <a:ext cx="19116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40E43D4-2D17-917D-10FE-394A5ADEE749}"/>
                    </a:ext>
                  </a:extLst>
                </p14:cNvPr>
                <p14:cNvContentPartPr/>
                <p14:nvPr/>
              </p14:nvContentPartPr>
              <p14:xfrm>
                <a:off x="1656872" y="1034363"/>
                <a:ext cx="438120" cy="378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79927B4-F834-AD1D-904D-8D30A109639C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648232" y="1025363"/>
                  <a:ext cx="455760" cy="39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50B5161-3B9F-1EC5-1E9A-3802FB710E5A}"/>
                    </a:ext>
                  </a:extLst>
                </p14:cNvPr>
                <p14:cNvContentPartPr/>
                <p14:nvPr/>
              </p14:nvContentPartPr>
              <p14:xfrm>
                <a:off x="725552" y="1398683"/>
                <a:ext cx="1016280" cy="7970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6509C67-83CD-6192-DE5B-59147241F39D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716552" y="1390043"/>
                  <a:ext cx="1033920" cy="81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312339F-236C-7507-3C34-0083B9C0FAEB}"/>
                    </a:ext>
                  </a:extLst>
                </p14:cNvPr>
                <p14:cNvContentPartPr/>
                <p14:nvPr/>
              </p14:nvContentPartPr>
              <p14:xfrm>
                <a:off x="1080872" y="1400483"/>
                <a:ext cx="141840" cy="2451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C4461F0-25BE-CA7C-9ED9-65CBFC7FF524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71872" y="1391843"/>
                  <a:ext cx="15948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2434EB2-D26A-1C5A-168A-FBC0F076A231}"/>
                    </a:ext>
                  </a:extLst>
                </p14:cNvPr>
                <p14:cNvContentPartPr/>
                <p14:nvPr/>
              </p14:nvContentPartPr>
              <p14:xfrm>
                <a:off x="1986632" y="1576523"/>
                <a:ext cx="5760" cy="172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0514E53-46CC-39AD-9EAF-B06A38BAC294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977632" y="1567523"/>
                  <a:ext cx="2340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0557AA2-0C25-175E-46F9-7268AD45924D}"/>
                    </a:ext>
                  </a:extLst>
                </p14:cNvPr>
                <p14:cNvContentPartPr/>
                <p14:nvPr/>
              </p14:nvContentPartPr>
              <p14:xfrm>
                <a:off x="1953872" y="1484723"/>
                <a:ext cx="355680" cy="7153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65B0742-0BB3-4B22-C266-322A8F5747DF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944872" y="1476083"/>
                  <a:ext cx="373320" cy="73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EB6F576-4851-04E2-163B-6DCCFD175664}"/>
                    </a:ext>
                  </a:extLst>
                </p14:cNvPr>
                <p14:cNvContentPartPr/>
                <p14:nvPr/>
              </p14:nvContentPartPr>
              <p14:xfrm>
                <a:off x="2183192" y="1637003"/>
                <a:ext cx="17640" cy="1634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546541C-3A8F-CA7A-750F-ADE3669279FB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2174552" y="1628363"/>
                  <a:ext cx="3528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2099363-A6BA-402A-A34F-CE66F91FA8E2}"/>
                    </a:ext>
                  </a:extLst>
                </p14:cNvPr>
                <p14:cNvContentPartPr/>
                <p14:nvPr/>
              </p14:nvContentPartPr>
              <p14:xfrm>
                <a:off x="2242952" y="1632683"/>
                <a:ext cx="136800" cy="1742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F813B06-7105-FB2E-E0BA-A49F7C27E914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2233952" y="1624043"/>
                  <a:ext cx="15444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75026AE-F525-80E1-E31B-8296F2CF8355}"/>
                    </a:ext>
                  </a:extLst>
                </p14:cNvPr>
                <p14:cNvContentPartPr/>
                <p14:nvPr/>
              </p14:nvContentPartPr>
              <p14:xfrm>
                <a:off x="2025512" y="857963"/>
                <a:ext cx="1056240" cy="3193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8CAF5EA-1465-DE48-5780-EFD2F2BD328F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2016512" y="849323"/>
                  <a:ext cx="107388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A49D8BE-B2B5-4C12-28A0-3AC00EB2B919}"/>
                    </a:ext>
                  </a:extLst>
                </p14:cNvPr>
                <p14:cNvContentPartPr/>
                <p14:nvPr/>
              </p14:nvContentPartPr>
              <p14:xfrm>
                <a:off x="2370032" y="720803"/>
                <a:ext cx="113400" cy="1965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F398D66-AD0B-7DD0-3F36-712E6A28C73F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2361032" y="712163"/>
                  <a:ext cx="13104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FF1C4DB-3C96-1956-75DA-4E1400C7F9C7}"/>
                    </a:ext>
                  </a:extLst>
                </p14:cNvPr>
                <p14:cNvContentPartPr/>
                <p14:nvPr/>
              </p14:nvContentPartPr>
              <p14:xfrm>
                <a:off x="2502512" y="691283"/>
                <a:ext cx="98640" cy="2476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6E9A988-4AAF-6BDD-DDD3-810ED64F8F63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2493512" y="682283"/>
                  <a:ext cx="11628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A5C7824-721D-C620-BAB6-10F2BF21DC1B}"/>
                    </a:ext>
                  </a:extLst>
                </p14:cNvPr>
                <p14:cNvContentPartPr/>
                <p14:nvPr/>
              </p14:nvContentPartPr>
              <p14:xfrm>
                <a:off x="2589632" y="966323"/>
                <a:ext cx="626040" cy="12463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6B07B97-EAF7-EE5E-170B-5CBFAA4695B9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2580992" y="957683"/>
                  <a:ext cx="643680" cy="12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E2355618-C3B3-FA76-8AF3-917BE5DE3EEF}"/>
                    </a:ext>
                  </a:extLst>
                </p14:cNvPr>
                <p14:cNvContentPartPr/>
                <p14:nvPr/>
              </p14:nvContentPartPr>
              <p14:xfrm>
                <a:off x="2559752" y="2099603"/>
                <a:ext cx="47880" cy="1479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9264AD4-CB76-FB10-0228-E57158228B57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2550752" y="2090603"/>
                  <a:ext cx="6552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E54D4FD-2958-8C3C-D4BE-98134DA708EF}"/>
                    </a:ext>
                  </a:extLst>
                </p14:cNvPr>
                <p14:cNvContentPartPr/>
                <p14:nvPr/>
              </p14:nvContentPartPr>
              <p14:xfrm>
                <a:off x="3038912" y="1660043"/>
                <a:ext cx="43200" cy="1926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F66AA81-755D-EEDD-5355-45170B6BE987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3030272" y="1651043"/>
                  <a:ext cx="608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5C4A052-D851-B98E-9D47-D34DDAB4A5E3}"/>
                    </a:ext>
                  </a:extLst>
                </p14:cNvPr>
                <p14:cNvContentPartPr/>
                <p14:nvPr/>
              </p14:nvContentPartPr>
              <p14:xfrm>
                <a:off x="3146912" y="1653203"/>
                <a:ext cx="84240" cy="1882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6B8D6D3-0A1B-D570-2E8C-2A822607C9E2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3137912" y="1644203"/>
                  <a:ext cx="10188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57B9AA4-A153-AB2F-3FFC-D8383EAFCEE1}"/>
                    </a:ext>
                  </a:extLst>
                </p14:cNvPr>
                <p14:cNvContentPartPr/>
                <p14:nvPr/>
              </p14:nvContentPartPr>
              <p14:xfrm>
                <a:off x="3147272" y="1620443"/>
                <a:ext cx="170640" cy="468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CF4F684-2B31-61E8-EA78-3F724791DC84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3138632" y="1611803"/>
                  <a:ext cx="18828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55527CC-D02D-B805-93CF-E0A80205F57F}"/>
                    </a:ext>
                  </a:extLst>
                </p14:cNvPr>
                <p14:cNvContentPartPr/>
                <p14:nvPr/>
              </p14:nvContentPartPr>
              <p14:xfrm>
                <a:off x="1228472" y="109523"/>
                <a:ext cx="217080" cy="1483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F27BE92-A780-7A08-5795-A88E6332B6B6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219832" y="100523"/>
                  <a:ext cx="2347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695BC7E-4CC2-BA5F-1CD2-F261770E58AC}"/>
                    </a:ext>
                  </a:extLst>
                </p14:cNvPr>
                <p14:cNvContentPartPr/>
                <p14:nvPr/>
              </p14:nvContentPartPr>
              <p14:xfrm>
                <a:off x="1178432" y="-20077"/>
                <a:ext cx="374760" cy="3891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3FE2156-4754-DD7B-EB4E-9F3E61857E19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169792" y="-29077"/>
                  <a:ext cx="39240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E940DF8D-A644-A88C-6E02-7F081F4B3443}"/>
                    </a:ext>
                  </a:extLst>
                </p14:cNvPr>
                <p14:cNvContentPartPr/>
                <p14:nvPr/>
              </p14:nvContentPartPr>
              <p14:xfrm>
                <a:off x="150272" y="816411"/>
                <a:ext cx="216000" cy="2638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2D342C9-39DE-F20B-D767-8D913A44AE48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41272" y="807411"/>
                  <a:ext cx="23364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6D110A1-BE06-6612-70E7-9A9481CF2EF5}"/>
                    </a:ext>
                  </a:extLst>
                </p14:cNvPr>
                <p14:cNvContentPartPr/>
                <p14:nvPr/>
              </p14:nvContentPartPr>
              <p14:xfrm>
                <a:off x="76472" y="682131"/>
                <a:ext cx="397800" cy="5047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85D72E6-5DC9-0ED4-4B3E-5C3C32E83797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7472" y="673491"/>
                  <a:ext cx="415440" cy="52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A6C5DD5-22BF-6462-56CE-3DAA11143C04}"/>
                    </a:ext>
                  </a:extLst>
                </p14:cNvPr>
                <p14:cNvContentPartPr/>
                <p14:nvPr/>
              </p14:nvContentPartPr>
              <p14:xfrm>
                <a:off x="374552" y="305571"/>
                <a:ext cx="898200" cy="5428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EC85881-7648-1A4A-8881-B347EC0E0E5B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365912" y="296571"/>
                  <a:ext cx="915840" cy="56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75CF530-4DC7-27F2-5301-7F150EB73409}"/>
                    </a:ext>
                  </a:extLst>
                </p14:cNvPr>
                <p14:cNvContentPartPr/>
                <p14:nvPr/>
              </p14:nvContentPartPr>
              <p14:xfrm>
                <a:off x="644912" y="130611"/>
                <a:ext cx="161640" cy="3697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CD58CE3-51FC-C1E4-0F86-C23083979BEE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35912" y="121971"/>
                  <a:ext cx="17928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D0C8D24-9F90-81AE-C016-FCDCB85CB6A9}"/>
                    </a:ext>
                  </a:extLst>
                </p14:cNvPr>
                <p14:cNvContentPartPr/>
                <p14:nvPr/>
              </p14:nvContentPartPr>
              <p14:xfrm>
                <a:off x="524672" y="896331"/>
                <a:ext cx="1146960" cy="1821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303E7A8-0600-714C-AC6E-148C5F241136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515672" y="887331"/>
                  <a:ext cx="116460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3B35170-D4A1-4DA5-7AAB-36596240AD7C}"/>
                    </a:ext>
                  </a:extLst>
                </p14:cNvPr>
                <p14:cNvContentPartPr/>
                <p14:nvPr/>
              </p14:nvContentPartPr>
              <p14:xfrm>
                <a:off x="1158272" y="628131"/>
                <a:ext cx="208080" cy="1666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0350466-BADE-A266-9C0C-6A4971463671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149272" y="619491"/>
                  <a:ext cx="22572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A456FDA-26D1-C3CD-318A-429C5089E18F}"/>
                    </a:ext>
                  </a:extLst>
                </p14:cNvPr>
                <p14:cNvContentPartPr/>
                <p14:nvPr/>
              </p14:nvContentPartPr>
              <p14:xfrm>
                <a:off x="269072" y="1202691"/>
                <a:ext cx="394920" cy="10245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C136F8F-5201-C04C-DCE7-ED88E4695C10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260072" y="1194051"/>
                  <a:ext cx="412560" cy="10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6595AF6-98FC-5A47-C439-CC5716694AE4}"/>
                    </a:ext>
                  </a:extLst>
                </p14:cNvPr>
                <p14:cNvContentPartPr/>
                <p14:nvPr/>
              </p14:nvContentPartPr>
              <p14:xfrm>
                <a:off x="140912" y="1686171"/>
                <a:ext cx="27360" cy="2833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085C317-9EB6-4905-5BE6-1F2B36DD2C5A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31912" y="1677531"/>
                  <a:ext cx="4500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B2BD3462-0AB3-9D6E-DF02-BFD4619A7B4E}"/>
                    </a:ext>
                  </a:extLst>
                </p14:cNvPr>
                <p14:cNvContentPartPr/>
                <p14:nvPr/>
              </p14:nvContentPartPr>
              <p14:xfrm>
                <a:off x="215432" y="1695171"/>
                <a:ext cx="130320" cy="1850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5D2308B-BDAA-F895-30F5-3E972ED57B80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206432" y="1686171"/>
                  <a:ext cx="14796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EAB4999-8670-FF9C-B980-E36416F9BB31}"/>
                    </a:ext>
                  </a:extLst>
                </p14:cNvPr>
                <p14:cNvContentPartPr/>
                <p14:nvPr/>
              </p14:nvContentPartPr>
              <p14:xfrm>
                <a:off x="294632" y="1758171"/>
                <a:ext cx="15120" cy="1850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50D1B805-0846-72CD-7CC4-3C374B2BA7C5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285632" y="1749531"/>
                  <a:ext cx="3276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E7A25BD1-CE83-47B5-30AB-C7A2C4D3E248}"/>
                    </a:ext>
                  </a:extLst>
                </p14:cNvPr>
                <p14:cNvContentPartPr/>
                <p14:nvPr/>
              </p14:nvContentPartPr>
              <p14:xfrm>
                <a:off x="1574432" y="1055451"/>
                <a:ext cx="1080" cy="10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735E712-6535-31C1-FC5F-9326894CC99E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565432" y="1046451"/>
                  <a:ext cx="1872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0787B42-525F-AAE6-A4E7-B052A9B93304}"/>
                    </a:ext>
                  </a:extLst>
                </p14:cNvPr>
                <p14:cNvContentPartPr/>
                <p14:nvPr/>
              </p14:nvContentPartPr>
              <p14:xfrm>
                <a:off x="1633112" y="1070211"/>
                <a:ext cx="113760" cy="313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6600F509-D164-0CC2-191F-4AEABD24066C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624472" y="1061571"/>
                  <a:ext cx="131400" cy="48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73115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0D71A-58AA-42FE-77F6-C65BF201E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96BEE14-841D-73F5-FBE0-CFABE9FDD0EC}"/>
                  </a:ext>
                </a:extLst>
              </p14:cNvPr>
              <p14:cNvContentPartPr/>
              <p14:nvPr/>
            </p14:nvContentPartPr>
            <p14:xfrm>
              <a:off x="3390900" y="723900"/>
              <a:ext cx="442800" cy="4338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96BEE14-841D-73F5-FBE0-CFABE9FDD0E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81900" y="714900"/>
                <a:ext cx="460440" cy="45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189DC60-6B2F-3495-1923-6601442BA61C}"/>
                  </a:ext>
                </a:extLst>
              </p14:cNvPr>
              <p14:cNvContentPartPr/>
              <p14:nvPr/>
            </p14:nvContentPartPr>
            <p14:xfrm>
              <a:off x="1958100" y="466459"/>
              <a:ext cx="1572120" cy="333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189DC60-6B2F-3495-1923-6601442BA61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49100" y="457459"/>
                <a:ext cx="1589760" cy="35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5C0A38A-C473-76C1-66FE-9BFD3EB68305}"/>
                  </a:ext>
                </a:extLst>
              </p14:cNvPr>
              <p14:cNvContentPartPr/>
              <p14:nvPr/>
            </p14:nvContentPartPr>
            <p14:xfrm>
              <a:off x="3539220" y="735019"/>
              <a:ext cx="152280" cy="2811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5C0A38A-C473-76C1-66FE-9BFD3EB6830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530220" y="726019"/>
                <a:ext cx="169920" cy="2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BE6C981-3536-A46B-6A8C-A262134DD144}"/>
                  </a:ext>
                </a:extLst>
              </p14:cNvPr>
              <p14:cNvContentPartPr/>
              <p14:nvPr/>
            </p14:nvContentPartPr>
            <p14:xfrm>
              <a:off x="2893020" y="266908"/>
              <a:ext cx="138600" cy="2458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BE6C981-3536-A46B-6A8C-A262134DD14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884020" y="257895"/>
                <a:ext cx="156240" cy="2635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B14932A-4AC0-EC27-013E-A1FE482FB3DE}"/>
                  </a:ext>
                </a:extLst>
              </p14:cNvPr>
              <p14:cNvContentPartPr/>
              <p14:nvPr/>
            </p14:nvContentPartPr>
            <p14:xfrm>
              <a:off x="547980" y="851548"/>
              <a:ext cx="48960" cy="320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B14932A-4AC0-EC27-013E-A1FE482FB3D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38913" y="842548"/>
                <a:ext cx="66731" cy="49680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F2452E39-8E45-D905-FA75-DDF8FA767D8C}"/>
              </a:ext>
            </a:extLst>
          </p:cNvPr>
          <p:cNvGrpSpPr/>
          <p:nvPr/>
        </p:nvGrpSpPr>
        <p:grpSpPr>
          <a:xfrm>
            <a:off x="384540" y="163020"/>
            <a:ext cx="3241440" cy="2761920"/>
            <a:chOff x="76472" y="-20077"/>
            <a:chExt cx="3241440" cy="276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AB6EFFD-814D-5AC7-BAE6-F2F7A1A038D5}"/>
                    </a:ext>
                  </a:extLst>
                </p14:cNvPr>
                <p14:cNvContentPartPr/>
                <p14:nvPr/>
              </p14:nvContentPartPr>
              <p14:xfrm>
                <a:off x="533312" y="2186003"/>
                <a:ext cx="439920" cy="4089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6E83DF4A-B235-E386-DEC4-E9FD0D74830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24672" y="2177363"/>
                  <a:ext cx="457560" cy="4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23372A2-B161-2176-3E91-7A99E436B2F5}"/>
                    </a:ext>
                  </a:extLst>
                </p14:cNvPr>
                <p14:cNvContentPartPr/>
                <p14:nvPr/>
              </p14:nvContentPartPr>
              <p14:xfrm>
                <a:off x="681632" y="2301563"/>
                <a:ext cx="141840" cy="1476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06F265B-2E0A-AFCA-FE92-23AD34BFD82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72632" y="2292563"/>
                  <a:ext cx="15948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C1AFD68-819A-8D25-5B54-762D290D500F}"/>
                    </a:ext>
                  </a:extLst>
                </p14:cNvPr>
                <p14:cNvContentPartPr/>
                <p14:nvPr/>
              </p14:nvContentPartPr>
              <p14:xfrm>
                <a:off x="2174192" y="2224163"/>
                <a:ext cx="333000" cy="3078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7E1B45B-8E45-2393-AEE8-A22CCF35304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165192" y="2215523"/>
                  <a:ext cx="35064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0C73C34-F371-0917-90D5-37B3A44F679B}"/>
                    </a:ext>
                  </a:extLst>
                </p14:cNvPr>
                <p14:cNvContentPartPr/>
                <p14:nvPr/>
              </p14:nvContentPartPr>
              <p14:xfrm>
                <a:off x="2271032" y="2299763"/>
                <a:ext cx="87840" cy="1753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E8F0F32-4EB8-BFEF-9589-1C48263CAE8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262032" y="2291123"/>
                  <a:ext cx="10548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2C13F60-7E1D-3B42-D943-3D3E613172DA}"/>
                    </a:ext>
                  </a:extLst>
                </p14:cNvPr>
                <p14:cNvContentPartPr/>
                <p14:nvPr/>
              </p14:nvContentPartPr>
              <p14:xfrm>
                <a:off x="916712" y="2327123"/>
                <a:ext cx="1252080" cy="1159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25D5A5B-21E2-935C-F18A-8121FA6E3FA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08072" y="2318483"/>
                  <a:ext cx="126972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EC78697-DF7B-FA67-D408-5777A7414C79}"/>
                    </a:ext>
                  </a:extLst>
                </p14:cNvPr>
                <p14:cNvContentPartPr/>
                <p14:nvPr/>
              </p14:nvContentPartPr>
              <p14:xfrm>
                <a:off x="1436552" y="2529803"/>
                <a:ext cx="122760" cy="2120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C15DCFE-F545-ECEA-27A1-E4C13D5A0E1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427912" y="2521163"/>
                  <a:ext cx="14040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3695B92-C745-3F34-93CF-4A4EC2ABC3CD}"/>
                    </a:ext>
                  </a:extLst>
                </p14:cNvPr>
                <p14:cNvContentPartPr/>
                <p14:nvPr/>
              </p14:nvContentPartPr>
              <p14:xfrm>
                <a:off x="1479032" y="2640683"/>
                <a:ext cx="157320" cy="309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3BD48C9-3224-625E-1A54-0685C05B1C7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470032" y="2631683"/>
                  <a:ext cx="17496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BCAE8C6-1E2E-70C9-47DB-0CB3A9E945EA}"/>
                    </a:ext>
                  </a:extLst>
                </p14:cNvPr>
                <p14:cNvContentPartPr/>
                <p14:nvPr/>
              </p14:nvContentPartPr>
              <p14:xfrm>
                <a:off x="1807352" y="1180523"/>
                <a:ext cx="173520" cy="1429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627EC1A-AF1F-780A-D23F-8A7E44D5046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798352" y="1171883"/>
                  <a:ext cx="19116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2D0B5BC-9E7A-E863-8745-98A36AC79BB7}"/>
                    </a:ext>
                  </a:extLst>
                </p14:cNvPr>
                <p14:cNvContentPartPr/>
                <p14:nvPr/>
              </p14:nvContentPartPr>
              <p14:xfrm>
                <a:off x="1656872" y="1034363"/>
                <a:ext cx="438120" cy="378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79927B4-F834-AD1D-904D-8D30A109639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648232" y="1025363"/>
                  <a:ext cx="455760" cy="39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72A9A75-FA57-A0E6-D6D2-D6B2E265AFEA}"/>
                    </a:ext>
                  </a:extLst>
                </p14:cNvPr>
                <p14:cNvContentPartPr/>
                <p14:nvPr/>
              </p14:nvContentPartPr>
              <p14:xfrm>
                <a:off x="725552" y="1398683"/>
                <a:ext cx="1016280" cy="7970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6509C67-83CD-6192-DE5B-59147241F39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16552" y="1390043"/>
                  <a:ext cx="1033920" cy="81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0B0044A-E371-1B41-F62E-1E842D803D9B}"/>
                    </a:ext>
                  </a:extLst>
                </p14:cNvPr>
                <p14:cNvContentPartPr/>
                <p14:nvPr/>
              </p14:nvContentPartPr>
              <p14:xfrm>
                <a:off x="1080872" y="1400483"/>
                <a:ext cx="141840" cy="2451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C4461F0-25BE-CA7C-9ED9-65CBFC7FF52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71872" y="1391843"/>
                  <a:ext cx="15948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3910D79-EB54-4698-0AA5-8D1BB3882114}"/>
                    </a:ext>
                  </a:extLst>
                </p14:cNvPr>
                <p14:cNvContentPartPr/>
                <p14:nvPr/>
              </p14:nvContentPartPr>
              <p14:xfrm>
                <a:off x="1986632" y="1576523"/>
                <a:ext cx="5760" cy="172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0514E53-46CC-39AD-9EAF-B06A38BAC29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977632" y="1567523"/>
                  <a:ext cx="2340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8C04F81-BF15-4A88-00D6-666EC4E54F01}"/>
                    </a:ext>
                  </a:extLst>
                </p14:cNvPr>
                <p14:cNvContentPartPr/>
                <p14:nvPr/>
              </p14:nvContentPartPr>
              <p14:xfrm>
                <a:off x="1953872" y="1484723"/>
                <a:ext cx="355680" cy="7153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65B0742-0BB3-4B22-C266-322A8F5747D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944872" y="1476083"/>
                  <a:ext cx="373320" cy="73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2D7D0A8-586C-2487-CC19-6A685E4A1D60}"/>
                    </a:ext>
                  </a:extLst>
                </p14:cNvPr>
                <p14:cNvContentPartPr/>
                <p14:nvPr/>
              </p14:nvContentPartPr>
              <p14:xfrm>
                <a:off x="2183192" y="1637003"/>
                <a:ext cx="17640" cy="1634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546541C-3A8F-CA7A-750F-ADE3669279F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174552" y="1628363"/>
                  <a:ext cx="3528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3564E92-4590-2CA7-3E06-D04EE2324CE0}"/>
                    </a:ext>
                  </a:extLst>
                </p14:cNvPr>
                <p14:cNvContentPartPr/>
                <p14:nvPr/>
              </p14:nvContentPartPr>
              <p14:xfrm>
                <a:off x="2242952" y="1632683"/>
                <a:ext cx="136800" cy="1742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F813B06-7105-FB2E-E0BA-A49F7C27E91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233952" y="1624043"/>
                  <a:ext cx="15444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7B964F5-0E2B-33E9-1D2C-AD11DC626BED}"/>
                    </a:ext>
                  </a:extLst>
                </p14:cNvPr>
                <p14:cNvContentPartPr/>
                <p14:nvPr/>
              </p14:nvContentPartPr>
              <p14:xfrm>
                <a:off x="2025512" y="857963"/>
                <a:ext cx="1056240" cy="3193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8CAF5EA-1465-DE48-5780-EFD2F2BD328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016512" y="849323"/>
                  <a:ext cx="107388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4964DA5-141E-7113-7537-98F1DF1FFFA2}"/>
                    </a:ext>
                  </a:extLst>
                </p14:cNvPr>
                <p14:cNvContentPartPr/>
                <p14:nvPr/>
              </p14:nvContentPartPr>
              <p14:xfrm>
                <a:off x="2370032" y="720803"/>
                <a:ext cx="113400" cy="1965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F398D66-AD0B-7DD0-3F36-712E6A28C73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361032" y="712163"/>
                  <a:ext cx="13104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D568DF8-166B-B100-7CD1-D803C0E02B54}"/>
                    </a:ext>
                  </a:extLst>
                </p14:cNvPr>
                <p14:cNvContentPartPr/>
                <p14:nvPr/>
              </p14:nvContentPartPr>
              <p14:xfrm>
                <a:off x="2502512" y="691283"/>
                <a:ext cx="98640" cy="2476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6E9A988-4AAF-6BDD-DDD3-810ED64F8F6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493512" y="682283"/>
                  <a:ext cx="11628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420687C-591F-B495-9541-4F8E248EDFA0}"/>
                    </a:ext>
                  </a:extLst>
                </p14:cNvPr>
                <p14:cNvContentPartPr/>
                <p14:nvPr/>
              </p14:nvContentPartPr>
              <p14:xfrm>
                <a:off x="2589632" y="966323"/>
                <a:ext cx="626040" cy="12463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6B07B97-EAF7-EE5E-170B-5CBFAA4695B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580992" y="957683"/>
                  <a:ext cx="643680" cy="12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1BE3384-9924-31E2-86FF-38466D3F91C1}"/>
                    </a:ext>
                  </a:extLst>
                </p14:cNvPr>
                <p14:cNvContentPartPr/>
                <p14:nvPr/>
              </p14:nvContentPartPr>
              <p14:xfrm>
                <a:off x="2559752" y="2099603"/>
                <a:ext cx="47880" cy="1479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9264AD4-CB76-FB10-0228-E57158228B5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550752" y="2090603"/>
                  <a:ext cx="6552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E5DF155-F41E-C22B-E441-D9A63691A2EB}"/>
                    </a:ext>
                  </a:extLst>
                </p14:cNvPr>
                <p14:cNvContentPartPr/>
                <p14:nvPr/>
              </p14:nvContentPartPr>
              <p14:xfrm>
                <a:off x="3038912" y="1660043"/>
                <a:ext cx="43200" cy="1926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F66AA81-755D-EEDD-5355-45170B6BE98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030272" y="1651043"/>
                  <a:ext cx="608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B43FCD7-2CC2-5A4B-6498-01CF93690C5D}"/>
                    </a:ext>
                  </a:extLst>
                </p14:cNvPr>
                <p14:cNvContentPartPr/>
                <p14:nvPr/>
              </p14:nvContentPartPr>
              <p14:xfrm>
                <a:off x="3146912" y="1653203"/>
                <a:ext cx="84240" cy="1882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6B8D6D3-0A1B-D570-2E8C-2A822607C9E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137912" y="1644203"/>
                  <a:ext cx="10188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1DA0567-F13E-D9AB-E4C2-21BED5DAAB60}"/>
                    </a:ext>
                  </a:extLst>
                </p14:cNvPr>
                <p14:cNvContentPartPr/>
                <p14:nvPr/>
              </p14:nvContentPartPr>
              <p14:xfrm>
                <a:off x="3147272" y="1620443"/>
                <a:ext cx="170640" cy="468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CF4F684-2B31-61E8-EA78-3F724791DC8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138632" y="1611803"/>
                  <a:ext cx="18828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0B8CC8C-0DC0-7BE6-BC6D-0FC56DFB7F80}"/>
                    </a:ext>
                  </a:extLst>
                </p14:cNvPr>
                <p14:cNvContentPartPr/>
                <p14:nvPr/>
              </p14:nvContentPartPr>
              <p14:xfrm>
                <a:off x="1228472" y="109523"/>
                <a:ext cx="217080" cy="1483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F27BE92-A780-7A08-5795-A88E6332B6B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219832" y="100523"/>
                  <a:ext cx="2347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AE19884-5AA9-9297-41FB-BF1D0AC6EDF3}"/>
                    </a:ext>
                  </a:extLst>
                </p14:cNvPr>
                <p14:cNvContentPartPr/>
                <p14:nvPr/>
              </p14:nvContentPartPr>
              <p14:xfrm>
                <a:off x="1178432" y="-20077"/>
                <a:ext cx="374760" cy="3891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3FE2156-4754-DD7B-EB4E-9F3E61857E1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169792" y="-29077"/>
                  <a:ext cx="39240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2C278AE-56BC-9E77-5473-2B0575839A00}"/>
                    </a:ext>
                  </a:extLst>
                </p14:cNvPr>
                <p14:cNvContentPartPr/>
                <p14:nvPr/>
              </p14:nvContentPartPr>
              <p14:xfrm>
                <a:off x="150272" y="816411"/>
                <a:ext cx="216000" cy="2638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2D342C9-39DE-F20B-D767-8D913A44AE4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41272" y="807411"/>
                  <a:ext cx="23364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2599FE2-8BB2-C2A5-0892-63E13423E6BF}"/>
                    </a:ext>
                  </a:extLst>
                </p14:cNvPr>
                <p14:cNvContentPartPr/>
                <p14:nvPr/>
              </p14:nvContentPartPr>
              <p14:xfrm>
                <a:off x="76472" y="682131"/>
                <a:ext cx="397800" cy="5047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85D72E6-5DC9-0ED4-4B3E-5C3C32E8379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7472" y="673491"/>
                  <a:ext cx="415440" cy="52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8EFA98B-6C93-0984-972D-BA4C4015A1B8}"/>
                    </a:ext>
                  </a:extLst>
                </p14:cNvPr>
                <p14:cNvContentPartPr/>
                <p14:nvPr/>
              </p14:nvContentPartPr>
              <p14:xfrm>
                <a:off x="374552" y="305571"/>
                <a:ext cx="898200" cy="5428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EC85881-7648-1A4A-8881-B347EC0E0E5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65912" y="296571"/>
                  <a:ext cx="915840" cy="56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90577D7-6564-D800-9524-9C74CF268F84}"/>
                    </a:ext>
                  </a:extLst>
                </p14:cNvPr>
                <p14:cNvContentPartPr/>
                <p14:nvPr/>
              </p14:nvContentPartPr>
              <p14:xfrm>
                <a:off x="644912" y="130611"/>
                <a:ext cx="161640" cy="3697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CD58CE3-51FC-C1E4-0F86-C23083979BE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35912" y="121971"/>
                  <a:ext cx="17928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22DDB70-3914-9716-30B9-D73110178004}"/>
                    </a:ext>
                  </a:extLst>
                </p14:cNvPr>
                <p14:cNvContentPartPr/>
                <p14:nvPr/>
              </p14:nvContentPartPr>
              <p14:xfrm>
                <a:off x="524672" y="896331"/>
                <a:ext cx="1146960" cy="1821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303E7A8-0600-714C-AC6E-148C5F24113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15672" y="887331"/>
                  <a:ext cx="116460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090F5FD-5AEA-F81E-3AB0-D6C9DD07F66F}"/>
                    </a:ext>
                  </a:extLst>
                </p14:cNvPr>
                <p14:cNvContentPartPr/>
                <p14:nvPr/>
              </p14:nvContentPartPr>
              <p14:xfrm>
                <a:off x="1158272" y="628131"/>
                <a:ext cx="208080" cy="1666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0350466-BADE-A266-9C0C-6A497146367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49272" y="619491"/>
                  <a:ext cx="22572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C3B1AB5-237E-DE3A-44BD-1E57EFF4EBA2}"/>
                    </a:ext>
                  </a:extLst>
                </p14:cNvPr>
                <p14:cNvContentPartPr/>
                <p14:nvPr/>
              </p14:nvContentPartPr>
              <p14:xfrm>
                <a:off x="269072" y="1202691"/>
                <a:ext cx="394920" cy="10245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C136F8F-5201-C04C-DCE7-ED88E4695C1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60072" y="1194051"/>
                  <a:ext cx="412560" cy="10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BBA596F-454A-D4B8-CB1B-6F51138385EB}"/>
                    </a:ext>
                  </a:extLst>
                </p14:cNvPr>
                <p14:cNvContentPartPr/>
                <p14:nvPr/>
              </p14:nvContentPartPr>
              <p14:xfrm>
                <a:off x="140912" y="1686171"/>
                <a:ext cx="27360" cy="2833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085C317-9EB6-4905-5BE6-1F2B36DD2C5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31912" y="1677531"/>
                  <a:ext cx="4500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1D1790A-BE97-C4D5-27C2-B0BD72876C98}"/>
                    </a:ext>
                  </a:extLst>
                </p14:cNvPr>
                <p14:cNvContentPartPr/>
                <p14:nvPr/>
              </p14:nvContentPartPr>
              <p14:xfrm>
                <a:off x="215432" y="1695171"/>
                <a:ext cx="130320" cy="1850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5D2308B-BDAA-F895-30F5-3E972ED57B80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06432" y="1686171"/>
                  <a:ext cx="14796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08AE69F-9FA5-010D-D011-ACF9B6B3B80A}"/>
                    </a:ext>
                  </a:extLst>
                </p14:cNvPr>
                <p14:cNvContentPartPr/>
                <p14:nvPr/>
              </p14:nvContentPartPr>
              <p14:xfrm>
                <a:off x="294632" y="1758171"/>
                <a:ext cx="15120" cy="1850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50D1B805-0846-72CD-7CC4-3C374B2BA7C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85632" y="1749531"/>
                  <a:ext cx="3276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D6141AB-CDA1-DC63-2DAF-535F93366E78}"/>
                    </a:ext>
                  </a:extLst>
                </p14:cNvPr>
                <p14:cNvContentPartPr/>
                <p14:nvPr/>
              </p14:nvContentPartPr>
              <p14:xfrm>
                <a:off x="1574432" y="1055451"/>
                <a:ext cx="1080" cy="10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735E712-6535-31C1-FC5F-9326894CC99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565432" y="1046451"/>
                  <a:ext cx="1872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49FCB87-D028-E3AB-46C8-F8150DFA3D53}"/>
                    </a:ext>
                  </a:extLst>
                </p14:cNvPr>
                <p14:cNvContentPartPr/>
                <p14:nvPr/>
              </p14:nvContentPartPr>
              <p14:xfrm>
                <a:off x="1633112" y="1070211"/>
                <a:ext cx="113760" cy="313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6600F509-D164-0CC2-191F-4AEABD24066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624472" y="1061571"/>
                  <a:ext cx="131400" cy="4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F31B343E-8583-2120-8787-0DB165FD33A7}"/>
              </a:ext>
            </a:extLst>
          </p:cNvPr>
          <p:cNvGrpSpPr/>
          <p:nvPr/>
        </p:nvGrpSpPr>
        <p:grpSpPr>
          <a:xfrm>
            <a:off x="4725780" y="308885"/>
            <a:ext cx="6234120" cy="1573560"/>
            <a:chOff x="177992" y="224003"/>
            <a:chExt cx="6234120" cy="157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0A478FE-D014-CD41-9306-737426DD0B05}"/>
                    </a:ext>
                  </a:extLst>
                </p14:cNvPr>
                <p14:cNvContentPartPr/>
                <p14:nvPr/>
              </p14:nvContentPartPr>
              <p14:xfrm>
                <a:off x="177992" y="301043"/>
                <a:ext cx="185040" cy="3740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E5CB0E1-94AF-1ECA-424A-D555A788B52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69352" y="292403"/>
                  <a:ext cx="20268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11D696C-10CD-DA99-9EFB-7ADBA79E6B86}"/>
                    </a:ext>
                  </a:extLst>
                </p14:cNvPr>
                <p14:cNvContentPartPr/>
                <p14:nvPr/>
              </p14:nvContentPartPr>
              <p14:xfrm>
                <a:off x="350072" y="416243"/>
                <a:ext cx="38520" cy="176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92B15E2-C4E9-2748-7EC8-FECEA40E774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41432" y="407603"/>
                  <a:ext cx="5616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611DAE2-3115-DCDA-CE9A-E5DF91A25F6B}"/>
                    </a:ext>
                  </a:extLst>
                </p14:cNvPr>
                <p14:cNvContentPartPr/>
                <p14:nvPr/>
              </p14:nvContentPartPr>
              <p14:xfrm>
                <a:off x="384272" y="536483"/>
                <a:ext cx="81000" cy="2944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5F8A9D9-4402-973D-697B-6327E4B0300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75272" y="527483"/>
                  <a:ext cx="9864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2CB227B-5C1F-D57F-1191-B7AE180F9F6A}"/>
                    </a:ext>
                  </a:extLst>
                </p14:cNvPr>
                <p14:cNvContentPartPr/>
                <p14:nvPr/>
              </p14:nvContentPartPr>
              <p14:xfrm>
                <a:off x="413072" y="409043"/>
                <a:ext cx="27000" cy="97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5D581BB-2A70-C250-6C76-8CFCBA322A2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04072" y="400043"/>
                  <a:ext cx="4464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6640C35-5198-F9E6-78FB-741183A578ED}"/>
                    </a:ext>
                  </a:extLst>
                </p14:cNvPr>
                <p14:cNvContentPartPr/>
                <p14:nvPr/>
              </p14:nvContentPartPr>
              <p14:xfrm>
                <a:off x="545192" y="329123"/>
                <a:ext cx="35640" cy="2980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A5AA98D-6FFD-8662-1865-75592BEC73C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36192" y="320123"/>
                  <a:ext cx="5328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5E88E64-25AE-094B-95EA-0A2BF98C147F}"/>
                    </a:ext>
                  </a:extLst>
                </p14:cNvPr>
                <p14:cNvContentPartPr/>
                <p14:nvPr/>
              </p14:nvContentPartPr>
              <p14:xfrm>
                <a:off x="551672" y="379163"/>
                <a:ext cx="135000" cy="2264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54E96A2-B446-3971-00BC-F2E7588E6B9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43032" y="370523"/>
                  <a:ext cx="15264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DDF9304-C0DA-6C2A-C603-6D0E28E6CEB3}"/>
                    </a:ext>
                  </a:extLst>
                </p14:cNvPr>
                <p14:cNvContentPartPr/>
                <p14:nvPr/>
              </p14:nvContentPartPr>
              <p14:xfrm>
                <a:off x="711152" y="456203"/>
                <a:ext cx="104760" cy="2149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7383C0E-93EF-A204-E271-B6293512358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02512" y="447563"/>
                  <a:ext cx="12240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F78D3AA-57FA-A481-6071-F542A3A9C1F7}"/>
                    </a:ext>
                  </a:extLst>
                </p14:cNvPr>
                <p14:cNvContentPartPr/>
                <p14:nvPr/>
              </p14:nvContentPartPr>
              <p14:xfrm>
                <a:off x="872072" y="317963"/>
                <a:ext cx="58320" cy="3200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3B1F565-7EAC-FCE9-020D-7DF76954629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63072" y="309323"/>
                  <a:ext cx="7596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2E084F6-021F-270D-B853-592A0DF83082}"/>
                    </a:ext>
                  </a:extLst>
                </p14:cNvPr>
                <p14:cNvContentPartPr/>
                <p14:nvPr/>
              </p14:nvContentPartPr>
              <p14:xfrm>
                <a:off x="822032" y="471683"/>
                <a:ext cx="163080" cy="918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5C3729D-77AE-4BCA-457B-1F5D8D2A3D3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13392" y="462683"/>
                  <a:ext cx="18072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DDDB4E7-B181-CC7C-205B-62CEC28F93A5}"/>
                    </a:ext>
                  </a:extLst>
                </p14:cNvPr>
                <p14:cNvContentPartPr/>
                <p14:nvPr/>
              </p14:nvContentPartPr>
              <p14:xfrm>
                <a:off x="993032" y="463043"/>
                <a:ext cx="297360" cy="1911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02F578E-6FE3-6F34-3634-5A92BB4F6CE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84392" y="454403"/>
                  <a:ext cx="31500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C6C3095-28F3-7C60-9146-4E490AEB68E7}"/>
                    </a:ext>
                  </a:extLst>
                </p14:cNvPr>
                <p14:cNvContentPartPr/>
                <p14:nvPr/>
              </p14:nvContentPartPr>
              <p14:xfrm>
                <a:off x="1453832" y="526403"/>
                <a:ext cx="14400" cy="284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2D090DC-3BBE-C368-948A-DB6BE81097F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445192" y="517763"/>
                  <a:ext cx="3204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26B0479-8DEB-0F84-D98B-F29D87E43427}"/>
                    </a:ext>
                  </a:extLst>
                </p14:cNvPr>
                <p14:cNvContentPartPr/>
                <p14:nvPr/>
              </p14:nvContentPartPr>
              <p14:xfrm>
                <a:off x="1494872" y="629003"/>
                <a:ext cx="19080" cy="201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4B476F4-4FDA-9CC2-4711-0A72AB81E65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486232" y="620363"/>
                  <a:ext cx="367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EA2F45B-00C1-6C81-327E-FB02E306E03F}"/>
                    </a:ext>
                  </a:extLst>
                </p14:cNvPr>
                <p14:cNvContentPartPr/>
                <p14:nvPr/>
              </p14:nvContentPartPr>
              <p14:xfrm>
                <a:off x="1801232" y="293123"/>
                <a:ext cx="290880" cy="3441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36FB044-ABD8-98A3-D868-39B2D605EF0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792232" y="284483"/>
                  <a:ext cx="30852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DD47468-A31D-5741-7EFD-1C9C41A96F6A}"/>
                    </a:ext>
                  </a:extLst>
                </p14:cNvPr>
                <p14:cNvContentPartPr/>
                <p14:nvPr/>
              </p14:nvContentPartPr>
              <p14:xfrm>
                <a:off x="2087432" y="415883"/>
                <a:ext cx="11880" cy="691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5ABB925-B77C-F434-0B5E-9BCF3577A5C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078792" y="406883"/>
                  <a:ext cx="2952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E9150D8-0BB6-FF10-CB31-6368A33C9A77}"/>
                    </a:ext>
                  </a:extLst>
                </p14:cNvPr>
                <p14:cNvContentPartPr/>
                <p14:nvPr/>
              </p14:nvContentPartPr>
              <p14:xfrm>
                <a:off x="2038112" y="293483"/>
                <a:ext cx="116640" cy="230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9A2CB49-5313-88D7-82C1-B93590A3B8F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029112" y="284483"/>
                  <a:ext cx="13428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7E313EF-6C14-9EB7-9399-612339DCC8EF}"/>
                    </a:ext>
                  </a:extLst>
                </p14:cNvPr>
                <p14:cNvContentPartPr/>
                <p14:nvPr/>
              </p14:nvContentPartPr>
              <p14:xfrm>
                <a:off x="1712312" y="360443"/>
                <a:ext cx="235080" cy="72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37F1D16-203B-4489-9C21-CC14EE4CBD8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703672" y="351803"/>
                  <a:ext cx="25272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5D342D2-FD66-A51A-DCAB-958B59DC414D}"/>
                    </a:ext>
                  </a:extLst>
                </p14:cNvPr>
                <p14:cNvContentPartPr/>
                <p14:nvPr/>
              </p14:nvContentPartPr>
              <p14:xfrm>
                <a:off x="2375792" y="330563"/>
                <a:ext cx="218520" cy="2880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E4FB728-7144-043D-BC8B-77B894B7D57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367152" y="321563"/>
                  <a:ext cx="23616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9CA1259-252A-D4C1-EFCF-6E86B084103E}"/>
                    </a:ext>
                  </a:extLst>
                </p14:cNvPr>
                <p14:cNvContentPartPr/>
                <p14:nvPr/>
              </p14:nvContentPartPr>
              <p14:xfrm>
                <a:off x="2293712" y="470963"/>
                <a:ext cx="227160" cy="691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53CEA74-91E6-A076-BC0A-DEB29840C1CC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284712" y="461963"/>
                  <a:ext cx="24480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ED49121A-B4D8-8A44-2136-2ED116A660C6}"/>
                    </a:ext>
                  </a:extLst>
                </p14:cNvPr>
                <p14:cNvContentPartPr/>
                <p14:nvPr/>
              </p14:nvContentPartPr>
              <p14:xfrm>
                <a:off x="2905352" y="314723"/>
                <a:ext cx="307800" cy="2952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77D3808-8EB9-1B40-2B4D-04CAF5A9666F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896712" y="305723"/>
                  <a:ext cx="32544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27D0E41C-88AA-35D0-6BF6-901DC08223B0}"/>
                    </a:ext>
                  </a:extLst>
                </p14:cNvPr>
                <p14:cNvContentPartPr/>
                <p14:nvPr/>
              </p14:nvContentPartPr>
              <p14:xfrm>
                <a:off x="3077792" y="341003"/>
                <a:ext cx="23040" cy="1213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2DEEC78-1EE1-F061-AC6F-1938FBCB00B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068792" y="332003"/>
                  <a:ext cx="4068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2E68AE7-97A2-D15F-9475-5CC219D7CA79}"/>
                    </a:ext>
                  </a:extLst>
                </p14:cNvPr>
                <p14:cNvContentPartPr/>
                <p14:nvPr/>
              </p14:nvContentPartPr>
              <p14:xfrm>
                <a:off x="3133232" y="224003"/>
                <a:ext cx="74520" cy="342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FDBADB9-B9B0-907C-7611-D035EDED3441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124592" y="215363"/>
                  <a:ext cx="9216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688DE0F-8B12-C346-CB81-4CBEA6560569}"/>
                    </a:ext>
                  </a:extLst>
                </p14:cNvPr>
                <p14:cNvContentPartPr/>
                <p14:nvPr/>
              </p14:nvContentPartPr>
              <p14:xfrm>
                <a:off x="2771432" y="400043"/>
                <a:ext cx="209520" cy="406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402FAD2-A277-6347-4587-52380CDF4EE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762792" y="391043"/>
                  <a:ext cx="22716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B1025CE-86A3-92EC-22E0-B91063E39474}"/>
                    </a:ext>
                  </a:extLst>
                </p14:cNvPr>
                <p14:cNvContentPartPr/>
                <p14:nvPr/>
              </p14:nvContentPartPr>
              <p14:xfrm>
                <a:off x="3480632" y="433523"/>
                <a:ext cx="284760" cy="2181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D5B8E73-8B8A-983E-F8E1-F4A20028217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471992" y="424883"/>
                  <a:ext cx="30240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9A340B7-32D0-10C1-A4DE-28A44E1817A0}"/>
                    </a:ext>
                  </a:extLst>
                </p14:cNvPr>
                <p14:cNvContentPartPr/>
                <p14:nvPr/>
              </p14:nvContentPartPr>
              <p14:xfrm>
                <a:off x="3750272" y="498323"/>
                <a:ext cx="118080" cy="1260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B66B2CF-37EC-CA2C-5A64-6DD81D60E16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741632" y="489683"/>
                  <a:ext cx="13572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550219D-2D6C-AB16-4645-3173DD048A74}"/>
                    </a:ext>
                  </a:extLst>
                </p14:cNvPr>
                <p14:cNvContentPartPr/>
                <p14:nvPr/>
              </p14:nvContentPartPr>
              <p14:xfrm>
                <a:off x="3613832" y="280523"/>
                <a:ext cx="263880" cy="2023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E25BE4E-A088-BB9C-53D0-897F4337C33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604832" y="271523"/>
                  <a:ext cx="28152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16D4614E-A85A-0111-AABF-C251A679FB28}"/>
                    </a:ext>
                  </a:extLst>
                </p14:cNvPr>
                <p14:cNvContentPartPr/>
                <p14:nvPr/>
              </p14:nvContentPartPr>
              <p14:xfrm>
                <a:off x="4155272" y="319043"/>
                <a:ext cx="606600" cy="3830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2159F9B-FE4E-6015-28B8-D77A2665DDC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146632" y="310043"/>
                  <a:ext cx="624240" cy="40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0294FBD-D518-A627-08BA-2E23EDDCCE27}"/>
                    </a:ext>
                  </a:extLst>
                </p14:cNvPr>
                <p14:cNvContentPartPr/>
                <p14:nvPr/>
              </p14:nvContentPartPr>
              <p14:xfrm>
                <a:off x="4437512" y="306083"/>
                <a:ext cx="90360" cy="1533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DA6BA24-4025-B7FC-F6B9-581502C403D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428872" y="297443"/>
                  <a:ext cx="10800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6214D01C-48DC-39E6-F8E7-BE41A558F9B7}"/>
                    </a:ext>
                  </a:extLst>
                </p14:cNvPr>
                <p14:cNvContentPartPr/>
                <p14:nvPr/>
              </p14:nvContentPartPr>
              <p14:xfrm>
                <a:off x="4144112" y="428843"/>
                <a:ext cx="214560" cy="43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D57DDB6-C78C-3D48-57CE-5AACEE84871C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135472" y="419843"/>
                  <a:ext cx="2322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C34CAE7-2D78-6FB8-F6B8-3DD2E3DF2AEA}"/>
                    </a:ext>
                  </a:extLst>
                </p14:cNvPr>
                <p14:cNvContentPartPr/>
                <p14:nvPr/>
              </p14:nvContentPartPr>
              <p14:xfrm>
                <a:off x="4991912" y="440723"/>
                <a:ext cx="467640" cy="2235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A3DE67E-0243-9AF3-FFB6-E763EA09BBF4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983272" y="432083"/>
                  <a:ext cx="48528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C097501-0B28-C318-971C-6DCD17ED3A02}"/>
                    </a:ext>
                  </a:extLst>
                </p14:cNvPr>
                <p14:cNvContentPartPr/>
                <p14:nvPr/>
              </p14:nvContentPartPr>
              <p14:xfrm>
                <a:off x="5228072" y="415163"/>
                <a:ext cx="226080" cy="234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D5DC43B-71D8-4D16-909A-26841491567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219432" y="406163"/>
                  <a:ext cx="24372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043A527-C265-3651-5C70-697380D5D4E3}"/>
                    </a:ext>
                  </a:extLst>
                </p14:cNvPr>
                <p14:cNvContentPartPr/>
                <p14:nvPr/>
              </p14:nvContentPartPr>
              <p14:xfrm>
                <a:off x="5804432" y="284483"/>
                <a:ext cx="111240" cy="3769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4EBBAA4-D1AA-EF82-A255-08E7214B9E8E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795432" y="275843"/>
                  <a:ext cx="12888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BCFF68C5-643C-7CE4-CDD7-CA2FFF51BD75}"/>
                    </a:ext>
                  </a:extLst>
                </p14:cNvPr>
                <p14:cNvContentPartPr/>
                <p14:nvPr/>
              </p14:nvContentPartPr>
              <p14:xfrm>
                <a:off x="5898032" y="472043"/>
                <a:ext cx="223920" cy="1573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E246712-2BA4-6311-9FC4-EFEE04F6D306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889032" y="463403"/>
                  <a:ext cx="24156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312833F-361B-1BB7-D3D0-57DF0B84F7C5}"/>
                    </a:ext>
                  </a:extLst>
                </p14:cNvPr>
                <p14:cNvContentPartPr/>
                <p14:nvPr/>
              </p14:nvContentPartPr>
              <p14:xfrm>
                <a:off x="6122312" y="328763"/>
                <a:ext cx="33480" cy="982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B85BC6D-F1E9-05B3-9F65-953B6C65717E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113312" y="319763"/>
                  <a:ext cx="5112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6038FB8-F47E-7070-EC6F-2057F7650432}"/>
                    </a:ext>
                  </a:extLst>
                </p14:cNvPr>
                <p14:cNvContentPartPr/>
                <p14:nvPr/>
              </p14:nvContentPartPr>
              <p14:xfrm>
                <a:off x="5921432" y="824123"/>
                <a:ext cx="49680" cy="97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2C79AEF-82EB-41B5-5193-ABBA2A4FB18E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912792" y="815483"/>
                  <a:ext cx="673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E4E26CB3-2097-E4A0-89AD-622106FB4562}"/>
                    </a:ext>
                  </a:extLst>
                </p14:cNvPr>
                <p14:cNvContentPartPr/>
                <p14:nvPr/>
              </p14:nvContentPartPr>
              <p14:xfrm>
                <a:off x="6379712" y="713603"/>
                <a:ext cx="27000" cy="259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5200AD0-7C43-2672-6675-713858A1A9D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371072" y="704603"/>
                  <a:ext cx="4464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AD620DB-6B4A-5DA1-D22C-25AB65D2B955}"/>
                    </a:ext>
                  </a:extLst>
                </p14:cNvPr>
                <p14:cNvContentPartPr/>
                <p14:nvPr/>
              </p14:nvContentPartPr>
              <p14:xfrm>
                <a:off x="275192" y="754283"/>
                <a:ext cx="1299600" cy="601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7D5D032-C486-5025-C210-1F56ED798D56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66192" y="745643"/>
                  <a:ext cx="131724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7538D0E9-9502-AC98-A96F-9E3EB26AB17B}"/>
                    </a:ext>
                  </a:extLst>
                </p14:cNvPr>
                <p14:cNvContentPartPr/>
                <p14:nvPr/>
              </p14:nvContentPartPr>
              <p14:xfrm>
                <a:off x="1681712" y="777323"/>
                <a:ext cx="4320" cy="136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9FE87C2-09D8-612E-7763-1C646A1950DE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672712" y="768323"/>
                  <a:ext cx="2196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9E4429A-26D3-7E8A-5FC8-4A898F7BE451}"/>
                    </a:ext>
                  </a:extLst>
                </p14:cNvPr>
                <p14:cNvContentPartPr/>
                <p14:nvPr/>
              </p14:nvContentPartPr>
              <p14:xfrm>
                <a:off x="1644272" y="753923"/>
                <a:ext cx="1616040" cy="381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79467C6-0318-5DCA-1C06-BA7D339D1D3C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635272" y="744923"/>
                  <a:ext cx="16336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4AEA48F7-98FF-E08E-4297-701BC52F4CF0}"/>
                    </a:ext>
                  </a:extLst>
                </p14:cNvPr>
                <p14:cNvContentPartPr/>
                <p14:nvPr/>
              </p14:nvContentPartPr>
              <p14:xfrm>
                <a:off x="3295952" y="741683"/>
                <a:ext cx="2984040" cy="558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F9FF10B-941F-194B-6432-5F229D01E74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287312" y="732683"/>
                  <a:ext cx="300168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8A91F07-80BA-8FEF-E738-56977EFAC729}"/>
                    </a:ext>
                  </a:extLst>
                </p14:cNvPr>
                <p14:cNvContentPartPr/>
                <p14:nvPr/>
              </p14:nvContentPartPr>
              <p14:xfrm>
                <a:off x="670472" y="1059563"/>
                <a:ext cx="182880" cy="2048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D77A718-2C16-233E-A78F-9A6259FC2FB9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61832" y="1050923"/>
                  <a:ext cx="20052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F48B9629-7B6E-A67F-ABF7-1B0BB170F591}"/>
                    </a:ext>
                  </a:extLst>
                </p14:cNvPr>
                <p14:cNvContentPartPr/>
                <p14:nvPr/>
              </p14:nvContentPartPr>
              <p14:xfrm>
                <a:off x="1043792" y="1097003"/>
                <a:ext cx="11880" cy="111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FE410CC-1E89-788D-668D-29610C488ED6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035152" y="1088363"/>
                  <a:ext cx="295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8BA5E4D-DDDB-5B67-4E37-4F1E90AF0276}"/>
                    </a:ext>
                  </a:extLst>
                </p14:cNvPr>
                <p14:cNvContentPartPr/>
                <p14:nvPr/>
              </p14:nvContentPartPr>
              <p14:xfrm>
                <a:off x="1039832" y="1206083"/>
                <a:ext cx="18720" cy="302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645B1DA-7947-0C43-8C39-DA6C81C095B8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030832" y="1197443"/>
                  <a:ext cx="3636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49EB163D-A242-FC95-07B2-233FC259A8A3}"/>
                    </a:ext>
                  </a:extLst>
                </p14:cNvPr>
                <p14:cNvContentPartPr/>
                <p14:nvPr/>
              </p14:nvContentPartPr>
              <p14:xfrm>
                <a:off x="1374272" y="922043"/>
                <a:ext cx="274680" cy="3034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401CB10-7398-1851-1E13-2C3F48CF79AC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365632" y="913043"/>
                  <a:ext cx="29232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62821AC9-2558-81F1-247E-AAF478235FD1}"/>
                    </a:ext>
                  </a:extLst>
                </p14:cNvPr>
                <p14:cNvContentPartPr/>
                <p14:nvPr/>
              </p14:nvContentPartPr>
              <p14:xfrm>
                <a:off x="1538432" y="983963"/>
                <a:ext cx="191880" cy="352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460F166-8123-8570-6870-039B60640556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529432" y="974963"/>
                  <a:ext cx="2095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195A7F0C-A299-A42A-3016-80DA3A93C598}"/>
                    </a:ext>
                  </a:extLst>
                </p14:cNvPr>
                <p14:cNvContentPartPr/>
                <p14:nvPr/>
              </p14:nvContentPartPr>
              <p14:xfrm>
                <a:off x="2043512" y="1119683"/>
                <a:ext cx="171000" cy="432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DD0FD85-146C-100E-ECAD-9514866B769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034512" y="1111043"/>
                  <a:ext cx="18864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50B04628-F6DF-08E4-D393-E76B46553225}"/>
                    </a:ext>
                  </a:extLst>
                </p14:cNvPr>
                <p14:cNvContentPartPr/>
                <p14:nvPr/>
              </p14:nvContentPartPr>
              <p14:xfrm>
                <a:off x="2217752" y="901163"/>
                <a:ext cx="36000" cy="2653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3CAE750-B830-AC07-968A-F218162493CA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208752" y="892523"/>
                  <a:ext cx="5364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164FD8E-B4E8-6EE6-2DE6-358F696FD92D}"/>
                    </a:ext>
                  </a:extLst>
                </p14:cNvPr>
                <p14:cNvContentPartPr/>
                <p14:nvPr/>
              </p14:nvContentPartPr>
              <p14:xfrm>
                <a:off x="2107952" y="992243"/>
                <a:ext cx="214920" cy="550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F624994-56DF-7885-1B94-0C8B6C81C28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098952" y="983603"/>
                  <a:ext cx="23256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299D361-ABAC-940F-3A37-D69C77F2E02E}"/>
                    </a:ext>
                  </a:extLst>
                </p14:cNvPr>
                <p14:cNvContentPartPr/>
                <p14:nvPr/>
              </p14:nvContentPartPr>
              <p14:xfrm>
                <a:off x="2375792" y="945083"/>
                <a:ext cx="433800" cy="2152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BB1627D-036D-5D2E-5ECC-AF9838E10B28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367152" y="936443"/>
                  <a:ext cx="45144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5ED31599-6F6F-8C98-2E3C-E9A42ADBDA0E}"/>
                    </a:ext>
                  </a:extLst>
                </p14:cNvPr>
                <p14:cNvContentPartPr/>
                <p14:nvPr/>
              </p14:nvContentPartPr>
              <p14:xfrm>
                <a:off x="2429432" y="869123"/>
                <a:ext cx="87840" cy="1069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D8F0257-C2A8-2963-95F5-965EFFF1A693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420792" y="860483"/>
                  <a:ext cx="10548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309F54B2-45A1-441C-0BD4-D4EAEF4A9D0C}"/>
                    </a:ext>
                  </a:extLst>
                </p14:cNvPr>
                <p14:cNvContentPartPr/>
                <p14:nvPr/>
              </p14:nvContentPartPr>
              <p14:xfrm>
                <a:off x="3164552" y="1075763"/>
                <a:ext cx="137160" cy="71280"/>
              </p14:xfrm>
            </p:contentPart>
          </mc:Choice>
          <mc:Fallback xmlns="">
            <p:pic>
              <p:nvPicPr>
                <p:cNvPr id="1024" name="Ink 1023">
                  <a:extLst>
                    <a:ext uri="{FF2B5EF4-FFF2-40B4-BE49-F238E27FC236}">
                      <a16:creationId xmlns:a16="http://schemas.microsoft.com/office/drawing/2014/main" id="{BD23586B-085A-CDA4-F64E-412A57F2194C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155552" y="1067123"/>
                  <a:ext cx="15480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C1D2B699-BB73-6F51-D2F4-4B1861B7565E}"/>
                    </a:ext>
                  </a:extLst>
                </p14:cNvPr>
                <p14:cNvContentPartPr/>
                <p14:nvPr/>
              </p14:nvContentPartPr>
              <p14:xfrm>
                <a:off x="3260312" y="923483"/>
                <a:ext cx="41400" cy="225720"/>
              </p14:xfrm>
            </p:contentPart>
          </mc:Choice>
          <mc:Fallback xmlns="">
            <p:pic>
              <p:nvPicPr>
                <p:cNvPr id="1025" name="Ink 1024">
                  <a:extLst>
                    <a:ext uri="{FF2B5EF4-FFF2-40B4-BE49-F238E27FC236}">
                      <a16:creationId xmlns:a16="http://schemas.microsoft.com/office/drawing/2014/main" id="{00CF8F32-4A37-2819-7A60-092D25D1AA15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251312" y="914843"/>
                  <a:ext cx="5904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E5F4C01D-527D-5DE9-4C99-04C5DAECD3BE}"/>
                    </a:ext>
                  </a:extLst>
                </p14:cNvPr>
                <p14:cNvContentPartPr/>
                <p14:nvPr/>
              </p14:nvContentPartPr>
              <p14:xfrm>
                <a:off x="3096512" y="1007003"/>
                <a:ext cx="270000" cy="39240"/>
              </p14:xfrm>
            </p:contentPart>
          </mc:Choice>
          <mc:Fallback xmlns="">
            <p:pic>
              <p:nvPicPr>
                <p:cNvPr id="1027" name="Ink 1026">
                  <a:extLst>
                    <a:ext uri="{FF2B5EF4-FFF2-40B4-BE49-F238E27FC236}">
                      <a16:creationId xmlns:a16="http://schemas.microsoft.com/office/drawing/2014/main" id="{D49E054A-FACD-9EEA-263B-7F4AA54CA237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087872" y="998003"/>
                  <a:ext cx="28764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19C43F2E-EE0D-EA19-846C-6C9994954486}"/>
                    </a:ext>
                  </a:extLst>
                </p14:cNvPr>
                <p14:cNvContentPartPr/>
                <p14:nvPr/>
              </p14:nvContentPartPr>
              <p14:xfrm>
                <a:off x="3357872" y="1040843"/>
                <a:ext cx="473040" cy="258480"/>
              </p14:xfrm>
            </p:contentPart>
          </mc:Choice>
          <mc:Fallback xmlns="">
            <p:pic>
              <p:nvPicPr>
                <p:cNvPr id="1028" name="Ink 1027">
                  <a:extLst>
                    <a:ext uri="{FF2B5EF4-FFF2-40B4-BE49-F238E27FC236}">
                      <a16:creationId xmlns:a16="http://schemas.microsoft.com/office/drawing/2014/main" id="{3D5053AF-A526-2FBD-BD09-9B771E321FE5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348872" y="1032203"/>
                  <a:ext cx="49068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FC49400E-E6E6-C735-FDFA-6551133264DE}"/>
                    </a:ext>
                  </a:extLst>
                </p14:cNvPr>
                <p14:cNvContentPartPr/>
                <p14:nvPr/>
              </p14:nvContentPartPr>
              <p14:xfrm>
                <a:off x="4013072" y="901523"/>
                <a:ext cx="695880" cy="251640"/>
              </p14:xfrm>
            </p:contentPart>
          </mc:Choice>
          <mc:Fallback xmlns="">
            <p:pic>
              <p:nvPicPr>
                <p:cNvPr id="1029" name="Ink 1028">
                  <a:extLst>
                    <a:ext uri="{FF2B5EF4-FFF2-40B4-BE49-F238E27FC236}">
                      <a16:creationId xmlns:a16="http://schemas.microsoft.com/office/drawing/2014/main" id="{0B0C7DB1-2932-DCAB-54DB-34953A925F6B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004432" y="892883"/>
                  <a:ext cx="71352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B977DEF-873B-0302-DF97-D02CCD714647}"/>
                    </a:ext>
                  </a:extLst>
                </p14:cNvPr>
                <p14:cNvContentPartPr/>
                <p14:nvPr/>
              </p14:nvContentPartPr>
              <p14:xfrm>
                <a:off x="4482152" y="1285643"/>
                <a:ext cx="46440" cy="3240"/>
              </p14:xfrm>
            </p:contentPart>
          </mc:Choice>
          <mc:Fallback xmlns="">
            <p:pic>
              <p:nvPicPr>
                <p:cNvPr id="1030" name="Ink 1029">
                  <a:extLst>
                    <a:ext uri="{FF2B5EF4-FFF2-40B4-BE49-F238E27FC236}">
                      <a16:creationId xmlns:a16="http://schemas.microsoft.com/office/drawing/2014/main" id="{5BCA0E4E-8F79-F2CC-EF35-4C797F6BEB60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473512" y="1277003"/>
                  <a:ext cx="6408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6F72F80E-7698-9012-25EB-5C3E76BAB60E}"/>
                    </a:ext>
                  </a:extLst>
                </p14:cNvPr>
                <p14:cNvContentPartPr/>
                <p14:nvPr/>
              </p14:nvContentPartPr>
              <p14:xfrm>
                <a:off x="4919912" y="1101323"/>
                <a:ext cx="51120" cy="9720"/>
              </p14:xfrm>
            </p:contentPart>
          </mc:Choice>
          <mc:Fallback xmlns="">
            <p:pic>
              <p:nvPicPr>
                <p:cNvPr id="1031" name="Ink 1030">
                  <a:extLst>
                    <a:ext uri="{FF2B5EF4-FFF2-40B4-BE49-F238E27FC236}">
                      <a16:creationId xmlns:a16="http://schemas.microsoft.com/office/drawing/2014/main" id="{0750295A-C63D-4B50-60D7-6AC78004CF37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910912" y="1092683"/>
                  <a:ext cx="687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7F134C08-025B-C523-5625-A72C4873CC27}"/>
                    </a:ext>
                  </a:extLst>
                </p14:cNvPr>
                <p14:cNvContentPartPr/>
                <p14:nvPr/>
              </p14:nvContentPartPr>
              <p14:xfrm>
                <a:off x="713672" y="1475723"/>
                <a:ext cx="147240" cy="236880"/>
              </p14:xfrm>
            </p:contentPart>
          </mc:Choice>
          <mc:Fallback xmlns="">
            <p:pic>
              <p:nvPicPr>
                <p:cNvPr id="1033" name="Ink 1032">
                  <a:extLst>
                    <a:ext uri="{FF2B5EF4-FFF2-40B4-BE49-F238E27FC236}">
                      <a16:creationId xmlns:a16="http://schemas.microsoft.com/office/drawing/2014/main" id="{C833680D-BD5A-40AA-20B1-D33FB57B9AF7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04672" y="1467083"/>
                  <a:ext cx="16488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4244162F-2DB5-D51A-7C19-ED66314946E2}"/>
                    </a:ext>
                  </a:extLst>
                </p14:cNvPr>
                <p14:cNvContentPartPr/>
                <p14:nvPr/>
              </p14:nvContentPartPr>
              <p14:xfrm>
                <a:off x="1020032" y="1552763"/>
                <a:ext cx="13680" cy="29520"/>
              </p14:xfrm>
            </p:contentPart>
          </mc:Choice>
          <mc:Fallback xmlns="">
            <p:pic>
              <p:nvPicPr>
                <p:cNvPr id="1034" name="Ink 1033">
                  <a:extLst>
                    <a:ext uri="{FF2B5EF4-FFF2-40B4-BE49-F238E27FC236}">
                      <a16:creationId xmlns:a16="http://schemas.microsoft.com/office/drawing/2014/main" id="{721EA27C-A3A4-94AD-A71A-BC45FE3287B2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011032" y="1544123"/>
                  <a:ext cx="3132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3151AA50-9DD9-5384-4D6D-EC6B7A330FE3}"/>
                    </a:ext>
                  </a:extLst>
                </p14:cNvPr>
                <p14:cNvContentPartPr/>
                <p14:nvPr/>
              </p14:nvContentPartPr>
              <p14:xfrm>
                <a:off x="1018952" y="1682723"/>
                <a:ext cx="11880" cy="24120"/>
              </p14:xfrm>
            </p:contentPart>
          </mc:Choice>
          <mc:Fallback xmlns="">
            <p:pic>
              <p:nvPicPr>
                <p:cNvPr id="1035" name="Ink 1034">
                  <a:extLst>
                    <a:ext uri="{FF2B5EF4-FFF2-40B4-BE49-F238E27FC236}">
                      <a16:creationId xmlns:a16="http://schemas.microsoft.com/office/drawing/2014/main" id="{BBBF7199-796E-60ED-4394-B54DD21EFE6E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010312" y="1673723"/>
                  <a:ext cx="295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51A08D4C-64DA-C26F-3D5A-D8FE78413D2E}"/>
                    </a:ext>
                  </a:extLst>
                </p14:cNvPr>
                <p14:cNvContentPartPr/>
                <p14:nvPr/>
              </p14:nvContentPartPr>
              <p14:xfrm>
                <a:off x="1437272" y="1553843"/>
                <a:ext cx="93240" cy="163800"/>
              </p14:xfrm>
            </p:contentPart>
          </mc:Choice>
          <mc:Fallback xmlns="">
            <p:pic>
              <p:nvPicPr>
                <p:cNvPr id="1036" name="Ink 1035">
                  <a:extLst>
                    <a:ext uri="{FF2B5EF4-FFF2-40B4-BE49-F238E27FC236}">
                      <a16:creationId xmlns:a16="http://schemas.microsoft.com/office/drawing/2014/main" id="{C53F57B3-3392-EB0E-BAF0-33B7816727DA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428272" y="1545203"/>
                  <a:ext cx="11088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168F3DD8-24E3-9365-CBF3-32B044401884}"/>
                    </a:ext>
                  </a:extLst>
                </p14:cNvPr>
                <p14:cNvContentPartPr/>
                <p14:nvPr/>
              </p14:nvContentPartPr>
              <p14:xfrm>
                <a:off x="1552832" y="1581563"/>
                <a:ext cx="119880" cy="155520"/>
              </p14:xfrm>
            </p:contentPart>
          </mc:Choice>
          <mc:Fallback xmlns="">
            <p:pic>
              <p:nvPicPr>
                <p:cNvPr id="1037" name="Ink 1036">
                  <a:extLst>
                    <a:ext uri="{FF2B5EF4-FFF2-40B4-BE49-F238E27FC236}">
                      <a16:creationId xmlns:a16="http://schemas.microsoft.com/office/drawing/2014/main" id="{C7E6A70D-DBA7-05E7-C8D6-0B32B2B060F0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543832" y="1572923"/>
                  <a:ext cx="13752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7B0B082E-C38B-DC9D-AD0A-24DD22EED61E}"/>
                    </a:ext>
                  </a:extLst>
                </p14:cNvPr>
                <p14:cNvContentPartPr/>
                <p14:nvPr/>
              </p14:nvContentPartPr>
              <p14:xfrm>
                <a:off x="1711952" y="1625483"/>
                <a:ext cx="99000" cy="99000"/>
              </p14:xfrm>
            </p:contentPart>
          </mc:Choice>
          <mc:Fallback xmlns="">
            <p:pic>
              <p:nvPicPr>
                <p:cNvPr id="1038" name="Ink 1037">
                  <a:extLst>
                    <a:ext uri="{FF2B5EF4-FFF2-40B4-BE49-F238E27FC236}">
                      <a16:creationId xmlns:a16="http://schemas.microsoft.com/office/drawing/2014/main" id="{4515A65B-434E-427B-4298-855287D543F4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703312" y="1616483"/>
                  <a:ext cx="11664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072D1B0-97FA-8880-505C-674A3C5E202E}"/>
                    </a:ext>
                  </a:extLst>
                </p14:cNvPr>
                <p14:cNvContentPartPr/>
                <p14:nvPr/>
              </p14:nvContentPartPr>
              <p14:xfrm>
                <a:off x="1631312" y="1483643"/>
                <a:ext cx="213480" cy="96840"/>
              </p14:xfrm>
            </p:contentPart>
          </mc:Choice>
          <mc:Fallback xmlns="">
            <p:pic>
              <p:nvPicPr>
                <p:cNvPr id="1039" name="Ink 1038">
                  <a:extLst>
                    <a:ext uri="{FF2B5EF4-FFF2-40B4-BE49-F238E27FC236}">
                      <a16:creationId xmlns:a16="http://schemas.microsoft.com/office/drawing/2014/main" id="{A1B0206D-64BC-68C2-D6A1-55969E719CFB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622312" y="1474643"/>
                  <a:ext cx="23112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7A665C78-811D-36B8-5D18-5EF8C7F32C82}"/>
                    </a:ext>
                  </a:extLst>
                </p14:cNvPr>
                <p14:cNvContentPartPr/>
                <p14:nvPr/>
              </p14:nvContentPartPr>
              <p14:xfrm>
                <a:off x="2214512" y="1588043"/>
                <a:ext cx="138240" cy="87480"/>
              </p14:xfrm>
            </p:contentPart>
          </mc:Choice>
          <mc:Fallback xmlns="">
            <p:pic>
              <p:nvPicPr>
                <p:cNvPr id="1040" name="Ink 1039">
                  <a:extLst>
                    <a:ext uri="{FF2B5EF4-FFF2-40B4-BE49-F238E27FC236}">
                      <a16:creationId xmlns:a16="http://schemas.microsoft.com/office/drawing/2014/main" id="{1D921DDB-5A00-05DF-0F7B-AEAFF7755675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205872" y="1579043"/>
                  <a:ext cx="15588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9147B2AD-7894-B2EF-3954-1E312A0788EF}"/>
                    </a:ext>
                  </a:extLst>
                </p14:cNvPr>
                <p14:cNvContentPartPr/>
                <p14:nvPr/>
              </p14:nvContentPartPr>
              <p14:xfrm>
                <a:off x="2345192" y="1376723"/>
                <a:ext cx="511920" cy="307440"/>
              </p14:xfrm>
            </p:contentPart>
          </mc:Choice>
          <mc:Fallback xmlns="">
            <p:pic>
              <p:nvPicPr>
                <p:cNvPr id="1041" name="Ink 1040">
                  <a:extLst>
                    <a:ext uri="{FF2B5EF4-FFF2-40B4-BE49-F238E27FC236}">
                      <a16:creationId xmlns:a16="http://schemas.microsoft.com/office/drawing/2014/main" id="{807CF4F0-1C30-149C-2176-C8E0BE7C0AAD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336552" y="1367723"/>
                  <a:ext cx="52956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0E4B3CB7-9BC8-81C0-8C46-3AB7A7D6D9A7}"/>
                    </a:ext>
                  </a:extLst>
                </p14:cNvPr>
                <p14:cNvContentPartPr/>
                <p14:nvPr/>
              </p14:nvContentPartPr>
              <p14:xfrm>
                <a:off x="2586032" y="1373483"/>
                <a:ext cx="42120" cy="70920"/>
              </p14:xfrm>
            </p:contentPart>
          </mc:Choice>
          <mc:Fallback xmlns="">
            <p:pic>
              <p:nvPicPr>
                <p:cNvPr id="1042" name="Ink 1041">
                  <a:extLst>
                    <a:ext uri="{FF2B5EF4-FFF2-40B4-BE49-F238E27FC236}">
                      <a16:creationId xmlns:a16="http://schemas.microsoft.com/office/drawing/2014/main" id="{0F1D1D00-D3A3-BCC1-8260-62292091CD38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577392" y="1364843"/>
                  <a:ext cx="5976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26697E7A-62AB-97A3-1AFA-CAEC41B9ABCF}"/>
                    </a:ext>
                  </a:extLst>
                </p14:cNvPr>
                <p14:cNvContentPartPr/>
                <p14:nvPr/>
              </p14:nvContentPartPr>
              <p14:xfrm>
                <a:off x="2293712" y="1446923"/>
                <a:ext cx="209160" cy="51840"/>
              </p14:xfrm>
            </p:contentPart>
          </mc:Choice>
          <mc:Fallback xmlns="">
            <p:pic>
              <p:nvPicPr>
                <p:cNvPr id="1043" name="Ink 1042">
                  <a:extLst>
                    <a:ext uri="{FF2B5EF4-FFF2-40B4-BE49-F238E27FC236}">
                      <a16:creationId xmlns:a16="http://schemas.microsoft.com/office/drawing/2014/main" id="{A882C3EE-BCED-61E9-DD51-C3E9CA2EBAA9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284712" y="1438283"/>
                  <a:ext cx="22680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60A5369F-D085-9707-7EEB-639E9CD550B9}"/>
                    </a:ext>
                  </a:extLst>
                </p14:cNvPr>
                <p14:cNvContentPartPr/>
                <p14:nvPr/>
              </p14:nvContentPartPr>
              <p14:xfrm>
                <a:off x="3281552" y="1503443"/>
                <a:ext cx="417240" cy="208800"/>
              </p14:xfrm>
            </p:contentPart>
          </mc:Choice>
          <mc:Fallback xmlns="">
            <p:pic>
              <p:nvPicPr>
                <p:cNvPr id="1044" name="Ink 1043">
                  <a:extLst>
                    <a:ext uri="{FF2B5EF4-FFF2-40B4-BE49-F238E27FC236}">
                      <a16:creationId xmlns:a16="http://schemas.microsoft.com/office/drawing/2014/main" id="{2C1BDA20-9D09-0187-9C51-42C1015C6377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3272552" y="1494803"/>
                  <a:ext cx="43488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2D6A5E01-5A89-5E52-F1E6-81D70975B86C}"/>
                    </a:ext>
                  </a:extLst>
                </p14:cNvPr>
                <p14:cNvContentPartPr/>
                <p14:nvPr/>
              </p14:nvContentPartPr>
              <p14:xfrm>
                <a:off x="3425192" y="1456283"/>
                <a:ext cx="211320" cy="25560"/>
              </p14:xfrm>
            </p:contentPart>
          </mc:Choice>
          <mc:Fallback xmlns="">
            <p:pic>
              <p:nvPicPr>
                <p:cNvPr id="1045" name="Ink 1044">
                  <a:extLst>
                    <a:ext uri="{FF2B5EF4-FFF2-40B4-BE49-F238E27FC236}">
                      <a16:creationId xmlns:a16="http://schemas.microsoft.com/office/drawing/2014/main" id="{AC4A3D55-66DC-BCB5-F4B9-5A8E6539E00B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416192" y="1447283"/>
                  <a:ext cx="22896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10BE8CDF-A582-FD05-29ED-515AF4F9E1F1}"/>
                    </a:ext>
                  </a:extLst>
                </p14:cNvPr>
                <p14:cNvContentPartPr/>
                <p14:nvPr/>
              </p14:nvContentPartPr>
              <p14:xfrm>
                <a:off x="4091912" y="1369523"/>
                <a:ext cx="108000" cy="269640"/>
              </p14:xfrm>
            </p:contentPart>
          </mc:Choice>
          <mc:Fallback xmlns="">
            <p:pic>
              <p:nvPicPr>
                <p:cNvPr id="1046" name="Ink 1045">
                  <a:extLst>
                    <a:ext uri="{FF2B5EF4-FFF2-40B4-BE49-F238E27FC236}">
                      <a16:creationId xmlns:a16="http://schemas.microsoft.com/office/drawing/2014/main" id="{95F4E323-532E-B2D9-B2D6-1CC1A2AE2AB2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083272" y="1360523"/>
                  <a:ext cx="12564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BAA6A4FE-65CC-F7EB-8326-62FCFFAA5DC4}"/>
                    </a:ext>
                  </a:extLst>
                </p14:cNvPr>
                <p14:cNvContentPartPr/>
                <p14:nvPr/>
              </p14:nvContentPartPr>
              <p14:xfrm>
                <a:off x="4207112" y="1524683"/>
                <a:ext cx="200520" cy="123120"/>
              </p14:xfrm>
            </p:contentPart>
          </mc:Choice>
          <mc:Fallback xmlns="">
            <p:pic>
              <p:nvPicPr>
                <p:cNvPr id="1047" name="Ink 1046">
                  <a:extLst>
                    <a:ext uri="{FF2B5EF4-FFF2-40B4-BE49-F238E27FC236}">
                      <a16:creationId xmlns:a16="http://schemas.microsoft.com/office/drawing/2014/main" id="{84902310-D2B1-EC49-7717-0C70A60A1B70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4198112" y="1516043"/>
                  <a:ext cx="21816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4E90C28-B81C-690B-C3EA-6BF3D84305F9}"/>
                    </a:ext>
                  </a:extLst>
                </p14:cNvPr>
                <p14:cNvContentPartPr/>
                <p14:nvPr/>
              </p14:nvContentPartPr>
              <p14:xfrm>
                <a:off x="4415192" y="1404083"/>
                <a:ext cx="22680" cy="70200"/>
              </p14:xfrm>
            </p:contentPart>
          </mc:Choice>
          <mc:Fallback xmlns="">
            <p:pic>
              <p:nvPicPr>
                <p:cNvPr id="1048" name="Ink 1047">
                  <a:extLst>
                    <a:ext uri="{FF2B5EF4-FFF2-40B4-BE49-F238E27FC236}">
                      <a16:creationId xmlns:a16="http://schemas.microsoft.com/office/drawing/2014/main" id="{B35561B4-F1B5-4D19-2BAE-98E8BE4F5162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4406552" y="1395443"/>
                  <a:ext cx="4032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79480F06-D692-E134-3971-78C37AB99630}"/>
                    </a:ext>
                  </a:extLst>
                </p14:cNvPr>
                <p14:cNvContentPartPr/>
                <p14:nvPr/>
              </p14:nvContentPartPr>
              <p14:xfrm>
                <a:off x="4258592" y="1777763"/>
                <a:ext cx="3240" cy="19800"/>
              </p14:xfrm>
            </p:contentPart>
          </mc:Choice>
          <mc:Fallback xmlns="">
            <p:pic>
              <p:nvPicPr>
                <p:cNvPr id="1049" name="Ink 1048">
                  <a:extLst>
                    <a:ext uri="{FF2B5EF4-FFF2-40B4-BE49-F238E27FC236}">
                      <a16:creationId xmlns:a16="http://schemas.microsoft.com/office/drawing/2014/main" id="{30435829-2C19-1FB3-D812-0DD0CD9F8934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249952" y="1768763"/>
                  <a:ext cx="208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9D4CE83F-0AAB-41DF-855E-2E283E024B39}"/>
                    </a:ext>
                  </a:extLst>
                </p14:cNvPr>
                <p14:cNvContentPartPr/>
                <p14:nvPr/>
              </p14:nvContentPartPr>
              <p14:xfrm>
                <a:off x="4778072" y="1273043"/>
                <a:ext cx="611280" cy="387000"/>
              </p14:xfrm>
            </p:contentPart>
          </mc:Choice>
          <mc:Fallback xmlns="">
            <p:pic>
              <p:nvPicPr>
                <p:cNvPr id="1050" name="Ink 1049">
                  <a:extLst>
                    <a:ext uri="{FF2B5EF4-FFF2-40B4-BE49-F238E27FC236}">
                      <a16:creationId xmlns:a16="http://schemas.microsoft.com/office/drawing/2014/main" id="{6CC2DAC4-6951-C12C-8D9F-E465D4DF3A37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4769072" y="1264043"/>
                  <a:ext cx="628920" cy="40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41365954-FBD3-042B-FCD5-43F8DB39093D}"/>
                    </a:ext>
                  </a:extLst>
                </p14:cNvPr>
                <p14:cNvContentPartPr/>
                <p14:nvPr/>
              </p14:nvContentPartPr>
              <p14:xfrm>
                <a:off x="5185592" y="1263683"/>
                <a:ext cx="98280" cy="151560"/>
              </p14:xfrm>
            </p:contentPart>
          </mc:Choice>
          <mc:Fallback xmlns="">
            <p:pic>
              <p:nvPicPr>
                <p:cNvPr id="1051" name="Ink 1050">
                  <a:extLst>
                    <a:ext uri="{FF2B5EF4-FFF2-40B4-BE49-F238E27FC236}">
                      <a16:creationId xmlns:a16="http://schemas.microsoft.com/office/drawing/2014/main" id="{45AAC42D-E1F7-B253-6A27-2D172E9FAF15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176592" y="1255043"/>
                  <a:ext cx="11592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7DF62B3F-E8C5-AC03-D1E1-192903820856}"/>
                    </a:ext>
                  </a:extLst>
                </p14:cNvPr>
                <p14:cNvContentPartPr/>
                <p14:nvPr/>
              </p14:nvContentPartPr>
              <p14:xfrm>
                <a:off x="5659712" y="1214003"/>
                <a:ext cx="752400" cy="402480"/>
              </p14:xfrm>
            </p:contentPart>
          </mc:Choice>
          <mc:Fallback xmlns="">
            <p:pic>
              <p:nvPicPr>
                <p:cNvPr id="1052" name="Ink 1051">
                  <a:extLst>
                    <a:ext uri="{FF2B5EF4-FFF2-40B4-BE49-F238E27FC236}">
                      <a16:creationId xmlns:a16="http://schemas.microsoft.com/office/drawing/2014/main" id="{2A8FD7CF-C5A6-2F46-7003-C71984FD24C2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651072" y="1205363"/>
                  <a:ext cx="770040" cy="42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122DCCC4-770C-1D1C-8A8A-384420FC011E}"/>
                    </a:ext>
                  </a:extLst>
                </p14:cNvPr>
                <p14:cNvContentPartPr/>
                <p14:nvPr/>
              </p14:nvContentPartPr>
              <p14:xfrm>
                <a:off x="6226352" y="1734203"/>
                <a:ext cx="23760" cy="19440"/>
              </p14:xfrm>
            </p:contentPart>
          </mc:Choice>
          <mc:Fallback xmlns="">
            <p:pic>
              <p:nvPicPr>
                <p:cNvPr id="1053" name="Ink 1052">
                  <a:extLst>
                    <a:ext uri="{FF2B5EF4-FFF2-40B4-BE49-F238E27FC236}">
                      <a16:creationId xmlns:a16="http://schemas.microsoft.com/office/drawing/2014/main" id="{AD24AAA2-F54C-7CBA-4E54-14F611326BE1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217712" y="1725203"/>
                  <a:ext cx="41400" cy="3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A19C3B09-81B9-012D-217B-7D68E98C422F}"/>
              </a:ext>
            </a:extLst>
          </p:cNvPr>
          <p:cNvGrpSpPr/>
          <p:nvPr/>
        </p:nvGrpSpPr>
        <p:grpSpPr>
          <a:xfrm>
            <a:off x="4845660" y="2063525"/>
            <a:ext cx="2675520" cy="462600"/>
            <a:chOff x="297872" y="1978643"/>
            <a:chExt cx="2675520" cy="46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BC4DA6D5-501D-BBB9-FB4F-9EF15FCC6FF9}"/>
                    </a:ext>
                  </a:extLst>
                </p14:cNvPr>
                <p14:cNvContentPartPr/>
                <p14:nvPr/>
              </p14:nvContentPartPr>
              <p14:xfrm>
                <a:off x="297872" y="2205083"/>
                <a:ext cx="158760" cy="128520"/>
              </p14:xfrm>
            </p:contentPart>
          </mc:Choice>
          <mc:Fallback xmlns="">
            <p:pic>
              <p:nvPicPr>
                <p:cNvPr id="1055" name="Ink 1054">
                  <a:extLst>
                    <a:ext uri="{FF2B5EF4-FFF2-40B4-BE49-F238E27FC236}">
                      <a16:creationId xmlns:a16="http://schemas.microsoft.com/office/drawing/2014/main" id="{34E603AF-6B43-E64F-FD8A-8B37D4D33EBB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289232" y="2196083"/>
                  <a:ext cx="17640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5A84A1E7-92F6-ACB0-F16B-922A9A6080EF}"/>
                    </a:ext>
                  </a:extLst>
                </p14:cNvPr>
                <p14:cNvContentPartPr/>
                <p14:nvPr/>
              </p14:nvContentPartPr>
              <p14:xfrm>
                <a:off x="431072" y="2008883"/>
                <a:ext cx="37080" cy="366840"/>
              </p14:xfrm>
            </p:contentPart>
          </mc:Choice>
          <mc:Fallback xmlns="">
            <p:pic>
              <p:nvPicPr>
                <p:cNvPr id="1056" name="Ink 1055">
                  <a:extLst>
                    <a:ext uri="{FF2B5EF4-FFF2-40B4-BE49-F238E27FC236}">
                      <a16:creationId xmlns:a16="http://schemas.microsoft.com/office/drawing/2014/main" id="{39ACDCF8-AF5D-A7BA-F36C-730A6C8D7A94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22432" y="1999883"/>
                  <a:ext cx="5472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C0DEECC4-8A99-DC80-6900-26DB3A235E0B}"/>
                    </a:ext>
                  </a:extLst>
                </p14:cNvPr>
                <p14:cNvContentPartPr/>
                <p14:nvPr/>
              </p14:nvContentPartPr>
              <p14:xfrm>
                <a:off x="592352" y="2033003"/>
                <a:ext cx="136440" cy="18720"/>
              </p14:xfrm>
            </p:contentPart>
          </mc:Choice>
          <mc:Fallback xmlns="">
            <p:pic>
              <p:nvPicPr>
                <p:cNvPr id="1057" name="Ink 1056">
                  <a:extLst>
                    <a:ext uri="{FF2B5EF4-FFF2-40B4-BE49-F238E27FC236}">
                      <a16:creationId xmlns:a16="http://schemas.microsoft.com/office/drawing/2014/main" id="{64DF3ABC-BD8D-7679-A0DD-242BB901D4C3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83352" y="2024003"/>
                  <a:ext cx="1540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DAB9A09B-DE5D-4A2B-770C-7008E09486FA}"/>
                    </a:ext>
                  </a:extLst>
                </p14:cNvPr>
                <p14:cNvContentPartPr/>
                <p14:nvPr/>
              </p14:nvContentPartPr>
              <p14:xfrm>
                <a:off x="589112" y="2071883"/>
                <a:ext cx="69840" cy="343800"/>
              </p14:xfrm>
            </p:contentPart>
          </mc:Choice>
          <mc:Fallback xmlns="">
            <p:pic>
              <p:nvPicPr>
                <p:cNvPr id="1058" name="Ink 1057">
                  <a:extLst>
                    <a:ext uri="{FF2B5EF4-FFF2-40B4-BE49-F238E27FC236}">
                      <a16:creationId xmlns:a16="http://schemas.microsoft.com/office/drawing/2014/main" id="{05B060BD-8668-6470-204A-FEEF8810BBCA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80472" y="2062883"/>
                  <a:ext cx="8748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5647EDC1-7219-AD80-D70D-BA3D33F87FB4}"/>
                    </a:ext>
                  </a:extLst>
                </p14:cNvPr>
                <p14:cNvContentPartPr/>
                <p14:nvPr/>
              </p14:nvContentPartPr>
              <p14:xfrm>
                <a:off x="752912" y="2171603"/>
                <a:ext cx="159480" cy="201240"/>
              </p14:xfrm>
            </p:contentPart>
          </mc:Choice>
          <mc:Fallback xmlns="">
            <p:pic>
              <p:nvPicPr>
                <p:cNvPr id="1059" name="Ink 1058">
                  <a:extLst>
                    <a:ext uri="{FF2B5EF4-FFF2-40B4-BE49-F238E27FC236}">
                      <a16:creationId xmlns:a16="http://schemas.microsoft.com/office/drawing/2014/main" id="{B22F94E5-5070-29B8-CD77-504FA963AC54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744272" y="2162963"/>
                  <a:ext cx="17712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9559E89F-9314-F9EE-9A57-C54C9385CF60}"/>
                    </a:ext>
                  </a:extLst>
                </p14:cNvPr>
                <p14:cNvContentPartPr/>
                <p14:nvPr/>
              </p14:nvContentPartPr>
              <p14:xfrm>
                <a:off x="977192" y="2012843"/>
                <a:ext cx="158040" cy="344520"/>
              </p14:xfrm>
            </p:contentPart>
          </mc:Choice>
          <mc:Fallback xmlns="">
            <p:pic>
              <p:nvPicPr>
                <p:cNvPr id="1060" name="Ink 1059">
                  <a:extLst>
                    <a:ext uri="{FF2B5EF4-FFF2-40B4-BE49-F238E27FC236}">
                      <a16:creationId xmlns:a16="http://schemas.microsoft.com/office/drawing/2014/main" id="{219D438B-7AC2-4289-FD14-AB17BD3ECE14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968552" y="2003843"/>
                  <a:ext cx="17568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24CF9413-5115-28D6-E0D7-16373EF83D98}"/>
                    </a:ext>
                  </a:extLst>
                </p14:cNvPr>
                <p14:cNvContentPartPr/>
                <p14:nvPr/>
              </p14:nvContentPartPr>
              <p14:xfrm>
                <a:off x="1286072" y="2210843"/>
                <a:ext cx="145080" cy="23400"/>
              </p14:xfrm>
            </p:contentPart>
          </mc:Choice>
          <mc:Fallback xmlns="">
            <p:pic>
              <p:nvPicPr>
                <p:cNvPr id="1061" name="Ink 1060">
                  <a:extLst>
                    <a:ext uri="{FF2B5EF4-FFF2-40B4-BE49-F238E27FC236}">
                      <a16:creationId xmlns:a16="http://schemas.microsoft.com/office/drawing/2014/main" id="{91ABCBC4-6F73-A3CE-B368-0B234109B676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277072" y="2202203"/>
                  <a:ext cx="16272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0D5F2F58-8E8C-AC49-A71E-B8A030D21156}"/>
                    </a:ext>
                  </a:extLst>
                </p14:cNvPr>
                <p14:cNvContentPartPr/>
                <p14:nvPr/>
              </p14:nvContentPartPr>
              <p14:xfrm>
                <a:off x="1369232" y="2122283"/>
                <a:ext cx="7560" cy="238680"/>
              </p14:xfrm>
            </p:contentPart>
          </mc:Choice>
          <mc:Fallback xmlns="">
            <p:pic>
              <p:nvPicPr>
                <p:cNvPr id="1062" name="Ink 1061">
                  <a:extLst>
                    <a:ext uri="{FF2B5EF4-FFF2-40B4-BE49-F238E27FC236}">
                      <a16:creationId xmlns:a16="http://schemas.microsoft.com/office/drawing/2014/main" id="{EDE8077B-262D-45AF-F82D-1305FD2CC370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360232" y="2113283"/>
                  <a:ext cx="2520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92F843F4-C57B-30AE-CB20-C41EC23D970C}"/>
                    </a:ext>
                  </a:extLst>
                </p14:cNvPr>
                <p14:cNvContentPartPr/>
                <p14:nvPr/>
              </p14:nvContentPartPr>
              <p14:xfrm>
                <a:off x="1667672" y="2202563"/>
                <a:ext cx="122400" cy="114120"/>
              </p14:xfrm>
            </p:contentPart>
          </mc:Choice>
          <mc:Fallback xmlns="">
            <p:pic>
              <p:nvPicPr>
                <p:cNvPr id="1063" name="Ink 1062">
                  <a:extLst>
                    <a:ext uri="{FF2B5EF4-FFF2-40B4-BE49-F238E27FC236}">
                      <a16:creationId xmlns:a16="http://schemas.microsoft.com/office/drawing/2014/main" id="{08284F46-3835-5048-27FE-88452FF1B423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659032" y="2193923"/>
                  <a:ext cx="1400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C8F523E7-A4FD-93E5-212F-3988DC900237}"/>
                    </a:ext>
                  </a:extLst>
                </p14:cNvPr>
                <p14:cNvContentPartPr/>
                <p14:nvPr/>
              </p14:nvContentPartPr>
              <p14:xfrm>
                <a:off x="1801232" y="2048843"/>
                <a:ext cx="16560" cy="322560"/>
              </p14:xfrm>
            </p:contentPart>
          </mc:Choice>
          <mc:Fallback xmlns="">
            <p:pic>
              <p:nvPicPr>
                <p:cNvPr id="1064" name="Ink 1063">
                  <a:extLst>
                    <a:ext uri="{FF2B5EF4-FFF2-40B4-BE49-F238E27FC236}">
                      <a16:creationId xmlns:a16="http://schemas.microsoft.com/office/drawing/2014/main" id="{EBCE87F1-ACED-1676-4A63-0AA209B2D335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792232" y="2039843"/>
                  <a:ext cx="3420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5D4DF50B-79B1-9A9A-5457-C33DC8FF7941}"/>
                    </a:ext>
                  </a:extLst>
                </p14:cNvPr>
                <p14:cNvContentPartPr/>
                <p14:nvPr/>
              </p14:nvContentPartPr>
              <p14:xfrm>
                <a:off x="1949192" y="2023283"/>
                <a:ext cx="183240" cy="26280"/>
              </p14:xfrm>
            </p:contentPart>
          </mc:Choice>
          <mc:Fallback xmlns="">
            <p:pic>
              <p:nvPicPr>
                <p:cNvPr id="1065" name="Ink 1064">
                  <a:extLst>
                    <a:ext uri="{FF2B5EF4-FFF2-40B4-BE49-F238E27FC236}">
                      <a16:creationId xmlns:a16="http://schemas.microsoft.com/office/drawing/2014/main" id="{AD75B19C-FF65-CFB0-29FB-1AB7C9D0CE52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940552" y="2014283"/>
                  <a:ext cx="2008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C7C4BBE0-01A7-D7E0-F6FC-0A4760F23F10}"/>
                    </a:ext>
                  </a:extLst>
                </p14:cNvPr>
                <p14:cNvContentPartPr/>
                <p14:nvPr/>
              </p14:nvContentPartPr>
              <p14:xfrm>
                <a:off x="1964672" y="2062523"/>
                <a:ext cx="153000" cy="378720"/>
              </p14:xfrm>
            </p:contentPart>
          </mc:Choice>
          <mc:Fallback xmlns="">
            <p:pic>
              <p:nvPicPr>
                <p:cNvPr id="1066" name="Ink 1065">
                  <a:extLst>
                    <a:ext uri="{FF2B5EF4-FFF2-40B4-BE49-F238E27FC236}">
                      <a16:creationId xmlns:a16="http://schemas.microsoft.com/office/drawing/2014/main" id="{87DA0D1C-0DBB-A5F8-F7E2-E02C7B4035CF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956032" y="2053523"/>
                  <a:ext cx="170640" cy="3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C7B530D3-37A9-27B7-5F00-821779F8AAB5}"/>
                    </a:ext>
                  </a:extLst>
                </p14:cNvPr>
                <p14:cNvContentPartPr/>
                <p14:nvPr/>
              </p14:nvContentPartPr>
              <p14:xfrm>
                <a:off x="2142872" y="2187443"/>
                <a:ext cx="105480" cy="171720"/>
              </p14:xfrm>
            </p:contentPart>
          </mc:Choice>
          <mc:Fallback xmlns="">
            <p:pic>
              <p:nvPicPr>
                <p:cNvPr id="1067" name="Ink 1066">
                  <a:extLst>
                    <a:ext uri="{FF2B5EF4-FFF2-40B4-BE49-F238E27FC236}">
                      <a16:creationId xmlns:a16="http://schemas.microsoft.com/office/drawing/2014/main" id="{48E91E26-811D-0A41-CBB8-2B865553774B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2133872" y="2178443"/>
                  <a:ext cx="12312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65653098-9C10-75F9-3CCB-F7AF7B87210F}"/>
                    </a:ext>
                  </a:extLst>
                </p14:cNvPr>
                <p14:cNvContentPartPr/>
                <p14:nvPr/>
              </p14:nvContentPartPr>
              <p14:xfrm>
                <a:off x="2371832" y="2268083"/>
                <a:ext cx="47160" cy="168120"/>
              </p14:xfrm>
            </p:contentPart>
          </mc:Choice>
          <mc:Fallback xmlns="">
            <p:pic>
              <p:nvPicPr>
                <p:cNvPr id="1068" name="Ink 1067">
                  <a:extLst>
                    <a:ext uri="{FF2B5EF4-FFF2-40B4-BE49-F238E27FC236}">
                      <a16:creationId xmlns:a16="http://schemas.microsoft.com/office/drawing/2014/main" id="{0D67E846-FE2A-8F68-6AAD-86B2553E858A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2363192" y="2259443"/>
                  <a:ext cx="6480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59851965-B544-7741-B3DA-39E62A9CE16D}"/>
                    </a:ext>
                  </a:extLst>
                </p14:cNvPr>
                <p14:cNvContentPartPr/>
                <p14:nvPr/>
              </p14:nvContentPartPr>
              <p14:xfrm>
                <a:off x="2579912" y="2132723"/>
                <a:ext cx="140040" cy="198360"/>
              </p14:xfrm>
            </p:contentPart>
          </mc:Choice>
          <mc:Fallback xmlns="">
            <p:pic>
              <p:nvPicPr>
                <p:cNvPr id="1069" name="Ink 1068">
                  <a:extLst>
                    <a:ext uri="{FF2B5EF4-FFF2-40B4-BE49-F238E27FC236}">
                      <a16:creationId xmlns:a16="http://schemas.microsoft.com/office/drawing/2014/main" id="{F8E5E24D-FCDC-F7E4-E962-14BE02C49352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2571272" y="2124083"/>
                  <a:ext cx="15768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1D6CFF58-D665-2A12-A784-304CED11953F}"/>
                    </a:ext>
                  </a:extLst>
                </p14:cNvPr>
                <p14:cNvContentPartPr/>
                <p14:nvPr/>
              </p14:nvContentPartPr>
              <p14:xfrm>
                <a:off x="2816432" y="1978643"/>
                <a:ext cx="156960" cy="371160"/>
              </p14:xfrm>
            </p:contentPart>
          </mc:Choice>
          <mc:Fallback xmlns="">
            <p:pic>
              <p:nvPicPr>
                <p:cNvPr id="1070" name="Ink 1069">
                  <a:extLst>
                    <a:ext uri="{FF2B5EF4-FFF2-40B4-BE49-F238E27FC236}">
                      <a16:creationId xmlns:a16="http://schemas.microsoft.com/office/drawing/2014/main" id="{B4A24C66-F778-A09C-A95E-D9B0C61CECD3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2807792" y="1970003"/>
                  <a:ext cx="174600" cy="38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38E478A9-AB47-DBCC-5373-84FB3FFCEE05}"/>
              </a:ext>
            </a:extLst>
          </p:cNvPr>
          <p:cNvGrpSpPr/>
          <p:nvPr/>
        </p:nvGrpSpPr>
        <p:grpSpPr>
          <a:xfrm>
            <a:off x="7816740" y="1972085"/>
            <a:ext cx="3446280" cy="553320"/>
            <a:chOff x="3268952" y="1887203"/>
            <a:chExt cx="3446280" cy="55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8D6EA697-AD26-52CD-7CB8-117522795F7E}"/>
                    </a:ext>
                  </a:extLst>
                </p14:cNvPr>
                <p14:cNvContentPartPr/>
                <p14:nvPr/>
              </p14:nvContentPartPr>
              <p14:xfrm>
                <a:off x="3268952" y="1975763"/>
                <a:ext cx="277920" cy="422280"/>
              </p14:xfrm>
            </p:contentPart>
          </mc:Choice>
          <mc:Fallback xmlns="">
            <p:pic>
              <p:nvPicPr>
                <p:cNvPr id="1072" name="Ink 1071">
                  <a:extLst>
                    <a:ext uri="{FF2B5EF4-FFF2-40B4-BE49-F238E27FC236}">
                      <a16:creationId xmlns:a16="http://schemas.microsoft.com/office/drawing/2014/main" id="{AE335CB5-3B9B-30EA-68E6-1A8ECFD90A7A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3259952" y="1966763"/>
                  <a:ext cx="295560" cy="43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B69093AE-43A3-2431-B43B-7C10FF3EC94A}"/>
                    </a:ext>
                  </a:extLst>
                </p14:cNvPr>
                <p14:cNvContentPartPr/>
                <p14:nvPr/>
              </p14:nvContentPartPr>
              <p14:xfrm>
                <a:off x="3685472" y="2178083"/>
                <a:ext cx="140760" cy="123120"/>
              </p14:xfrm>
            </p:contentPart>
          </mc:Choice>
          <mc:Fallback xmlns="">
            <p:pic>
              <p:nvPicPr>
                <p:cNvPr id="1073" name="Ink 1072">
                  <a:extLst>
                    <a:ext uri="{FF2B5EF4-FFF2-40B4-BE49-F238E27FC236}">
                      <a16:creationId xmlns:a16="http://schemas.microsoft.com/office/drawing/2014/main" id="{2CC3BD76-E1B5-DF8C-0B67-FC1235DA5EEE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3676472" y="2169443"/>
                  <a:ext cx="15840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8D6933C1-B062-0648-F592-2B3F494C4E07}"/>
                    </a:ext>
                  </a:extLst>
                </p14:cNvPr>
                <p14:cNvContentPartPr/>
                <p14:nvPr/>
              </p14:nvContentPartPr>
              <p14:xfrm>
                <a:off x="3852512" y="1989443"/>
                <a:ext cx="13680" cy="336240"/>
              </p14:xfrm>
            </p:contentPart>
          </mc:Choice>
          <mc:Fallback xmlns="">
            <p:pic>
              <p:nvPicPr>
                <p:cNvPr id="1074" name="Ink 1073">
                  <a:extLst>
                    <a:ext uri="{FF2B5EF4-FFF2-40B4-BE49-F238E27FC236}">
                      <a16:creationId xmlns:a16="http://schemas.microsoft.com/office/drawing/2014/main" id="{E9F044DF-D3F7-8BDD-381A-9B6CD2F657B4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3843872" y="1980443"/>
                  <a:ext cx="3132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B06DF148-34A6-52BF-4378-0A147BCBABA4}"/>
                    </a:ext>
                  </a:extLst>
                </p14:cNvPr>
                <p14:cNvContentPartPr/>
                <p14:nvPr/>
              </p14:nvContentPartPr>
              <p14:xfrm>
                <a:off x="4062752" y="1988003"/>
                <a:ext cx="174600" cy="16560"/>
              </p14:xfrm>
            </p:contentPart>
          </mc:Choice>
          <mc:Fallback xmlns="">
            <p:pic>
              <p:nvPicPr>
                <p:cNvPr id="1075" name="Ink 1074">
                  <a:extLst>
                    <a:ext uri="{FF2B5EF4-FFF2-40B4-BE49-F238E27FC236}">
                      <a16:creationId xmlns:a16="http://schemas.microsoft.com/office/drawing/2014/main" id="{11E8F3EB-7655-3D48-A39F-DF7F56AF30F3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4053752" y="1979003"/>
                  <a:ext cx="1922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A04A4A7F-E594-7B7F-7796-F33855006C93}"/>
                    </a:ext>
                  </a:extLst>
                </p14:cNvPr>
                <p14:cNvContentPartPr/>
                <p14:nvPr/>
              </p14:nvContentPartPr>
              <p14:xfrm>
                <a:off x="4034672" y="2022923"/>
                <a:ext cx="145800" cy="412200"/>
              </p14:xfrm>
            </p:contentPart>
          </mc:Choice>
          <mc:Fallback xmlns="">
            <p:pic>
              <p:nvPicPr>
                <p:cNvPr id="1076" name="Ink 1075">
                  <a:extLst>
                    <a:ext uri="{FF2B5EF4-FFF2-40B4-BE49-F238E27FC236}">
                      <a16:creationId xmlns:a16="http://schemas.microsoft.com/office/drawing/2014/main" id="{CFEB644C-0EF6-72C5-7559-093B970F3128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4025672" y="2014283"/>
                  <a:ext cx="163440" cy="42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50AA080D-56D1-FBF7-6AC9-D212A770166E}"/>
                    </a:ext>
                  </a:extLst>
                </p14:cNvPr>
                <p14:cNvContentPartPr/>
                <p14:nvPr/>
              </p14:nvContentPartPr>
              <p14:xfrm>
                <a:off x="4251392" y="2111843"/>
                <a:ext cx="137880" cy="176040"/>
              </p14:xfrm>
            </p:contentPart>
          </mc:Choice>
          <mc:Fallback xmlns="">
            <p:pic>
              <p:nvPicPr>
                <p:cNvPr id="1077" name="Ink 1076">
                  <a:extLst>
                    <a:ext uri="{FF2B5EF4-FFF2-40B4-BE49-F238E27FC236}">
                      <a16:creationId xmlns:a16="http://schemas.microsoft.com/office/drawing/2014/main" id="{4E70F8EF-A00A-4FCC-3D3C-267387A1641D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4242392" y="2102843"/>
                  <a:ext cx="1555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BF978607-3615-1D09-6280-7BDFBF85468E}"/>
                    </a:ext>
                  </a:extLst>
                </p14:cNvPr>
                <p14:cNvContentPartPr/>
                <p14:nvPr/>
              </p14:nvContentPartPr>
              <p14:xfrm>
                <a:off x="4454792" y="1933643"/>
                <a:ext cx="164520" cy="434520"/>
              </p14:xfrm>
            </p:contentPart>
          </mc:Choice>
          <mc:Fallback xmlns="">
            <p:pic>
              <p:nvPicPr>
                <p:cNvPr id="1078" name="Ink 1077">
                  <a:extLst>
                    <a:ext uri="{FF2B5EF4-FFF2-40B4-BE49-F238E27FC236}">
                      <a16:creationId xmlns:a16="http://schemas.microsoft.com/office/drawing/2014/main" id="{A3F74896-495D-6DC5-AAB2-4C61729D3BC4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4445792" y="1924643"/>
                  <a:ext cx="182160" cy="45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1C9D5638-159D-100B-07CE-6153BD330C6C}"/>
                    </a:ext>
                  </a:extLst>
                </p14:cNvPr>
                <p14:cNvContentPartPr/>
                <p14:nvPr/>
              </p14:nvContentPartPr>
              <p14:xfrm>
                <a:off x="4869872" y="2149643"/>
                <a:ext cx="139320" cy="26640"/>
              </p14:xfrm>
            </p:contentPart>
          </mc:Choice>
          <mc:Fallback xmlns="">
            <p:pic>
              <p:nvPicPr>
                <p:cNvPr id="1079" name="Ink 1078">
                  <a:extLst>
                    <a:ext uri="{FF2B5EF4-FFF2-40B4-BE49-F238E27FC236}">
                      <a16:creationId xmlns:a16="http://schemas.microsoft.com/office/drawing/2014/main" id="{E79C498C-434A-9A82-6536-11DCFB61E0ED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4860872" y="2140643"/>
                  <a:ext cx="15696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AE1675E4-F793-7F69-32AA-19886CFD55D8}"/>
                    </a:ext>
                  </a:extLst>
                </p14:cNvPr>
                <p14:cNvContentPartPr/>
                <p14:nvPr/>
              </p14:nvContentPartPr>
              <p14:xfrm>
                <a:off x="4844672" y="2213003"/>
                <a:ext cx="159120" cy="25560"/>
              </p14:xfrm>
            </p:contentPart>
          </mc:Choice>
          <mc:Fallback xmlns="">
            <p:pic>
              <p:nvPicPr>
                <p:cNvPr id="1080" name="Ink 1079">
                  <a:extLst>
                    <a:ext uri="{FF2B5EF4-FFF2-40B4-BE49-F238E27FC236}">
                      <a16:creationId xmlns:a16="http://schemas.microsoft.com/office/drawing/2014/main" id="{D96FDC07-2133-B09A-26AD-F61E394D5F02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4836032" y="2204003"/>
                  <a:ext cx="17676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C5F287AF-A4BE-E230-6953-8CBC837E1AA3}"/>
                    </a:ext>
                  </a:extLst>
                </p14:cNvPr>
                <p14:cNvContentPartPr/>
                <p14:nvPr/>
              </p14:nvContentPartPr>
              <p14:xfrm>
                <a:off x="4982552" y="2017163"/>
                <a:ext cx="122760" cy="297720"/>
              </p14:xfrm>
            </p:contentPart>
          </mc:Choice>
          <mc:Fallback xmlns="">
            <p:pic>
              <p:nvPicPr>
                <p:cNvPr id="1081" name="Ink 1080">
                  <a:extLst>
                    <a:ext uri="{FF2B5EF4-FFF2-40B4-BE49-F238E27FC236}">
                      <a16:creationId xmlns:a16="http://schemas.microsoft.com/office/drawing/2014/main" id="{EB7D92A7-497F-8276-8860-A88FA4F48066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4973912" y="2008523"/>
                  <a:ext cx="14040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BCFAFABA-1DDF-C3E7-0D72-23A9BFDAA546}"/>
                    </a:ext>
                  </a:extLst>
                </p14:cNvPr>
                <p14:cNvContentPartPr/>
                <p14:nvPr/>
              </p14:nvContentPartPr>
              <p14:xfrm>
                <a:off x="5265872" y="2080883"/>
                <a:ext cx="101520" cy="204480"/>
              </p14:xfrm>
            </p:contentPart>
          </mc:Choice>
          <mc:Fallback xmlns="">
            <p:pic>
              <p:nvPicPr>
                <p:cNvPr id="1082" name="Ink 1081">
                  <a:extLst>
                    <a:ext uri="{FF2B5EF4-FFF2-40B4-BE49-F238E27FC236}">
                      <a16:creationId xmlns:a16="http://schemas.microsoft.com/office/drawing/2014/main" id="{16122AAF-CCC0-3530-912A-C76A93795116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5256872" y="2072243"/>
                  <a:ext cx="11916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3506436C-FCBB-680D-43CB-0A7F72D52904}"/>
                    </a:ext>
                  </a:extLst>
                </p14:cNvPr>
                <p14:cNvContentPartPr/>
                <p14:nvPr/>
              </p14:nvContentPartPr>
              <p14:xfrm>
                <a:off x="5400512" y="2122643"/>
                <a:ext cx="336960" cy="285480"/>
              </p14:xfrm>
            </p:contentPart>
          </mc:Choice>
          <mc:Fallback xmlns="">
            <p:pic>
              <p:nvPicPr>
                <p:cNvPr id="1084" name="Ink 1083">
                  <a:extLst>
                    <a:ext uri="{FF2B5EF4-FFF2-40B4-BE49-F238E27FC236}">
                      <a16:creationId xmlns:a16="http://schemas.microsoft.com/office/drawing/2014/main" id="{CCB4AC59-0FD2-35F7-7EC5-22B5B9B204D7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5391512" y="2114003"/>
                  <a:ext cx="35460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DD52AF62-DAD6-01CD-2942-FD08C97C1BD1}"/>
                    </a:ext>
                  </a:extLst>
                </p14:cNvPr>
                <p14:cNvContentPartPr/>
                <p14:nvPr/>
              </p14:nvContentPartPr>
              <p14:xfrm>
                <a:off x="5455592" y="1972163"/>
                <a:ext cx="155520" cy="110520"/>
              </p14:xfrm>
            </p:contentPart>
          </mc:Choice>
          <mc:Fallback xmlns="">
            <p:pic>
              <p:nvPicPr>
                <p:cNvPr id="1085" name="Ink 1084">
                  <a:extLst>
                    <a:ext uri="{FF2B5EF4-FFF2-40B4-BE49-F238E27FC236}">
                      <a16:creationId xmlns:a16="http://schemas.microsoft.com/office/drawing/2014/main" id="{54394F80-BC0D-AF82-478B-3F3DCF21FE7D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5446952" y="1963163"/>
                  <a:ext cx="17316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D80A2FF4-BCAA-BF0E-30C5-092970A2B91B}"/>
                    </a:ext>
                  </a:extLst>
                </p14:cNvPr>
                <p14:cNvContentPartPr/>
                <p14:nvPr/>
              </p14:nvContentPartPr>
              <p14:xfrm>
                <a:off x="5380712" y="2409923"/>
                <a:ext cx="9360" cy="30600"/>
              </p14:xfrm>
            </p:contentPart>
          </mc:Choice>
          <mc:Fallback xmlns="">
            <p:pic>
              <p:nvPicPr>
                <p:cNvPr id="1086" name="Ink 1085">
                  <a:extLst>
                    <a:ext uri="{FF2B5EF4-FFF2-40B4-BE49-F238E27FC236}">
                      <a16:creationId xmlns:a16="http://schemas.microsoft.com/office/drawing/2014/main" id="{2DEB7DE0-3301-2698-BE66-A5A1701940E3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5371712" y="2401283"/>
                  <a:ext cx="270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B7188F40-D808-DB34-19EF-0ED8677FF4A0}"/>
                    </a:ext>
                  </a:extLst>
                </p14:cNvPr>
                <p14:cNvContentPartPr/>
                <p14:nvPr/>
              </p14:nvContentPartPr>
              <p14:xfrm>
                <a:off x="5922152" y="2105003"/>
                <a:ext cx="207720" cy="147600"/>
              </p14:xfrm>
            </p:contentPart>
          </mc:Choice>
          <mc:Fallback xmlns="">
            <p:pic>
              <p:nvPicPr>
                <p:cNvPr id="1087" name="Ink 1086">
                  <a:extLst>
                    <a:ext uri="{FF2B5EF4-FFF2-40B4-BE49-F238E27FC236}">
                      <a16:creationId xmlns:a16="http://schemas.microsoft.com/office/drawing/2014/main" id="{CB43DA4A-31CC-1C18-ED1B-44C248A51E7A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5913152" y="2096003"/>
                  <a:ext cx="22536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D171C659-8669-257E-1F7E-FB2B853D50AD}"/>
                    </a:ext>
                  </a:extLst>
                </p14:cNvPr>
                <p14:cNvContentPartPr/>
                <p14:nvPr/>
              </p14:nvContentPartPr>
              <p14:xfrm>
                <a:off x="6141392" y="1887203"/>
                <a:ext cx="132840" cy="374760"/>
              </p14:xfrm>
            </p:contentPart>
          </mc:Choice>
          <mc:Fallback xmlns="">
            <p:pic>
              <p:nvPicPr>
                <p:cNvPr id="1088" name="Ink 1087">
                  <a:extLst>
                    <a:ext uri="{FF2B5EF4-FFF2-40B4-BE49-F238E27FC236}">
                      <a16:creationId xmlns:a16="http://schemas.microsoft.com/office/drawing/2014/main" id="{861639C1-4B73-E3EA-E2E5-71F806FA192B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6132392" y="1878203"/>
                  <a:ext cx="15048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B3E6FFEE-8490-E88E-B4E9-5CF57B38568D}"/>
                    </a:ext>
                  </a:extLst>
                </p14:cNvPr>
                <p14:cNvContentPartPr/>
                <p14:nvPr/>
              </p14:nvContentPartPr>
              <p14:xfrm>
                <a:off x="6369992" y="1953443"/>
                <a:ext cx="345240" cy="317160"/>
              </p14:xfrm>
            </p:contentPart>
          </mc:Choice>
          <mc:Fallback xmlns="">
            <p:pic>
              <p:nvPicPr>
                <p:cNvPr id="1090" name="Ink 1089">
                  <a:extLst>
                    <a:ext uri="{FF2B5EF4-FFF2-40B4-BE49-F238E27FC236}">
                      <a16:creationId xmlns:a16="http://schemas.microsoft.com/office/drawing/2014/main" id="{D5C604A9-604B-53C2-63C0-4A9F729EB8C8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6360992" y="1944443"/>
                  <a:ext cx="36288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2F28DAC1-E452-DA83-C871-07C296770294}"/>
                    </a:ext>
                  </a:extLst>
                </p14:cNvPr>
                <p14:cNvContentPartPr/>
                <p14:nvPr/>
              </p14:nvContentPartPr>
              <p14:xfrm>
                <a:off x="6362432" y="1968203"/>
                <a:ext cx="150120" cy="87840"/>
              </p14:xfrm>
            </p:contentPart>
          </mc:Choice>
          <mc:Fallback xmlns="">
            <p:pic>
              <p:nvPicPr>
                <p:cNvPr id="1091" name="Ink 1090">
                  <a:extLst>
                    <a:ext uri="{FF2B5EF4-FFF2-40B4-BE49-F238E27FC236}">
                      <a16:creationId xmlns:a16="http://schemas.microsoft.com/office/drawing/2014/main" id="{BCDE8076-4CB7-7DF4-563B-2C3880E41E27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6353432" y="1959563"/>
                  <a:ext cx="16776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5947D597-C73A-C073-2AB2-6508AF7C9452}"/>
                    </a:ext>
                  </a:extLst>
                </p14:cNvPr>
                <p14:cNvContentPartPr/>
                <p14:nvPr/>
              </p14:nvContentPartPr>
              <p14:xfrm>
                <a:off x="6359192" y="2399843"/>
                <a:ext cx="37800" cy="17640"/>
              </p14:xfrm>
            </p:contentPart>
          </mc:Choice>
          <mc:Fallback xmlns="">
            <p:pic>
              <p:nvPicPr>
                <p:cNvPr id="1092" name="Ink 1091">
                  <a:extLst>
                    <a:ext uri="{FF2B5EF4-FFF2-40B4-BE49-F238E27FC236}">
                      <a16:creationId xmlns:a16="http://schemas.microsoft.com/office/drawing/2014/main" id="{5CB838A0-A84C-BEA8-6185-B239E8F1652A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6350192" y="2390843"/>
                  <a:ext cx="55440" cy="35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10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F0E33B23-6C17-782D-6CDD-39069BB09F7A}"/>
                  </a:ext>
                </a:extLst>
              </p14:cNvPr>
              <p14:cNvContentPartPr/>
              <p14:nvPr/>
            </p14:nvContentPartPr>
            <p14:xfrm>
              <a:off x="4824060" y="2256845"/>
              <a:ext cx="2665440" cy="24840"/>
            </p14:xfrm>
          </p:contentPart>
        </mc:Choice>
        <mc:Fallback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F0E33B23-6C17-782D-6CDD-39069BB09F7A}"/>
                  </a:ext>
                </a:extLst>
              </p:cNvPr>
              <p:cNvPicPr/>
              <p:nvPr/>
            </p:nvPicPr>
            <p:blipFill>
              <a:blip r:embed="rId311"/>
              <a:stretch>
                <a:fillRect/>
              </a:stretch>
            </p:blipFill>
            <p:spPr>
              <a:xfrm>
                <a:off x="4734072" y="2076845"/>
                <a:ext cx="2845056" cy="38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2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583304F0-B990-1FEA-44DC-BDC9EF8DC565}"/>
                  </a:ext>
                </a:extLst>
              </p14:cNvPr>
              <p14:cNvContentPartPr/>
              <p14:nvPr/>
            </p14:nvContentPartPr>
            <p14:xfrm>
              <a:off x="7340100" y="2219045"/>
              <a:ext cx="1885680" cy="56160"/>
            </p14:xfrm>
          </p:contentPart>
        </mc:Choice>
        <mc:Fallback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583304F0-B990-1FEA-44DC-BDC9EF8DC565}"/>
                  </a:ext>
                </a:extLst>
              </p:cNvPr>
              <p:cNvPicPr/>
              <p:nvPr/>
            </p:nvPicPr>
            <p:blipFill>
              <a:blip r:embed="rId313"/>
              <a:stretch>
                <a:fillRect/>
              </a:stretch>
            </p:blipFill>
            <p:spPr>
              <a:xfrm>
                <a:off x="7250100" y="2039045"/>
                <a:ext cx="2065320" cy="41580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163" name="Table 162">
            <a:extLst>
              <a:ext uri="{FF2B5EF4-FFF2-40B4-BE49-F238E27FC236}">
                <a16:creationId xmlns:a16="http://schemas.microsoft.com/office/drawing/2014/main" id="{63623E52-E55B-E974-E12B-ABF2F089AB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2433042"/>
              </p:ext>
            </p:extLst>
          </p:nvPr>
        </p:nvGraphicFramePr>
        <p:xfrm>
          <a:off x="3924300" y="2857500"/>
          <a:ext cx="8128001" cy="2989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417711904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9884755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66215075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5710590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5026041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80676855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7044289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389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Chọn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(7, 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(9, 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(</a:t>
                      </a:r>
                      <a:r>
                        <a:rPr lang="en-US">
                          <a:sym typeface="Symbol" panose="05050102010706020507" pitchFamily="18" charset="2"/>
                        </a:rPr>
                        <a:t>, -)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(</a:t>
                      </a:r>
                      <a:r>
                        <a:rPr lang="en-US">
                          <a:sym typeface="Symbol" panose="05050102010706020507" pitchFamily="18" charset="2"/>
                        </a:rPr>
                        <a:t>, -)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(14, 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6331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------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Chọn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(9, 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(22, 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(</a:t>
                      </a:r>
                      <a:r>
                        <a:rPr lang="en-US">
                          <a:sym typeface="Symbol" panose="05050102010706020507" pitchFamily="18" charset="2"/>
                        </a:rPr>
                        <a:t>, -)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(14, 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1471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------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-------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Chọn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(20, 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(</a:t>
                      </a:r>
                      <a:r>
                        <a:rPr lang="en-US">
                          <a:sym typeface="Symbol" panose="05050102010706020507" pitchFamily="18" charset="2"/>
                        </a:rPr>
                        <a:t>, -)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(11, c)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6591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-------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------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------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(20, 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(20, 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Chọn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293300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-------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------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------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Chọn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(20, 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------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5998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-------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------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------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------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Chọn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------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4939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8491452"/>
                  </a:ext>
                </a:extLst>
              </a:tr>
            </a:tbl>
          </a:graphicData>
        </a:graphic>
      </p:graphicFrame>
      <p:graphicFrame>
        <p:nvGraphicFramePr>
          <p:cNvPr id="165" name="Table 164">
            <a:extLst>
              <a:ext uri="{FF2B5EF4-FFF2-40B4-BE49-F238E27FC236}">
                <a16:creationId xmlns:a16="http://schemas.microsoft.com/office/drawing/2014/main" id="{EF0865F3-019E-3BD1-0CF7-D6788D124A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4997079"/>
              </p:ext>
            </p:extLst>
          </p:nvPr>
        </p:nvGraphicFramePr>
        <p:xfrm>
          <a:off x="-11723" y="3200400"/>
          <a:ext cx="3827481" cy="19236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5827">
                  <a:extLst>
                    <a:ext uri="{9D8B030D-6E8A-4147-A177-3AD203B41FA5}">
                      <a16:colId xmlns:a16="http://schemas.microsoft.com/office/drawing/2014/main" val="3205340602"/>
                    </a:ext>
                  </a:extLst>
                </a:gridCol>
                <a:gridCol w="1275827">
                  <a:extLst>
                    <a:ext uri="{9D8B030D-6E8A-4147-A177-3AD203B41FA5}">
                      <a16:colId xmlns:a16="http://schemas.microsoft.com/office/drawing/2014/main" val="793744892"/>
                    </a:ext>
                  </a:extLst>
                </a:gridCol>
                <a:gridCol w="1275827">
                  <a:extLst>
                    <a:ext uri="{9D8B030D-6E8A-4147-A177-3AD203B41FA5}">
                      <a16:colId xmlns:a16="http://schemas.microsoft.com/office/drawing/2014/main" val="941915547"/>
                    </a:ext>
                  </a:extLst>
                </a:gridCol>
              </a:tblGrid>
              <a:tr h="42784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9067884"/>
                  </a:ext>
                </a:extLst>
              </a:tr>
              <a:tr h="427847">
                <a:tc>
                  <a:txBody>
                    <a:bodyPr/>
                    <a:lstStyle/>
                    <a:p>
                      <a:r>
                        <a:rPr lang="en-US"/>
                        <a:t>A-&gt;f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ym typeface="Wingdings" panose="05000000000000000000" pitchFamily="2" charset="2"/>
                        </a:rPr>
                        <a:t>a</a:t>
                      </a:r>
                      <a:r>
                        <a:rPr lang="en-US"/>
                        <a:t> c </a:t>
                      </a:r>
                      <a:r>
                        <a:rPr lang="en-US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/>
                        <a:t>  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9386173"/>
                  </a:ext>
                </a:extLst>
              </a:tr>
              <a:tr h="427847">
                <a:tc>
                  <a:txBody>
                    <a:bodyPr/>
                    <a:lstStyle/>
                    <a:p>
                      <a:r>
                        <a:rPr lang="en-US"/>
                        <a:t>A</a:t>
                      </a:r>
                      <a:r>
                        <a:rPr lang="en-US">
                          <a:sym typeface="Wingdings" panose="05000000000000000000" pitchFamily="2" charset="2"/>
                        </a:rPr>
                        <a:t> 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ym typeface="Wingdings" panose="05000000000000000000" pitchFamily="2" charset="2"/>
                        </a:rPr>
                        <a:t>a</a:t>
                      </a:r>
                      <a:r>
                        <a:rPr lang="en-US"/>
                        <a:t> c </a:t>
                      </a:r>
                      <a:r>
                        <a:rPr lang="en-US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/>
                        <a:t>  f</a:t>
                      </a:r>
                      <a:r>
                        <a:rPr lang="en-US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/>
                        <a:t> 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477475"/>
                  </a:ext>
                </a:extLst>
              </a:tr>
              <a:tr h="427847">
                <a:tc>
                  <a:txBody>
                    <a:bodyPr/>
                    <a:lstStyle/>
                    <a:p>
                      <a:r>
                        <a:rPr lang="en-US"/>
                        <a:t>A</a:t>
                      </a:r>
                      <a:r>
                        <a:rPr lang="en-US">
                          <a:sym typeface="Wingdings" panose="05000000000000000000" pitchFamily="2" charset="2"/>
                        </a:rPr>
                        <a:t> 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ym typeface="Wingdings" panose="05000000000000000000" pitchFamily="2" charset="2"/>
                        </a:rPr>
                        <a:t>a C  </a:t>
                      </a:r>
                      <a:r>
                        <a:rPr lang="en-US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81823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13565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7E27D-0E08-2989-C5E5-A4758CC36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Picture 2" descr="Cho đồ thị có trọng số như Hình 16.   a) Tính độ dài các đường đi ABCD, MBNCP. b) Chỉ ra ba đường đi khác nhau từ M đến N và tính độ dài của chúng. c) MBC có phải là đường đi ngắn nhất từ M đến C không? (ảnh 1)">
            <a:extLst>
              <a:ext uri="{FF2B5EF4-FFF2-40B4-BE49-F238E27FC236}">
                <a16:creationId xmlns:a16="http://schemas.microsoft.com/office/drawing/2014/main" id="{5469339E-506F-C566-48BA-6152596473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032" y="76200"/>
            <a:ext cx="4676775" cy="246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38" name="Group 237">
            <a:extLst>
              <a:ext uri="{FF2B5EF4-FFF2-40B4-BE49-F238E27FC236}">
                <a16:creationId xmlns:a16="http://schemas.microsoft.com/office/drawing/2014/main" id="{D54AA45A-9451-6DAC-D28F-5CC841C4CE87}"/>
              </a:ext>
            </a:extLst>
          </p:cNvPr>
          <p:cNvGrpSpPr/>
          <p:nvPr/>
        </p:nvGrpSpPr>
        <p:grpSpPr>
          <a:xfrm>
            <a:off x="177992" y="224003"/>
            <a:ext cx="6234120" cy="1573560"/>
            <a:chOff x="177992" y="224003"/>
            <a:chExt cx="6234120" cy="157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48ADA5D2-23BB-E63F-F57E-89FEE0426D1B}"/>
                    </a:ext>
                  </a:extLst>
                </p14:cNvPr>
                <p14:cNvContentPartPr/>
                <p14:nvPr/>
              </p14:nvContentPartPr>
              <p14:xfrm>
                <a:off x="177992" y="301043"/>
                <a:ext cx="185040" cy="3740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E5CB0E1-94AF-1ECA-424A-D555A788B52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69352" y="292403"/>
                  <a:ext cx="20268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E2701B16-6098-0D25-9260-341BC225FC8B}"/>
                    </a:ext>
                  </a:extLst>
                </p14:cNvPr>
                <p14:cNvContentPartPr/>
                <p14:nvPr/>
              </p14:nvContentPartPr>
              <p14:xfrm>
                <a:off x="350072" y="416243"/>
                <a:ext cx="38520" cy="176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92B15E2-C4E9-2748-7EC8-FECEA40E774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41432" y="407603"/>
                  <a:ext cx="5616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0AB8942B-AAD1-E9D5-526C-211C1CFA029E}"/>
                    </a:ext>
                  </a:extLst>
                </p14:cNvPr>
                <p14:cNvContentPartPr/>
                <p14:nvPr/>
              </p14:nvContentPartPr>
              <p14:xfrm>
                <a:off x="384272" y="536483"/>
                <a:ext cx="81000" cy="2944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5F8A9D9-4402-973D-697B-6327E4B0300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75272" y="527483"/>
                  <a:ext cx="9864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762723AA-CCDA-AD43-BE00-833F1A79698B}"/>
                    </a:ext>
                  </a:extLst>
                </p14:cNvPr>
                <p14:cNvContentPartPr/>
                <p14:nvPr/>
              </p14:nvContentPartPr>
              <p14:xfrm>
                <a:off x="413072" y="409043"/>
                <a:ext cx="27000" cy="97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5D581BB-2A70-C250-6C76-8CFCBA322A2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04072" y="400043"/>
                  <a:ext cx="4464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8565947A-70DF-C289-0071-A6854C432ABE}"/>
                    </a:ext>
                  </a:extLst>
                </p14:cNvPr>
                <p14:cNvContentPartPr/>
                <p14:nvPr/>
              </p14:nvContentPartPr>
              <p14:xfrm>
                <a:off x="545192" y="329123"/>
                <a:ext cx="35640" cy="2980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A5AA98D-6FFD-8662-1865-75592BEC73C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36192" y="320123"/>
                  <a:ext cx="5328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FC274A1F-36E0-97DF-2A55-B28FAC7FBD09}"/>
                    </a:ext>
                  </a:extLst>
                </p14:cNvPr>
                <p14:cNvContentPartPr/>
                <p14:nvPr/>
              </p14:nvContentPartPr>
              <p14:xfrm>
                <a:off x="551672" y="379163"/>
                <a:ext cx="135000" cy="2264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54E96A2-B446-3971-00BC-F2E7588E6B99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43032" y="370523"/>
                  <a:ext cx="15264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3F4DBDD4-83DB-2921-576D-8B2667FB8139}"/>
                    </a:ext>
                  </a:extLst>
                </p14:cNvPr>
                <p14:cNvContentPartPr/>
                <p14:nvPr/>
              </p14:nvContentPartPr>
              <p14:xfrm>
                <a:off x="711152" y="456203"/>
                <a:ext cx="104760" cy="2149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7383C0E-93EF-A204-E271-B6293512358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02512" y="447563"/>
                  <a:ext cx="12240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D638081C-634E-F1D1-D320-5C979AEEA21F}"/>
                    </a:ext>
                  </a:extLst>
                </p14:cNvPr>
                <p14:cNvContentPartPr/>
                <p14:nvPr/>
              </p14:nvContentPartPr>
              <p14:xfrm>
                <a:off x="872072" y="317963"/>
                <a:ext cx="58320" cy="3200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3B1F565-7EAC-FCE9-020D-7DF76954629F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63072" y="309323"/>
                  <a:ext cx="7596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16C59A9F-652F-35A5-E422-D89E124CA241}"/>
                    </a:ext>
                  </a:extLst>
                </p14:cNvPr>
                <p14:cNvContentPartPr/>
                <p14:nvPr/>
              </p14:nvContentPartPr>
              <p14:xfrm>
                <a:off x="822032" y="471683"/>
                <a:ext cx="163080" cy="918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5C3729D-77AE-4BCA-457B-1F5D8D2A3D3B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13392" y="462683"/>
                  <a:ext cx="18072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6667BC62-FFE2-B451-F895-02C5E280C894}"/>
                    </a:ext>
                  </a:extLst>
                </p14:cNvPr>
                <p14:cNvContentPartPr/>
                <p14:nvPr/>
              </p14:nvContentPartPr>
              <p14:xfrm>
                <a:off x="993032" y="463043"/>
                <a:ext cx="297360" cy="1911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02F578E-6FE3-6F34-3634-5A92BB4F6CE8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84392" y="454403"/>
                  <a:ext cx="31500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92707D39-26AC-117E-B2A6-A50BF8AB094E}"/>
                    </a:ext>
                  </a:extLst>
                </p14:cNvPr>
                <p14:cNvContentPartPr/>
                <p14:nvPr/>
              </p14:nvContentPartPr>
              <p14:xfrm>
                <a:off x="1453832" y="526403"/>
                <a:ext cx="14400" cy="284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2D090DC-3BBE-C368-948A-DB6BE81097F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445192" y="517763"/>
                  <a:ext cx="3204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355A3960-999D-E4CC-1A3E-55AAC9EC0595}"/>
                    </a:ext>
                  </a:extLst>
                </p14:cNvPr>
                <p14:cNvContentPartPr/>
                <p14:nvPr/>
              </p14:nvContentPartPr>
              <p14:xfrm>
                <a:off x="1494872" y="629003"/>
                <a:ext cx="19080" cy="201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4B476F4-4FDA-9CC2-4711-0A72AB81E652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486232" y="620363"/>
                  <a:ext cx="367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56F80696-1993-3A4F-15F2-80567409B9C4}"/>
                    </a:ext>
                  </a:extLst>
                </p14:cNvPr>
                <p14:cNvContentPartPr/>
                <p14:nvPr/>
              </p14:nvContentPartPr>
              <p14:xfrm>
                <a:off x="1801232" y="293123"/>
                <a:ext cx="290880" cy="3441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36FB044-ABD8-98A3-D868-39B2D605EF0B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792232" y="284483"/>
                  <a:ext cx="30852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D218555E-BC81-A452-CB4F-536FAEB16F33}"/>
                    </a:ext>
                  </a:extLst>
                </p14:cNvPr>
                <p14:cNvContentPartPr/>
                <p14:nvPr/>
              </p14:nvContentPartPr>
              <p14:xfrm>
                <a:off x="2087432" y="415883"/>
                <a:ext cx="11880" cy="691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5ABB925-B77C-F434-0B5E-9BCF3577A5C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078792" y="406883"/>
                  <a:ext cx="2952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CDE5FA8F-F5E2-B014-C1BD-6F5A0054F1AB}"/>
                    </a:ext>
                  </a:extLst>
                </p14:cNvPr>
                <p14:cNvContentPartPr/>
                <p14:nvPr/>
              </p14:nvContentPartPr>
              <p14:xfrm>
                <a:off x="2038112" y="293483"/>
                <a:ext cx="116640" cy="230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9A2CB49-5313-88D7-82C1-B93590A3B8F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029112" y="284483"/>
                  <a:ext cx="13428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A7BD5DE4-BF3C-5A2D-6095-746400171294}"/>
                    </a:ext>
                  </a:extLst>
                </p14:cNvPr>
                <p14:cNvContentPartPr/>
                <p14:nvPr/>
              </p14:nvContentPartPr>
              <p14:xfrm>
                <a:off x="1712312" y="360443"/>
                <a:ext cx="235080" cy="72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37F1D16-203B-4489-9C21-CC14EE4CBD87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703672" y="351803"/>
                  <a:ext cx="25272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8F083315-1FEE-5283-AA7C-92D87A16F941}"/>
                    </a:ext>
                  </a:extLst>
                </p14:cNvPr>
                <p14:cNvContentPartPr/>
                <p14:nvPr/>
              </p14:nvContentPartPr>
              <p14:xfrm>
                <a:off x="2375792" y="330563"/>
                <a:ext cx="218520" cy="2880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E4FB728-7144-043D-BC8B-77B894B7D57C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367152" y="321563"/>
                  <a:ext cx="23616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76EBB497-64B9-EE98-6D1B-7387E226EC34}"/>
                    </a:ext>
                  </a:extLst>
                </p14:cNvPr>
                <p14:cNvContentPartPr/>
                <p14:nvPr/>
              </p14:nvContentPartPr>
              <p14:xfrm>
                <a:off x="2293712" y="470963"/>
                <a:ext cx="227160" cy="691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53CEA74-91E6-A076-BC0A-DEB29840C1CC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284712" y="461963"/>
                  <a:ext cx="24480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2509A8BA-BA31-B8B3-1E7A-4C7D67426549}"/>
                    </a:ext>
                  </a:extLst>
                </p14:cNvPr>
                <p14:cNvContentPartPr/>
                <p14:nvPr/>
              </p14:nvContentPartPr>
              <p14:xfrm>
                <a:off x="2905352" y="314723"/>
                <a:ext cx="307800" cy="2952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77D3808-8EB9-1B40-2B4D-04CAF5A9666F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896712" y="305723"/>
                  <a:ext cx="32544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B51C90B0-E495-C4FD-36A6-DD70A0FD1274}"/>
                    </a:ext>
                  </a:extLst>
                </p14:cNvPr>
                <p14:cNvContentPartPr/>
                <p14:nvPr/>
              </p14:nvContentPartPr>
              <p14:xfrm>
                <a:off x="3077792" y="341003"/>
                <a:ext cx="23040" cy="1213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2DEEC78-1EE1-F061-AC6F-1938FBCB00B1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068792" y="332003"/>
                  <a:ext cx="4068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9FA3E087-5752-66CC-9569-51BDDBD0EF2A}"/>
                    </a:ext>
                  </a:extLst>
                </p14:cNvPr>
                <p14:cNvContentPartPr/>
                <p14:nvPr/>
              </p14:nvContentPartPr>
              <p14:xfrm>
                <a:off x="3133232" y="224003"/>
                <a:ext cx="74520" cy="342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FDBADB9-B9B0-907C-7611-D035EDED3441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124592" y="215363"/>
                  <a:ext cx="9216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33AAE58B-CAC3-5C81-1283-0487347D770F}"/>
                    </a:ext>
                  </a:extLst>
                </p14:cNvPr>
                <p14:cNvContentPartPr/>
                <p14:nvPr/>
              </p14:nvContentPartPr>
              <p14:xfrm>
                <a:off x="2771432" y="400043"/>
                <a:ext cx="209520" cy="406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402FAD2-A277-6347-4587-52380CDF4EE0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762792" y="391043"/>
                  <a:ext cx="22716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AF1F7B15-2762-3A6D-F9C7-C1DCADE9DCBD}"/>
                    </a:ext>
                  </a:extLst>
                </p14:cNvPr>
                <p14:cNvContentPartPr/>
                <p14:nvPr/>
              </p14:nvContentPartPr>
              <p14:xfrm>
                <a:off x="3480632" y="433523"/>
                <a:ext cx="284760" cy="2181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D5B8E73-8B8A-983E-F8E1-F4A200282175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471992" y="424883"/>
                  <a:ext cx="30240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3DA4CE56-AE2F-BF94-0236-3ABAFE74F4F6}"/>
                    </a:ext>
                  </a:extLst>
                </p14:cNvPr>
                <p14:cNvContentPartPr/>
                <p14:nvPr/>
              </p14:nvContentPartPr>
              <p14:xfrm>
                <a:off x="3750272" y="498323"/>
                <a:ext cx="118080" cy="1260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B66B2CF-37EC-CA2C-5A64-6DD81D60E167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741632" y="489683"/>
                  <a:ext cx="13572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F761A716-43FD-62A3-8C0B-E178B5E79325}"/>
                    </a:ext>
                  </a:extLst>
                </p14:cNvPr>
                <p14:cNvContentPartPr/>
                <p14:nvPr/>
              </p14:nvContentPartPr>
              <p14:xfrm>
                <a:off x="3613832" y="280523"/>
                <a:ext cx="263880" cy="2023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E25BE4E-A088-BB9C-53D0-897F4337C330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3604832" y="271523"/>
                  <a:ext cx="28152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2C2573B4-25B0-87E8-1C82-DE48350C57E8}"/>
                    </a:ext>
                  </a:extLst>
                </p14:cNvPr>
                <p14:cNvContentPartPr/>
                <p14:nvPr/>
              </p14:nvContentPartPr>
              <p14:xfrm>
                <a:off x="4155272" y="319043"/>
                <a:ext cx="606600" cy="3830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2159F9B-FE4E-6015-28B8-D77A2665DDC3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146632" y="310043"/>
                  <a:ext cx="624240" cy="40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172BA5DC-1573-E48E-D515-78246715557D}"/>
                    </a:ext>
                  </a:extLst>
                </p14:cNvPr>
                <p14:cNvContentPartPr/>
                <p14:nvPr/>
              </p14:nvContentPartPr>
              <p14:xfrm>
                <a:off x="4437512" y="306083"/>
                <a:ext cx="90360" cy="1533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DA6BA24-4025-B7FC-F6B9-581502C403DD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428872" y="297443"/>
                  <a:ext cx="10800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9A556CAB-8ECF-E4AA-BF35-3879C9BCB957}"/>
                    </a:ext>
                  </a:extLst>
                </p14:cNvPr>
                <p14:cNvContentPartPr/>
                <p14:nvPr/>
              </p14:nvContentPartPr>
              <p14:xfrm>
                <a:off x="4144112" y="428843"/>
                <a:ext cx="214560" cy="43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D57DDB6-C78C-3D48-57CE-5AACEE84871C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135472" y="419843"/>
                  <a:ext cx="2322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5E90D999-6F62-6CBD-506A-DE033DAEBCDC}"/>
                    </a:ext>
                  </a:extLst>
                </p14:cNvPr>
                <p14:cNvContentPartPr/>
                <p14:nvPr/>
              </p14:nvContentPartPr>
              <p14:xfrm>
                <a:off x="4991912" y="440723"/>
                <a:ext cx="467640" cy="2235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A3DE67E-0243-9AF3-FFB6-E763EA09BBF4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4983272" y="432083"/>
                  <a:ext cx="48528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71D6DE6D-0EBB-264F-D5FB-DC9E5F8AB39D}"/>
                    </a:ext>
                  </a:extLst>
                </p14:cNvPr>
                <p14:cNvContentPartPr/>
                <p14:nvPr/>
              </p14:nvContentPartPr>
              <p14:xfrm>
                <a:off x="5228072" y="415163"/>
                <a:ext cx="226080" cy="234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D5DC43B-71D8-4D16-909A-268414915678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219432" y="406163"/>
                  <a:ext cx="24372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49779A2B-D8EF-845E-ED24-A5ADAECDB2DF}"/>
                    </a:ext>
                  </a:extLst>
                </p14:cNvPr>
                <p14:cNvContentPartPr/>
                <p14:nvPr/>
              </p14:nvContentPartPr>
              <p14:xfrm>
                <a:off x="5804432" y="284483"/>
                <a:ext cx="111240" cy="3769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4EBBAA4-D1AA-EF82-A255-08E7214B9E8E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795432" y="275843"/>
                  <a:ext cx="12888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56A4E17E-70EE-70E9-1D6A-C9E10561CAF8}"/>
                    </a:ext>
                  </a:extLst>
                </p14:cNvPr>
                <p14:cNvContentPartPr/>
                <p14:nvPr/>
              </p14:nvContentPartPr>
              <p14:xfrm>
                <a:off x="5898032" y="472043"/>
                <a:ext cx="223920" cy="1573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E246712-2BA4-6311-9FC4-EFEE04F6D306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889032" y="463403"/>
                  <a:ext cx="24156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22F22806-C9BF-5CC6-40CD-CC3CFAD6C1E2}"/>
                    </a:ext>
                  </a:extLst>
                </p14:cNvPr>
                <p14:cNvContentPartPr/>
                <p14:nvPr/>
              </p14:nvContentPartPr>
              <p14:xfrm>
                <a:off x="6122312" y="328763"/>
                <a:ext cx="33480" cy="982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B85BC6D-F1E9-05B3-9F65-953B6C65717E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113312" y="319763"/>
                  <a:ext cx="5112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D299B0B2-7FB8-5F9D-FC9D-E59937866A50}"/>
                    </a:ext>
                  </a:extLst>
                </p14:cNvPr>
                <p14:cNvContentPartPr/>
                <p14:nvPr/>
              </p14:nvContentPartPr>
              <p14:xfrm>
                <a:off x="5921432" y="824123"/>
                <a:ext cx="49680" cy="97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2C79AEF-82EB-41B5-5193-ABBA2A4FB18E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912792" y="815483"/>
                  <a:ext cx="673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DBB6BE3F-817F-8D94-FA01-473D2C41EBD8}"/>
                    </a:ext>
                  </a:extLst>
                </p14:cNvPr>
                <p14:cNvContentPartPr/>
                <p14:nvPr/>
              </p14:nvContentPartPr>
              <p14:xfrm>
                <a:off x="6379712" y="713603"/>
                <a:ext cx="27000" cy="259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5200AD0-7C43-2672-6675-713858A1A9D0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371072" y="704603"/>
                  <a:ext cx="4464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B1E34E0C-F3C1-46B9-F462-C6DED77FBCCB}"/>
                    </a:ext>
                  </a:extLst>
                </p14:cNvPr>
                <p14:cNvContentPartPr/>
                <p14:nvPr/>
              </p14:nvContentPartPr>
              <p14:xfrm>
                <a:off x="275192" y="754283"/>
                <a:ext cx="1299600" cy="601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7D5D032-C486-5025-C210-1F56ED798D56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266192" y="745643"/>
                  <a:ext cx="131724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60487D38-8593-5565-5088-0FC390DB6026}"/>
                    </a:ext>
                  </a:extLst>
                </p14:cNvPr>
                <p14:cNvContentPartPr/>
                <p14:nvPr/>
              </p14:nvContentPartPr>
              <p14:xfrm>
                <a:off x="1681712" y="777323"/>
                <a:ext cx="4320" cy="136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9FE87C2-09D8-612E-7763-1C646A1950D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672712" y="768323"/>
                  <a:ext cx="2196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337EDD60-C576-29F6-9D44-B76296A15A54}"/>
                    </a:ext>
                  </a:extLst>
                </p14:cNvPr>
                <p14:cNvContentPartPr/>
                <p14:nvPr/>
              </p14:nvContentPartPr>
              <p14:xfrm>
                <a:off x="1644272" y="753923"/>
                <a:ext cx="1616040" cy="381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79467C6-0318-5DCA-1C06-BA7D339D1D3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635272" y="744923"/>
                  <a:ext cx="16336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FDD1006C-B9D9-AE12-1A6B-C272690CAE6C}"/>
                    </a:ext>
                  </a:extLst>
                </p14:cNvPr>
                <p14:cNvContentPartPr/>
                <p14:nvPr/>
              </p14:nvContentPartPr>
              <p14:xfrm>
                <a:off x="3295952" y="741683"/>
                <a:ext cx="2984040" cy="558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F9FF10B-941F-194B-6432-5F229D01E74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287312" y="732683"/>
                  <a:ext cx="300168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29F568B1-9410-5EAF-E94E-5CA47AED2251}"/>
                    </a:ext>
                  </a:extLst>
                </p14:cNvPr>
                <p14:cNvContentPartPr/>
                <p14:nvPr/>
              </p14:nvContentPartPr>
              <p14:xfrm>
                <a:off x="670472" y="1059563"/>
                <a:ext cx="182880" cy="2048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D77A718-2C16-233E-A78F-9A6259FC2FB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61832" y="1050923"/>
                  <a:ext cx="20052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2A579340-3844-1028-8148-C68F54FC775C}"/>
                    </a:ext>
                  </a:extLst>
                </p14:cNvPr>
                <p14:cNvContentPartPr/>
                <p14:nvPr/>
              </p14:nvContentPartPr>
              <p14:xfrm>
                <a:off x="1043792" y="1097003"/>
                <a:ext cx="11880" cy="111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FE410CC-1E89-788D-668D-29610C488ED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35152" y="1088363"/>
                  <a:ext cx="295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CDE035DA-D1E3-85AF-149D-CA298490889E}"/>
                    </a:ext>
                  </a:extLst>
                </p14:cNvPr>
                <p14:cNvContentPartPr/>
                <p14:nvPr/>
              </p14:nvContentPartPr>
              <p14:xfrm>
                <a:off x="1039832" y="1206083"/>
                <a:ext cx="18720" cy="302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645B1DA-7947-0C43-8C39-DA6C81C095B8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30832" y="1197443"/>
                  <a:ext cx="3636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5D2222F3-FC50-C363-7D4D-74CDEFD19442}"/>
                    </a:ext>
                  </a:extLst>
                </p14:cNvPr>
                <p14:cNvContentPartPr/>
                <p14:nvPr/>
              </p14:nvContentPartPr>
              <p14:xfrm>
                <a:off x="1374272" y="922043"/>
                <a:ext cx="274680" cy="3034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401CB10-7398-1851-1E13-2C3F48CF79A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365632" y="913043"/>
                  <a:ext cx="29232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5C1E6FA9-4CC7-68BD-5AEA-175FBFF4ED53}"/>
                    </a:ext>
                  </a:extLst>
                </p14:cNvPr>
                <p14:cNvContentPartPr/>
                <p14:nvPr/>
              </p14:nvContentPartPr>
              <p14:xfrm>
                <a:off x="1538432" y="983963"/>
                <a:ext cx="191880" cy="352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460F166-8123-8570-6870-039B6064055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529432" y="974963"/>
                  <a:ext cx="2095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D1B4EDA9-5131-7DFF-E435-051DACECD57D}"/>
                    </a:ext>
                  </a:extLst>
                </p14:cNvPr>
                <p14:cNvContentPartPr/>
                <p14:nvPr/>
              </p14:nvContentPartPr>
              <p14:xfrm>
                <a:off x="2043512" y="1119683"/>
                <a:ext cx="171000" cy="432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DD0FD85-146C-100E-ECAD-9514866B769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034512" y="1111043"/>
                  <a:ext cx="18864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0B745803-2753-5AE4-F0AC-C26B9DD2B4FB}"/>
                    </a:ext>
                  </a:extLst>
                </p14:cNvPr>
                <p14:cNvContentPartPr/>
                <p14:nvPr/>
              </p14:nvContentPartPr>
              <p14:xfrm>
                <a:off x="2217752" y="901163"/>
                <a:ext cx="36000" cy="2653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3CAE750-B830-AC07-968A-F218162493C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208752" y="892523"/>
                  <a:ext cx="5364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2C16B81A-4991-6F62-77FE-32E3AD3B8C0B}"/>
                    </a:ext>
                  </a:extLst>
                </p14:cNvPr>
                <p14:cNvContentPartPr/>
                <p14:nvPr/>
              </p14:nvContentPartPr>
              <p14:xfrm>
                <a:off x="2107952" y="992243"/>
                <a:ext cx="214920" cy="550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F624994-56DF-7885-1B94-0C8B6C81C28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098952" y="983603"/>
                  <a:ext cx="23256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9284E076-319E-A5AB-A466-A1A6E1D6B4FD}"/>
                    </a:ext>
                  </a:extLst>
                </p14:cNvPr>
                <p14:cNvContentPartPr/>
                <p14:nvPr/>
              </p14:nvContentPartPr>
              <p14:xfrm>
                <a:off x="2375792" y="945083"/>
                <a:ext cx="433800" cy="2152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BB1627D-036D-5D2E-5ECC-AF9838E10B2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367152" y="936443"/>
                  <a:ext cx="45144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85192422-D20B-26A6-E2BF-2721AAE88C38}"/>
                    </a:ext>
                  </a:extLst>
                </p14:cNvPr>
                <p14:cNvContentPartPr/>
                <p14:nvPr/>
              </p14:nvContentPartPr>
              <p14:xfrm>
                <a:off x="2429432" y="869123"/>
                <a:ext cx="87840" cy="1069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D8F0257-C2A8-2963-95F5-965EFFF1A69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420792" y="860483"/>
                  <a:ext cx="10548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6B01768E-AA34-A2FC-9AB9-2A596EE9083F}"/>
                    </a:ext>
                  </a:extLst>
                </p14:cNvPr>
                <p14:cNvContentPartPr/>
                <p14:nvPr/>
              </p14:nvContentPartPr>
              <p14:xfrm>
                <a:off x="3164552" y="1075763"/>
                <a:ext cx="137160" cy="71280"/>
              </p14:xfrm>
            </p:contentPart>
          </mc:Choice>
          <mc:Fallback xmlns="">
            <p:pic>
              <p:nvPicPr>
                <p:cNvPr id="1024" name="Ink 1023">
                  <a:extLst>
                    <a:ext uri="{FF2B5EF4-FFF2-40B4-BE49-F238E27FC236}">
                      <a16:creationId xmlns:a16="http://schemas.microsoft.com/office/drawing/2014/main" id="{BD23586B-085A-CDA4-F64E-412A57F2194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155552" y="1067123"/>
                  <a:ext cx="15480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C301497C-DDDF-7599-D5E6-600F9A1ED7DD}"/>
                    </a:ext>
                  </a:extLst>
                </p14:cNvPr>
                <p14:cNvContentPartPr/>
                <p14:nvPr/>
              </p14:nvContentPartPr>
              <p14:xfrm>
                <a:off x="3260312" y="923483"/>
                <a:ext cx="41400" cy="225720"/>
              </p14:xfrm>
            </p:contentPart>
          </mc:Choice>
          <mc:Fallback xmlns="">
            <p:pic>
              <p:nvPicPr>
                <p:cNvPr id="1025" name="Ink 1024">
                  <a:extLst>
                    <a:ext uri="{FF2B5EF4-FFF2-40B4-BE49-F238E27FC236}">
                      <a16:creationId xmlns:a16="http://schemas.microsoft.com/office/drawing/2014/main" id="{00CF8F32-4A37-2819-7A60-092D25D1AA1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251312" y="914843"/>
                  <a:ext cx="5904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B3A5A0B2-E1D9-24B8-BBCE-2AB62E7A9A88}"/>
                    </a:ext>
                  </a:extLst>
                </p14:cNvPr>
                <p14:cNvContentPartPr/>
                <p14:nvPr/>
              </p14:nvContentPartPr>
              <p14:xfrm>
                <a:off x="3096512" y="1007003"/>
                <a:ext cx="270000" cy="39240"/>
              </p14:xfrm>
            </p:contentPart>
          </mc:Choice>
          <mc:Fallback xmlns="">
            <p:pic>
              <p:nvPicPr>
                <p:cNvPr id="1027" name="Ink 1026">
                  <a:extLst>
                    <a:ext uri="{FF2B5EF4-FFF2-40B4-BE49-F238E27FC236}">
                      <a16:creationId xmlns:a16="http://schemas.microsoft.com/office/drawing/2014/main" id="{D49E054A-FACD-9EEA-263B-7F4AA54CA23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087872" y="998003"/>
                  <a:ext cx="28764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8303AB13-7940-AA2A-093C-F10402CF1C4C}"/>
                    </a:ext>
                  </a:extLst>
                </p14:cNvPr>
                <p14:cNvContentPartPr/>
                <p14:nvPr/>
              </p14:nvContentPartPr>
              <p14:xfrm>
                <a:off x="3357872" y="1040843"/>
                <a:ext cx="473040" cy="258480"/>
              </p14:xfrm>
            </p:contentPart>
          </mc:Choice>
          <mc:Fallback xmlns="">
            <p:pic>
              <p:nvPicPr>
                <p:cNvPr id="1028" name="Ink 1027">
                  <a:extLst>
                    <a:ext uri="{FF2B5EF4-FFF2-40B4-BE49-F238E27FC236}">
                      <a16:creationId xmlns:a16="http://schemas.microsoft.com/office/drawing/2014/main" id="{3D5053AF-A526-2FBD-BD09-9B771E321FE5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348872" y="1032203"/>
                  <a:ext cx="49068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47E3AD46-DDAB-5EB1-613D-E641F9883328}"/>
                    </a:ext>
                  </a:extLst>
                </p14:cNvPr>
                <p14:cNvContentPartPr/>
                <p14:nvPr/>
              </p14:nvContentPartPr>
              <p14:xfrm>
                <a:off x="4013072" y="901523"/>
                <a:ext cx="695880" cy="251640"/>
              </p14:xfrm>
            </p:contentPart>
          </mc:Choice>
          <mc:Fallback xmlns="">
            <p:pic>
              <p:nvPicPr>
                <p:cNvPr id="1029" name="Ink 1028">
                  <a:extLst>
                    <a:ext uri="{FF2B5EF4-FFF2-40B4-BE49-F238E27FC236}">
                      <a16:creationId xmlns:a16="http://schemas.microsoft.com/office/drawing/2014/main" id="{0B0C7DB1-2932-DCAB-54DB-34953A925F6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004432" y="892883"/>
                  <a:ext cx="71352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22BD3F26-28AA-D35E-B611-363A7FECD4E8}"/>
                    </a:ext>
                  </a:extLst>
                </p14:cNvPr>
                <p14:cNvContentPartPr/>
                <p14:nvPr/>
              </p14:nvContentPartPr>
              <p14:xfrm>
                <a:off x="4482152" y="1285643"/>
                <a:ext cx="46440" cy="3240"/>
              </p14:xfrm>
            </p:contentPart>
          </mc:Choice>
          <mc:Fallback xmlns="">
            <p:pic>
              <p:nvPicPr>
                <p:cNvPr id="1030" name="Ink 1029">
                  <a:extLst>
                    <a:ext uri="{FF2B5EF4-FFF2-40B4-BE49-F238E27FC236}">
                      <a16:creationId xmlns:a16="http://schemas.microsoft.com/office/drawing/2014/main" id="{5BCA0E4E-8F79-F2CC-EF35-4C797F6BEB6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473512" y="1277003"/>
                  <a:ext cx="6408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406B4FBD-DD72-B878-6415-1F8D7744D185}"/>
                    </a:ext>
                  </a:extLst>
                </p14:cNvPr>
                <p14:cNvContentPartPr/>
                <p14:nvPr/>
              </p14:nvContentPartPr>
              <p14:xfrm>
                <a:off x="4919912" y="1101323"/>
                <a:ext cx="51120" cy="9720"/>
              </p14:xfrm>
            </p:contentPart>
          </mc:Choice>
          <mc:Fallback xmlns="">
            <p:pic>
              <p:nvPicPr>
                <p:cNvPr id="1031" name="Ink 1030">
                  <a:extLst>
                    <a:ext uri="{FF2B5EF4-FFF2-40B4-BE49-F238E27FC236}">
                      <a16:creationId xmlns:a16="http://schemas.microsoft.com/office/drawing/2014/main" id="{0750295A-C63D-4B50-60D7-6AC78004CF3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910912" y="1092683"/>
                  <a:ext cx="687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E54723D3-3C90-677C-7CB3-48C58DB53953}"/>
                    </a:ext>
                  </a:extLst>
                </p14:cNvPr>
                <p14:cNvContentPartPr/>
                <p14:nvPr/>
              </p14:nvContentPartPr>
              <p14:xfrm>
                <a:off x="713672" y="1475723"/>
                <a:ext cx="147240" cy="236880"/>
              </p14:xfrm>
            </p:contentPart>
          </mc:Choice>
          <mc:Fallback xmlns="">
            <p:pic>
              <p:nvPicPr>
                <p:cNvPr id="1033" name="Ink 1032">
                  <a:extLst>
                    <a:ext uri="{FF2B5EF4-FFF2-40B4-BE49-F238E27FC236}">
                      <a16:creationId xmlns:a16="http://schemas.microsoft.com/office/drawing/2014/main" id="{C833680D-BD5A-40AA-20B1-D33FB57B9AF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04672" y="1467083"/>
                  <a:ext cx="16488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C0DC135F-91BC-9B13-BA24-88A55F663006}"/>
                    </a:ext>
                  </a:extLst>
                </p14:cNvPr>
                <p14:cNvContentPartPr/>
                <p14:nvPr/>
              </p14:nvContentPartPr>
              <p14:xfrm>
                <a:off x="1020032" y="1552763"/>
                <a:ext cx="13680" cy="29520"/>
              </p14:xfrm>
            </p:contentPart>
          </mc:Choice>
          <mc:Fallback xmlns="">
            <p:pic>
              <p:nvPicPr>
                <p:cNvPr id="1034" name="Ink 1033">
                  <a:extLst>
                    <a:ext uri="{FF2B5EF4-FFF2-40B4-BE49-F238E27FC236}">
                      <a16:creationId xmlns:a16="http://schemas.microsoft.com/office/drawing/2014/main" id="{721EA27C-A3A4-94AD-A71A-BC45FE3287B2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11032" y="1544123"/>
                  <a:ext cx="3132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330379EA-5F9F-7D10-8DE8-A566CCC2746A}"/>
                    </a:ext>
                  </a:extLst>
                </p14:cNvPr>
                <p14:cNvContentPartPr/>
                <p14:nvPr/>
              </p14:nvContentPartPr>
              <p14:xfrm>
                <a:off x="1018952" y="1682723"/>
                <a:ext cx="11880" cy="24120"/>
              </p14:xfrm>
            </p:contentPart>
          </mc:Choice>
          <mc:Fallback xmlns="">
            <p:pic>
              <p:nvPicPr>
                <p:cNvPr id="1035" name="Ink 1034">
                  <a:extLst>
                    <a:ext uri="{FF2B5EF4-FFF2-40B4-BE49-F238E27FC236}">
                      <a16:creationId xmlns:a16="http://schemas.microsoft.com/office/drawing/2014/main" id="{BBBF7199-796E-60ED-4394-B54DD21EFE6E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10312" y="1673723"/>
                  <a:ext cx="295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7A1147B0-48D8-259B-0C6A-4C8287631098}"/>
                    </a:ext>
                  </a:extLst>
                </p14:cNvPr>
                <p14:cNvContentPartPr/>
                <p14:nvPr/>
              </p14:nvContentPartPr>
              <p14:xfrm>
                <a:off x="1437272" y="1553843"/>
                <a:ext cx="93240" cy="163800"/>
              </p14:xfrm>
            </p:contentPart>
          </mc:Choice>
          <mc:Fallback xmlns="">
            <p:pic>
              <p:nvPicPr>
                <p:cNvPr id="1036" name="Ink 1035">
                  <a:extLst>
                    <a:ext uri="{FF2B5EF4-FFF2-40B4-BE49-F238E27FC236}">
                      <a16:creationId xmlns:a16="http://schemas.microsoft.com/office/drawing/2014/main" id="{C53F57B3-3392-EB0E-BAF0-33B7816727DA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428272" y="1545203"/>
                  <a:ext cx="11088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2BE20C92-4D2C-41A1-053B-C0CC46167033}"/>
                    </a:ext>
                  </a:extLst>
                </p14:cNvPr>
                <p14:cNvContentPartPr/>
                <p14:nvPr/>
              </p14:nvContentPartPr>
              <p14:xfrm>
                <a:off x="1552832" y="1581563"/>
                <a:ext cx="119880" cy="155520"/>
              </p14:xfrm>
            </p:contentPart>
          </mc:Choice>
          <mc:Fallback xmlns="">
            <p:pic>
              <p:nvPicPr>
                <p:cNvPr id="1037" name="Ink 1036">
                  <a:extLst>
                    <a:ext uri="{FF2B5EF4-FFF2-40B4-BE49-F238E27FC236}">
                      <a16:creationId xmlns:a16="http://schemas.microsoft.com/office/drawing/2014/main" id="{C7E6A70D-DBA7-05E7-C8D6-0B32B2B060F0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543832" y="1572923"/>
                  <a:ext cx="13752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C83FBB14-977E-2536-C649-2C3DA88035C6}"/>
                    </a:ext>
                  </a:extLst>
                </p14:cNvPr>
                <p14:cNvContentPartPr/>
                <p14:nvPr/>
              </p14:nvContentPartPr>
              <p14:xfrm>
                <a:off x="1711952" y="1625483"/>
                <a:ext cx="99000" cy="99000"/>
              </p14:xfrm>
            </p:contentPart>
          </mc:Choice>
          <mc:Fallback xmlns="">
            <p:pic>
              <p:nvPicPr>
                <p:cNvPr id="1038" name="Ink 1037">
                  <a:extLst>
                    <a:ext uri="{FF2B5EF4-FFF2-40B4-BE49-F238E27FC236}">
                      <a16:creationId xmlns:a16="http://schemas.microsoft.com/office/drawing/2014/main" id="{4515A65B-434E-427B-4298-855287D543F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703312" y="1616483"/>
                  <a:ext cx="11664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11418997-EE3D-1C62-FB71-BD9FEBEF7FCC}"/>
                    </a:ext>
                  </a:extLst>
                </p14:cNvPr>
                <p14:cNvContentPartPr/>
                <p14:nvPr/>
              </p14:nvContentPartPr>
              <p14:xfrm>
                <a:off x="1631312" y="1483643"/>
                <a:ext cx="213480" cy="96840"/>
              </p14:xfrm>
            </p:contentPart>
          </mc:Choice>
          <mc:Fallback xmlns="">
            <p:pic>
              <p:nvPicPr>
                <p:cNvPr id="1039" name="Ink 1038">
                  <a:extLst>
                    <a:ext uri="{FF2B5EF4-FFF2-40B4-BE49-F238E27FC236}">
                      <a16:creationId xmlns:a16="http://schemas.microsoft.com/office/drawing/2014/main" id="{A1B0206D-64BC-68C2-D6A1-55969E719CF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622312" y="1474643"/>
                  <a:ext cx="23112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44EC160F-A7BD-DE52-600F-A56AD5F7AD98}"/>
                    </a:ext>
                  </a:extLst>
                </p14:cNvPr>
                <p14:cNvContentPartPr/>
                <p14:nvPr/>
              </p14:nvContentPartPr>
              <p14:xfrm>
                <a:off x="2214512" y="1588043"/>
                <a:ext cx="138240" cy="87480"/>
              </p14:xfrm>
            </p:contentPart>
          </mc:Choice>
          <mc:Fallback xmlns="">
            <p:pic>
              <p:nvPicPr>
                <p:cNvPr id="1040" name="Ink 1039">
                  <a:extLst>
                    <a:ext uri="{FF2B5EF4-FFF2-40B4-BE49-F238E27FC236}">
                      <a16:creationId xmlns:a16="http://schemas.microsoft.com/office/drawing/2014/main" id="{1D921DDB-5A00-05DF-0F7B-AEAFF775567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205872" y="1579043"/>
                  <a:ext cx="15588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C11507FF-2092-0211-BF27-0EE21897313B}"/>
                    </a:ext>
                  </a:extLst>
                </p14:cNvPr>
                <p14:cNvContentPartPr/>
                <p14:nvPr/>
              </p14:nvContentPartPr>
              <p14:xfrm>
                <a:off x="2345192" y="1376723"/>
                <a:ext cx="511920" cy="307440"/>
              </p14:xfrm>
            </p:contentPart>
          </mc:Choice>
          <mc:Fallback xmlns="">
            <p:pic>
              <p:nvPicPr>
                <p:cNvPr id="1041" name="Ink 1040">
                  <a:extLst>
                    <a:ext uri="{FF2B5EF4-FFF2-40B4-BE49-F238E27FC236}">
                      <a16:creationId xmlns:a16="http://schemas.microsoft.com/office/drawing/2014/main" id="{807CF4F0-1C30-149C-2176-C8E0BE7C0AA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336552" y="1367723"/>
                  <a:ext cx="52956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1690F9BB-7DB7-85A6-FF58-DB1D54AF163C}"/>
                    </a:ext>
                  </a:extLst>
                </p14:cNvPr>
                <p14:cNvContentPartPr/>
                <p14:nvPr/>
              </p14:nvContentPartPr>
              <p14:xfrm>
                <a:off x="2586032" y="1373483"/>
                <a:ext cx="42120" cy="70920"/>
              </p14:xfrm>
            </p:contentPart>
          </mc:Choice>
          <mc:Fallback xmlns="">
            <p:pic>
              <p:nvPicPr>
                <p:cNvPr id="1042" name="Ink 1041">
                  <a:extLst>
                    <a:ext uri="{FF2B5EF4-FFF2-40B4-BE49-F238E27FC236}">
                      <a16:creationId xmlns:a16="http://schemas.microsoft.com/office/drawing/2014/main" id="{0F1D1D00-D3A3-BCC1-8260-62292091CD38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577392" y="1364843"/>
                  <a:ext cx="5976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E8F9CAA9-82CD-FA4B-4579-C2B3F5B5F02C}"/>
                    </a:ext>
                  </a:extLst>
                </p14:cNvPr>
                <p14:cNvContentPartPr/>
                <p14:nvPr/>
              </p14:nvContentPartPr>
              <p14:xfrm>
                <a:off x="2293712" y="1446923"/>
                <a:ext cx="209160" cy="51840"/>
              </p14:xfrm>
            </p:contentPart>
          </mc:Choice>
          <mc:Fallback xmlns="">
            <p:pic>
              <p:nvPicPr>
                <p:cNvPr id="1043" name="Ink 1042">
                  <a:extLst>
                    <a:ext uri="{FF2B5EF4-FFF2-40B4-BE49-F238E27FC236}">
                      <a16:creationId xmlns:a16="http://schemas.microsoft.com/office/drawing/2014/main" id="{A882C3EE-BCED-61E9-DD51-C3E9CA2EBAA9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284712" y="1438283"/>
                  <a:ext cx="22680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F3BF5C5B-B0F4-C85F-2C42-EF65BB4BE2D7}"/>
                    </a:ext>
                  </a:extLst>
                </p14:cNvPr>
                <p14:cNvContentPartPr/>
                <p14:nvPr/>
              </p14:nvContentPartPr>
              <p14:xfrm>
                <a:off x="3281552" y="1503443"/>
                <a:ext cx="417240" cy="208800"/>
              </p14:xfrm>
            </p:contentPart>
          </mc:Choice>
          <mc:Fallback xmlns="">
            <p:pic>
              <p:nvPicPr>
                <p:cNvPr id="1044" name="Ink 1043">
                  <a:extLst>
                    <a:ext uri="{FF2B5EF4-FFF2-40B4-BE49-F238E27FC236}">
                      <a16:creationId xmlns:a16="http://schemas.microsoft.com/office/drawing/2014/main" id="{2C1BDA20-9D09-0187-9C51-42C1015C6377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272552" y="1494803"/>
                  <a:ext cx="43488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90441F30-6E83-BAFF-9520-19BD75C115FC}"/>
                    </a:ext>
                  </a:extLst>
                </p14:cNvPr>
                <p14:cNvContentPartPr/>
                <p14:nvPr/>
              </p14:nvContentPartPr>
              <p14:xfrm>
                <a:off x="3425192" y="1456283"/>
                <a:ext cx="211320" cy="25560"/>
              </p14:xfrm>
            </p:contentPart>
          </mc:Choice>
          <mc:Fallback xmlns="">
            <p:pic>
              <p:nvPicPr>
                <p:cNvPr id="1045" name="Ink 1044">
                  <a:extLst>
                    <a:ext uri="{FF2B5EF4-FFF2-40B4-BE49-F238E27FC236}">
                      <a16:creationId xmlns:a16="http://schemas.microsoft.com/office/drawing/2014/main" id="{AC4A3D55-66DC-BCB5-F4B9-5A8E6539E00B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416192" y="1447283"/>
                  <a:ext cx="22896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AB8DA593-130D-9CCC-8F11-8BAB158A1C1B}"/>
                    </a:ext>
                  </a:extLst>
                </p14:cNvPr>
                <p14:cNvContentPartPr/>
                <p14:nvPr/>
              </p14:nvContentPartPr>
              <p14:xfrm>
                <a:off x="4091912" y="1369523"/>
                <a:ext cx="108000" cy="269640"/>
              </p14:xfrm>
            </p:contentPart>
          </mc:Choice>
          <mc:Fallback xmlns="">
            <p:pic>
              <p:nvPicPr>
                <p:cNvPr id="1046" name="Ink 1045">
                  <a:extLst>
                    <a:ext uri="{FF2B5EF4-FFF2-40B4-BE49-F238E27FC236}">
                      <a16:creationId xmlns:a16="http://schemas.microsoft.com/office/drawing/2014/main" id="{95F4E323-532E-B2D9-B2D6-1CC1A2AE2AB2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083272" y="1360523"/>
                  <a:ext cx="12564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C801BDB4-5748-4BD1-EF5B-536B49EFF595}"/>
                    </a:ext>
                  </a:extLst>
                </p14:cNvPr>
                <p14:cNvContentPartPr/>
                <p14:nvPr/>
              </p14:nvContentPartPr>
              <p14:xfrm>
                <a:off x="4207112" y="1524683"/>
                <a:ext cx="200520" cy="123120"/>
              </p14:xfrm>
            </p:contentPart>
          </mc:Choice>
          <mc:Fallback xmlns="">
            <p:pic>
              <p:nvPicPr>
                <p:cNvPr id="1047" name="Ink 1046">
                  <a:extLst>
                    <a:ext uri="{FF2B5EF4-FFF2-40B4-BE49-F238E27FC236}">
                      <a16:creationId xmlns:a16="http://schemas.microsoft.com/office/drawing/2014/main" id="{84902310-D2B1-EC49-7717-0C70A60A1B7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198112" y="1516043"/>
                  <a:ext cx="21816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FEC38B79-95C8-7EA2-0EEF-B57BD3CE42A2}"/>
                    </a:ext>
                  </a:extLst>
                </p14:cNvPr>
                <p14:cNvContentPartPr/>
                <p14:nvPr/>
              </p14:nvContentPartPr>
              <p14:xfrm>
                <a:off x="4415192" y="1404083"/>
                <a:ext cx="22680" cy="70200"/>
              </p14:xfrm>
            </p:contentPart>
          </mc:Choice>
          <mc:Fallback xmlns="">
            <p:pic>
              <p:nvPicPr>
                <p:cNvPr id="1048" name="Ink 1047">
                  <a:extLst>
                    <a:ext uri="{FF2B5EF4-FFF2-40B4-BE49-F238E27FC236}">
                      <a16:creationId xmlns:a16="http://schemas.microsoft.com/office/drawing/2014/main" id="{B35561B4-F1B5-4D19-2BAE-98E8BE4F516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406552" y="1395443"/>
                  <a:ext cx="4032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742E20B0-C8E4-4E1D-2723-7A4214258489}"/>
                    </a:ext>
                  </a:extLst>
                </p14:cNvPr>
                <p14:cNvContentPartPr/>
                <p14:nvPr/>
              </p14:nvContentPartPr>
              <p14:xfrm>
                <a:off x="4258592" y="1777763"/>
                <a:ext cx="3240" cy="19800"/>
              </p14:xfrm>
            </p:contentPart>
          </mc:Choice>
          <mc:Fallback xmlns="">
            <p:pic>
              <p:nvPicPr>
                <p:cNvPr id="1049" name="Ink 1048">
                  <a:extLst>
                    <a:ext uri="{FF2B5EF4-FFF2-40B4-BE49-F238E27FC236}">
                      <a16:creationId xmlns:a16="http://schemas.microsoft.com/office/drawing/2014/main" id="{30435829-2C19-1FB3-D812-0DD0CD9F8934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249952" y="1768763"/>
                  <a:ext cx="208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7AAED93A-D009-F17A-11DC-507D525B50AB}"/>
                    </a:ext>
                  </a:extLst>
                </p14:cNvPr>
                <p14:cNvContentPartPr/>
                <p14:nvPr/>
              </p14:nvContentPartPr>
              <p14:xfrm>
                <a:off x="4778072" y="1273043"/>
                <a:ext cx="611280" cy="387000"/>
              </p14:xfrm>
            </p:contentPart>
          </mc:Choice>
          <mc:Fallback xmlns="">
            <p:pic>
              <p:nvPicPr>
                <p:cNvPr id="1050" name="Ink 1049">
                  <a:extLst>
                    <a:ext uri="{FF2B5EF4-FFF2-40B4-BE49-F238E27FC236}">
                      <a16:creationId xmlns:a16="http://schemas.microsoft.com/office/drawing/2014/main" id="{6CC2DAC4-6951-C12C-8D9F-E465D4DF3A37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769072" y="1264043"/>
                  <a:ext cx="628920" cy="40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8AD73722-0165-2918-1A98-84E4AE026DDF}"/>
                    </a:ext>
                  </a:extLst>
                </p14:cNvPr>
                <p14:cNvContentPartPr/>
                <p14:nvPr/>
              </p14:nvContentPartPr>
              <p14:xfrm>
                <a:off x="5185592" y="1263683"/>
                <a:ext cx="98280" cy="151560"/>
              </p14:xfrm>
            </p:contentPart>
          </mc:Choice>
          <mc:Fallback xmlns="">
            <p:pic>
              <p:nvPicPr>
                <p:cNvPr id="1051" name="Ink 1050">
                  <a:extLst>
                    <a:ext uri="{FF2B5EF4-FFF2-40B4-BE49-F238E27FC236}">
                      <a16:creationId xmlns:a16="http://schemas.microsoft.com/office/drawing/2014/main" id="{45AAC42D-E1F7-B253-6A27-2D172E9FAF15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176592" y="1255043"/>
                  <a:ext cx="11592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EA2AADFF-A4B1-C7AF-85A3-B72B23938E48}"/>
                    </a:ext>
                  </a:extLst>
                </p14:cNvPr>
                <p14:cNvContentPartPr/>
                <p14:nvPr/>
              </p14:nvContentPartPr>
              <p14:xfrm>
                <a:off x="5659712" y="1214003"/>
                <a:ext cx="752400" cy="402480"/>
              </p14:xfrm>
            </p:contentPart>
          </mc:Choice>
          <mc:Fallback xmlns="">
            <p:pic>
              <p:nvPicPr>
                <p:cNvPr id="1052" name="Ink 1051">
                  <a:extLst>
                    <a:ext uri="{FF2B5EF4-FFF2-40B4-BE49-F238E27FC236}">
                      <a16:creationId xmlns:a16="http://schemas.microsoft.com/office/drawing/2014/main" id="{2A8FD7CF-C5A6-2F46-7003-C71984FD24C2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651072" y="1205363"/>
                  <a:ext cx="770040" cy="42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5796AEEA-0814-DE23-8DB6-7F390C03135B}"/>
                    </a:ext>
                  </a:extLst>
                </p14:cNvPr>
                <p14:cNvContentPartPr/>
                <p14:nvPr/>
              </p14:nvContentPartPr>
              <p14:xfrm>
                <a:off x="6226352" y="1734203"/>
                <a:ext cx="23760" cy="19440"/>
              </p14:xfrm>
            </p:contentPart>
          </mc:Choice>
          <mc:Fallback xmlns="">
            <p:pic>
              <p:nvPicPr>
                <p:cNvPr id="1053" name="Ink 1052">
                  <a:extLst>
                    <a:ext uri="{FF2B5EF4-FFF2-40B4-BE49-F238E27FC236}">
                      <a16:creationId xmlns:a16="http://schemas.microsoft.com/office/drawing/2014/main" id="{AD24AAA2-F54C-7CBA-4E54-14F611326BE1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217712" y="1725203"/>
                  <a:ext cx="41400" cy="3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6" name="Group 315">
            <a:extLst>
              <a:ext uri="{FF2B5EF4-FFF2-40B4-BE49-F238E27FC236}">
                <a16:creationId xmlns:a16="http://schemas.microsoft.com/office/drawing/2014/main" id="{FFEE8331-9142-4D86-30BC-CE1CC2ACEF11}"/>
              </a:ext>
            </a:extLst>
          </p:cNvPr>
          <p:cNvGrpSpPr/>
          <p:nvPr/>
        </p:nvGrpSpPr>
        <p:grpSpPr>
          <a:xfrm>
            <a:off x="297872" y="1978643"/>
            <a:ext cx="2675520" cy="462600"/>
            <a:chOff x="297872" y="1978643"/>
            <a:chExt cx="2675520" cy="46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DBB7CC83-09EE-6BB2-4F05-C8DED9F7E908}"/>
                    </a:ext>
                  </a:extLst>
                </p14:cNvPr>
                <p14:cNvContentPartPr/>
                <p14:nvPr/>
              </p14:nvContentPartPr>
              <p14:xfrm>
                <a:off x="297872" y="2205083"/>
                <a:ext cx="158760" cy="128520"/>
              </p14:xfrm>
            </p:contentPart>
          </mc:Choice>
          <mc:Fallback xmlns="">
            <p:pic>
              <p:nvPicPr>
                <p:cNvPr id="1055" name="Ink 1054">
                  <a:extLst>
                    <a:ext uri="{FF2B5EF4-FFF2-40B4-BE49-F238E27FC236}">
                      <a16:creationId xmlns:a16="http://schemas.microsoft.com/office/drawing/2014/main" id="{34E603AF-6B43-E64F-FD8A-8B37D4D33EBB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89232" y="2196083"/>
                  <a:ext cx="17640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82821DE1-BC48-E53D-5B70-58ADF945593A}"/>
                    </a:ext>
                  </a:extLst>
                </p14:cNvPr>
                <p14:cNvContentPartPr/>
                <p14:nvPr/>
              </p14:nvContentPartPr>
              <p14:xfrm>
                <a:off x="431072" y="2008883"/>
                <a:ext cx="37080" cy="366840"/>
              </p14:xfrm>
            </p:contentPart>
          </mc:Choice>
          <mc:Fallback xmlns="">
            <p:pic>
              <p:nvPicPr>
                <p:cNvPr id="1056" name="Ink 1055">
                  <a:extLst>
                    <a:ext uri="{FF2B5EF4-FFF2-40B4-BE49-F238E27FC236}">
                      <a16:creationId xmlns:a16="http://schemas.microsoft.com/office/drawing/2014/main" id="{39ACDCF8-AF5D-A7BA-F36C-730A6C8D7A9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22432" y="1999883"/>
                  <a:ext cx="5472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76878746-6C57-F37A-C4D3-845FE38685F5}"/>
                    </a:ext>
                  </a:extLst>
                </p14:cNvPr>
                <p14:cNvContentPartPr/>
                <p14:nvPr/>
              </p14:nvContentPartPr>
              <p14:xfrm>
                <a:off x="592352" y="2033003"/>
                <a:ext cx="136440" cy="18720"/>
              </p14:xfrm>
            </p:contentPart>
          </mc:Choice>
          <mc:Fallback xmlns="">
            <p:pic>
              <p:nvPicPr>
                <p:cNvPr id="1057" name="Ink 1056">
                  <a:extLst>
                    <a:ext uri="{FF2B5EF4-FFF2-40B4-BE49-F238E27FC236}">
                      <a16:creationId xmlns:a16="http://schemas.microsoft.com/office/drawing/2014/main" id="{64DF3ABC-BD8D-7679-A0DD-242BB901D4C3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83352" y="2024003"/>
                  <a:ext cx="1540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0EB876EE-C963-76F2-F5A6-88365284E147}"/>
                    </a:ext>
                  </a:extLst>
                </p14:cNvPr>
                <p14:cNvContentPartPr/>
                <p14:nvPr/>
              </p14:nvContentPartPr>
              <p14:xfrm>
                <a:off x="589112" y="2071883"/>
                <a:ext cx="69840" cy="343800"/>
              </p14:xfrm>
            </p:contentPart>
          </mc:Choice>
          <mc:Fallback xmlns="">
            <p:pic>
              <p:nvPicPr>
                <p:cNvPr id="1058" name="Ink 1057">
                  <a:extLst>
                    <a:ext uri="{FF2B5EF4-FFF2-40B4-BE49-F238E27FC236}">
                      <a16:creationId xmlns:a16="http://schemas.microsoft.com/office/drawing/2014/main" id="{05B060BD-8668-6470-204A-FEEF8810BBCA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80472" y="2062883"/>
                  <a:ext cx="8748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09EBF393-0067-3F86-2373-BCC4F613CBF4}"/>
                    </a:ext>
                  </a:extLst>
                </p14:cNvPr>
                <p14:cNvContentPartPr/>
                <p14:nvPr/>
              </p14:nvContentPartPr>
              <p14:xfrm>
                <a:off x="752912" y="2171603"/>
                <a:ext cx="159480" cy="201240"/>
              </p14:xfrm>
            </p:contentPart>
          </mc:Choice>
          <mc:Fallback xmlns="">
            <p:pic>
              <p:nvPicPr>
                <p:cNvPr id="1059" name="Ink 1058">
                  <a:extLst>
                    <a:ext uri="{FF2B5EF4-FFF2-40B4-BE49-F238E27FC236}">
                      <a16:creationId xmlns:a16="http://schemas.microsoft.com/office/drawing/2014/main" id="{B22F94E5-5070-29B8-CD77-504FA963AC54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44272" y="2162963"/>
                  <a:ext cx="17712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76708825-B41E-C9EA-7DB0-BD21025927DF}"/>
                    </a:ext>
                  </a:extLst>
                </p14:cNvPr>
                <p14:cNvContentPartPr/>
                <p14:nvPr/>
              </p14:nvContentPartPr>
              <p14:xfrm>
                <a:off x="977192" y="2012843"/>
                <a:ext cx="158040" cy="344520"/>
              </p14:xfrm>
            </p:contentPart>
          </mc:Choice>
          <mc:Fallback xmlns="">
            <p:pic>
              <p:nvPicPr>
                <p:cNvPr id="1060" name="Ink 1059">
                  <a:extLst>
                    <a:ext uri="{FF2B5EF4-FFF2-40B4-BE49-F238E27FC236}">
                      <a16:creationId xmlns:a16="http://schemas.microsoft.com/office/drawing/2014/main" id="{219D438B-7AC2-4289-FD14-AB17BD3ECE14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68552" y="2003843"/>
                  <a:ext cx="17568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3311C91B-EAA9-4858-B041-14F35A65F54C}"/>
                    </a:ext>
                  </a:extLst>
                </p14:cNvPr>
                <p14:cNvContentPartPr/>
                <p14:nvPr/>
              </p14:nvContentPartPr>
              <p14:xfrm>
                <a:off x="1286072" y="2210843"/>
                <a:ext cx="145080" cy="23400"/>
              </p14:xfrm>
            </p:contentPart>
          </mc:Choice>
          <mc:Fallback xmlns="">
            <p:pic>
              <p:nvPicPr>
                <p:cNvPr id="1061" name="Ink 1060">
                  <a:extLst>
                    <a:ext uri="{FF2B5EF4-FFF2-40B4-BE49-F238E27FC236}">
                      <a16:creationId xmlns:a16="http://schemas.microsoft.com/office/drawing/2014/main" id="{91ABCBC4-6F73-A3CE-B368-0B234109B676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277072" y="2202203"/>
                  <a:ext cx="16272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238EC366-CD72-E68B-01CC-23B2B6511CBE}"/>
                    </a:ext>
                  </a:extLst>
                </p14:cNvPr>
                <p14:cNvContentPartPr/>
                <p14:nvPr/>
              </p14:nvContentPartPr>
              <p14:xfrm>
                <a:off x="1369232" y="2122283"/>
                <a:ext cx="7560" cy="238680"/>
              </p14:xfrm>
            </p:contentPart>
          </mc:Choice>
          <mc:Fallback xmlns="">
            <p:pic>
              <p:nvPicPr>
                <p:cNvPr id="1062" name="Ink 1061">
                  <a:extLst>
                    <a:ext uri="{FF2B5EF4-FFF2-40B4-BE49-F238E27FC236}">
                      <a16:creationId xmlns:a16="http://schemas.microsoft.com/office/drawing/2014/main" id="{EDE8077B-262D-45AF-F82D-1305FD2CC370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360232" y="2113283"/>
                  <a:ext cx="2520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74AAA06F-9ABC-F50E-EF9C-23E3BEA11284}"/>
                    </a:ext>
                  </a:extLst>
                </p14:cNvPr>
                <p14:cNvContentPartPr/>
                <p14:nvPr/>
              </p14:nvContentPartPr>
              <p14:xfrm>
                <a:off x="1667672" y="2202563"/>
                <a:ext cx="122400" cy="114120"/>
              </p14:xfrm>
            </p:contentPart>
          </mc:Choice>
          <mc:Fallback xmlns="">
            <p:pic>
              <p:nvPicPr>
                <p:cNvPr id="1063" name="Ink 1062">
                  <a:extLst>
                    <a:ext uri="{FF2B5EF4-FFF2-40B4-BE49-F238E27FC236}">
                      <a16:creationId xmlns:a16="http://schemas.microsoft.com/office/drawing/2014/main" id="{08284F46-3835-5048-27FE-88452FF1B423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659032" y="2193923"/>
                  <a:ext cx="1400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DD3E65C3-BCE1-47CB-D976-1675003B6400}"/>
                    </a:ext>
                  </a:extLst>
                </p14:cNvPr>
                <p14:cNvContentPartPr/>
                <p14:nvPr/>
              </p14:nvContentPartPr>
              <p14:xfrm>
                <a:off x="1801232" y="2048843"/>
                <a:ext cx="16560" cy="322560"/>
              </p14:xfrm>
            </p:contentPart>
          </mc:Choice>
          <mc:Fallback xmlns="">
            <p:pic>
              <p:nvPicPr>
                <p:cNvPr id="1064" name="Ink 1063">
                  <a:extLst>
                    <a:ext uri="{FF2B5EF4-FFF2-40B4-BE49-F238E27FC236}">
                      <a16:creationId xmlns:a16="http://schemas.microsoft.com/office/drawing/2014/main" id="{EBCE87F1-ACED-1676-4A63-0AA209B2D335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792232" y="2039843"/>
                  <a:ext cx="3420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AC642FE7-A206-12E7-4817-A7D23A6022F7}"/>
                    </a:ext>
                  </a:extLst>
                </p14:cNvPr>
                <p14:cNvContentPartPr/>
                <p14:nvPr/>
              </p14:nvContentPartPr>
              <p14:xfrm>
                <a:off x="1949192" y="2023283"/>
                <a:ext cx="183240" cy="26280"/>
              </p14:xfrm>
            </p:contentPart>
          </mc:Choice>
          <mc:Fallback xmlns="">
            <p:pic>
              <p:nvPicPr>
                <p:cNvPr id="1065" name="Ink 1064">
                  <a:extLst>
                    <a:ext uri="{FF2B5EF4-FFF2-40B4-BE49-F238E27FC236}">
                      <a16:creationId xmlns:a16="http://schemas.microsoft.com/office/drawing/2014/main" id="{AD75B19C-FF65-CFB0-29FB-1AB7C9D0CE52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940552" y="2014283"/>
                  <a:ext cx="2008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00FC973C-9E5B-FEAE-D5DC-CEF437D88DAC}"/>
                    </a:ext>
                  </a:extLst>
                </p14:cNvPr>
                <p14:cNvContentPartPr/>
                <p14:nvPr/>
              </p14:nvContentPartPr>
              <p14:xfrm>
                <a:off x="1964672" y="2062523"/>
                <a:ext cx="153000" cy="378720"/>
              </p14:xfrm>
            </p:contentPart>
          </mc:Choice>
          <mc:Fallback xmlns="">
            <p:pic>
              <p:nvPicPr>
                <p:cNvPr id="1066" name="Ink 1065">
                  <a:extLst>
                    <a:ext uri="{FF2B5EF4-FFF2-40B4-BE49-F238E27FC236}">
                      <a16:creationId xmlns:a16="http://schemas.microsoft.com/office/drawing/2014/main" id="{87DA0D1C-0DBB-A5F8-F7E2-E02C7B4035CF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956032" y="2053523"/>
                  <a:ext cx="170640" cy="3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18FA77B9-C6D4-37F6-C0E3-693847553AD2}"/>
                    </a:ext>
                  </a:extLst>
                </p14:cNvPr>
                <p14:cNvContentPartPr/>
                <p14:nvPr/>
              </p14:nvContentPartPr>
              <p14:xfrm>
                <a:off x="2142872" y="2187443"/>
                <a:ext cx="105480" cy="171720"/>
              </p14:xfrm>
            </p:contentPart>
          </mc:Choice>
          <mc:Fallback xmlns="">
            <p:pic>
              <p:nvPicPr>
                <p:cNvPr id="1067" name="Ink 1066">
                  <a:extLst>
                    <a:ext uri="{FF2B5EF4-FFF2-40B4-BE49-F238E27FC236}">
                      <a16:creationId xmlns:a16="http://schemas.microsoft.com/office/drawing/2014/main" id="{48E91E26-811D-0A41-CBB8-2B865553774B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2133872" y="2178443"/>
                  <a:ext cx="12312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8847B977-89B1-8EA5-3550-37DDCAD1F9D8}"/>
                    </a:ext>
                  </a:extLst>
                </p14:cNvPr>
                <p14:cNvContentPartPr/>
                <p14:nvPr/>
              </p14:nvContentPartPr>
              <p14:xfrm>
                <a:off x="2371832" y="2268083"/>
                <a:ext cx="47160" cy="168120"/>
              </p14:xfrm>
            </p:contentPart>
          </mc:Choice>
          <mc:Fallback xmlns="">
            <p:pic>
              <p:nvPicPr>
                <p:cNvPr id="1068" name="Ink 1067">
                  <a:extLst>
                    <a:ext uri="{FF2B5EF4-FFF2-40B4-BE49-F238E27FC236}">
                      <a16:creationId xmlns:a16="http://schemas.microsoft.com/office/drawing/2014/main" id="{0D67E846-FE2A-8F68-6AAD-86B2553E858A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363192" y="2259443"/>
                  <a:ext cx="6480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1320D6C5-DE9C-7C87-CB02-49652A0A47B8}"/>
                    </a:ext>
                  </a:extLst>
                </p14:cNvPr>
                <p14:cNvContentPartPr/>
                <p14:nvPr/>
              </p14:nvContentPartPr>
              <p14:xfrm>
                <a:off x="2579912" y="2132723"/>
                <a:ext cx="140040" cy="198360"/>
              </p14:xfrm>
            </p:contentPart>
          </mc:Choice>
          <mc:Fallback xmlns="">
            <p:pic>
              <p:nvPicPr>
                <p:cNvPr id="1069" name="Ink 1068">
                  <a:extLst>
                    <a:ext uri="{FF2B5EF4-FFF2-40B4-BE49-F238E27FC236}">
                      <a16:creationId xmlns:a16="http://schemas.microsoft.com/office/drawing/2014/main" id="{F8E5E24D-FCDC-F7E4-E962-14BE02C49352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571272" y="2124083"/>
                  <a:ext cx="15768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959796D4-EB93-B982-E458-DC89E20DBACA}"/>
                    </a:ext>
                  </a:extLst>
                </p14:cNvPr>
                <p14:cNvContentPartPr/>
                <p14:nvPr/>
              </p14:nvContentPartPr>
              <p14:xfrm>
                <a:off x="2816432" y="1978643"/>
                <a:ext cx="156960" cy="371160"/>
              </p14:xfrm>
            </p:contentPart>
          </mc:Choice>
          <mc:Fallback xmlns="">
            <p:pic>
              <p:nvPicPr>
                <p:cNvPr id="1070" name="Ink 1069">
                  <a:extLst>
                    <a:ext uri="{FF2B5EF4-FFF2-40B4-BE49-F238E27FC236}">
                      <a16:creationId xmlns:a16="http://schemas.microsoft.com/office/drawing/2014/main" id="{B4A24C66-F778-A09C-A95E-D9B0C61CECD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807792" y="1970003"/>
                  <a:ext cx="174600" cy="38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3" name="Group 332">
            <a:extLst>
              <a:ext uri="{FF2B5EF4-FFF2-40B4-BE49-F238E27FC236}">
                <a16:creationId xmlns:a16="http://schemas.microsoft.com/office/drawing/2014/main" id="{5F6DF5B9-59EB-FE3A-5EDF-A3453FFB9FD0}"/>
              </a:ext>
            </a:extLst>
          </p:cNvPr>
          <p:cNvGrpSpPr/>
          <p:nvPr/>
        </p:nvGrpSpPr>
        <p:grpSpPr>
          <a:xfrm>
            <a:off x="3268952" y="1887203"/>
            <a:ext cx="3446280" cy="553320"/>
            <a:chOff x="3268952" y="1887203"/>
            <a:chExt cx="3446280" cy="55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42C06761-C879-C228-3C9C-02FCFA92B637}"/>
                    </a:ext>
                  </a:extLst>
                </p14:cNvPr>
                <p14:cNvContentPartPr/>
                <p14:nvPr/>
              </p14:nvContentPartPr>
              <p14:xfrm>
                <a:off x="3268952" y="1975763"/>
                <a:ext cx="277920" cy="422280"/>
              </p14:xfrm>
            </p:contentPart>
          </mc:Choice>
          <mc:Fallback xmlns="">
            <p:pic>
              <p:nvPicPr>
                <p:cNvPr id="1072" name="Ink 1071">
                  <a:extLst>
                    <a:ext uri="{FF2B5EF4-FFF2-40B4-BE49-F238E27FC236}">
                      <a16:creationId xmlns:a16="http://schemas.microsoft.com/office/drawing/2014/main" id="{AE335CB5-3B9B-30EA-68E6-1A8ECFD90A7A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259952" y="1966763"/>
                  <a:ext cx="295560" cy="43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D45F745E-5F48-DDE1-7949-14EB1C3959A6}"/>
                    </a:ext>
                  </a:extLst>
                </p14:cNvPr>
                <p14:cNvContentPartPr/>
                <p14:nvPr/>
              </p14:nvContentPartPr>
              <p14:xfrm>
                <a:off x="3685472" y="2178083"/>
                <a:ext cx="140760" cy="123120"/>
              </p14:xfrm>
            </p:contentPart>
          </mc:Choice>
          <mc:Fallback xmlns="">
            <p:pic>
              <p:nvPicPr>
                <p:cNvPr id="1073" name="Ink 1072">
                  <a:extLst>
                    <a:ext uri="{FF2B5EF4-FFF2-40B4-BE49-F238E27FC236}">
                      <a16:creationId xmlns:a16="http://schemas.microsoft.com/office/drawing/2014/main" id="{2CC3BD76-E1B5-DF8C-0B67-FC1235DA5EEE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676472" y="2169443"/>
                  <a:ext cx="15840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8E207263-C678-57B2-DDE1-485E25E73EA8}"/>
                    </a:ext>
                  </a:extLst>
                </p14:cNvPr>
                <p14:cNvContentPartPr/>
                <p14:nvPr/>
              </p14:nvContentPartPr>
              <p14:xfrm>
                <a:off x="3852512" y="1989443"/>
                <a:ext cx="13680" cy="336240"/>
              </p14:xfrm>
            </p:contentPart>
          </mc:Choice>
          <mc:Fallback xmlns="">
            <p:pic>
              <p:nvPicPr>
                <p:cNvPr id="1074" name="Ink 1073">
                  <a:extLst>
                    <a:ext uri="{FF2B5EF4-FFF2-40B4-BE49-F238E27FC236}">
                      <a16:creationId xmlns:a16="http://schemas.microsoft.com/office/drawing/2014/main" id="{E9F044DF-D3F7-8BDD-381A-9B6CD2F657B4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843872" y="1980443"/>
                  <a:ext cx="3132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354F5699-5775-EA47-07DC-23844FCA8D24}"/>
                    </a:ext>
                  </a:extLst>
                </p14:cNvPr>
                <p14:cNvContentPartPr/>
                <p14:nvPr/>
              </p14:nvContentPartPr>
              <p14:xfrm>
                <a:off x="4062752" y="1988003"/>
                <a:ext cx="174600" cy="16560"/>
              </p14:xfrm>
            </p:contentPart>
          </mc:Choice>
          <mc:Fallback xmlns="">
            <p:pic>
              <p:nvPicPr>
                <p:cNvPr id="1075" name="Ink 1074">
                  <a:extLst>
                    <a:ext uri="{FF2B5EF4-FFF2-40B4-BE49-F238E27FC236}">
                      <a16:creationId xmlns:a16="http://schemas.microsoft.com/office/drawing/2014/main" id="{11E8F3EB-7655-3D48-A39F-DF7F56AF30F3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053752" y="1979003"/>
                  <a:ext cx="1922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00B2D739-4482-BA98-D7E8-84913D44D35F}"/>
                    </a:ext>
                  </a:extLst>
                </p14:cNvPr>
                <p14:cNvContentPartPr/>
                <p14:nvPr/>
              </p14:nvContentPartPr>
              <p14:xfrm>
                <a:off x="4034672" y="2022923"/>
                <a:ext cx="145800" cy="412200"/>
              </p14:xfrm>
            </p:contentPart>
          </mc:Choice>
          <mc:Fallback xmlns="">
            <p:pic>
              <p:nvPicPr>
                <p:cNvPr id="1076" name="Ink 1075">
                  <a:extLst>
                    <a:ext uri="{FF2B5EF4-FFF2-40B4-BE49-F238E27FC236}">
                      <a16:creationId xmlns:a16="http://schemas.microsoft.com/office/drawing/2014/main" id="{CFEB644C-0EF6-72C5-7559-093B970F3128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025672" y="2014283"/>
                  <a:ext cx="163440" cy="42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FD0CF8EE-B4FC-654D-C467-7F4632A135C6}"/>
                    </a:ext>
                  </a:extLst>
                </p14:cNvPr>
                <p14:cNvContentPartPr/>
                <p14:nvPr/>
              </p14:nvContentPartPr>
              <p14:xfrm>
                <a:off x="4251392" y="2111843"/>
                <a:ext cx="137880" cy="176040"/>
              </p14:xfrm>
            </p:contentPart>
          </mc:Choice>
          <mc:Fallback xmlns="">
            <p:pic>
              <p:nvPicPr>
                <p:cNvPr id="1077" name="Ink 1076">
                  <a:extLst>
                    <a:ext uri="{FF2B5EF4-FFF2-40B4-BE49-F238E27FC236}">
                      <a16:creationId xmlns:a16="http://schemas.microsoft.com/office/drawing/2014/main" id="{4E70F8EF-A00A-4FCC-3D3C-267387A1641D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242392" y="2102843"/>
                  <a:ext cx="1555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AF7CC3F7-8D2C-6382-ED81-C03262504E23}"/>
                    </a:ext>
                  </a:extLst>
                </p14:cNvPr>
                <p14:cNvContentPartPr/>
                <p14:nvPr/>
              </p14:nvContentPartPr>
              <p14:xfrm>
                <a:off x="4454792" y="1933643"/>
                <a:ext cx="164520" cy="434520"/>
              </p14:xfrm>
            </p:contentPart>
          </mc:Choice>
          <mc:Fallback xmlns="">
            <p:pic>
              <p:nvPicPr>
                <p:cNvPr id="1078" name="Ink 1077">
                  <a:extLst>
                    <a:ext uri="{FF2B5EF4-FFF2-40B4-BE49-F238E27FC236}">
                      <a16:creationId xmlns:a16="http://schemas.microsoft.com/office/drawing/2014/main" id="{A3F74896-495D-6DC5-AAB2-4C61729D3BC4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445792" y="1924643"/>
                  <a:ext cx="182160" cy="45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171C662F-987F-D6D5-7E0F-62DEA0B96CF4}"/>
                    </a:ext>
                  </a:extLst>
                </p14:cNvPr>
                <p14:cNvContentPartPr/>
                <p14:nvPr/>
              </p14:nvContentPartPr>
              <p14:xfrm>
                <a:off x="4869872" y="2149643"/>
                <a:ext cx="139320" cy="26640"/>
              </p14:xfrm>
            </p:contentPart>
          </mc:Choice>
          <mc:Fallback xmlns="">
            <p:pic>
              <p:nvPicPr>
                <p:cNvPr id="1079" name="Ink 1078">
                  <a:extLst>
                    <a:ext uri="{FF2B5EF4-FFF2-40B4-BE49-F238E27FC236}">
                      <a16:creationId xmlns:a16="http://schemas.microsoft.com/office/drawing/2014/main" id="{E79C498C-434A-9A82-6536-11DCFB61E0ED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4860872" y="2140643"/>
                  <a:ext cx="15696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1B480BDE-8D74-2B78-B7C9-62C42D31055C}"/>
                    </a:ext>
                  </a:extLst>
                </p14:cNvPr>
                <p14:cNvContentPartPr/>
                <p14:nvPr/>
              </p14:nvContentPartPr>
              <p14:xfrm>
                <a:off x="4844672" y="2213003"/>
                <a:ext cx="159120" cy="25560"/>
              </p14:xfrm>
            </p:contentPart>
          </mc:Choice>
          <mc:Fallback xmlns="">
            <p:pic>
              <p:nvPicPr>
                <p:cNvPr id="1080" name="Ink 1079">
                  <a:extLst>
                    <a:ext uri="{FF2B5EF4-FFF2-40B4-BE49-F238E27FC236}">
                      <a16:creationId xmlns:a16="http://schemas.microsoft.com/office/drawing/2014/main" id="{D96FDC07-2133-B09A-26AD-F61E394D5F02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836032" y="2204003"/>
                  <a:ext cx="17676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A5ABA729-EE76-08DF-F840-891B3A4A84DA}"/>
                    </a:ext>
                  </a:extLst>
                </p14:cNvPr>
                <p14:cNvContentPartPr/>
                <p14:nvPr/>
              </p14:nvContentPartPr>
              <p14:xfrm>
                <a:off x="4982552" y="2017163"/>
                <a:ext cx="122760" cy="297720"/>
              </p14:xfrm>
            </p:contentPart>
          </mc:Choice>
          <mc:Fallback xmlns="">
            <p:pic>
              <p:nvPicPr>
                <p:cNvPr id="1081" name="Ink 1080">
                  <a:extLst>
                    <a:ext uri="{FF2B5EF4-FFF2-40B4-BE49-F238E27FC236}">
                      <a16:creationId xmlns:a16="http://schemas.microsoft.com/office/drawing/2014/main" id="{EB7D92A7-497F-8276-8860-A88FA4F48066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973912" y="2008523"/>
                  <a:ext cx="14040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E6F8CA3C-C006-D2BB-3F3B-AFFEC64D6A27}"/>
                    </a:ext>
                  </a:extLst>
                </p14:cNvPr>
                <p14:cNvContentPartPr/>
                <p14:nvPr/>
              </p14:nvContentPartPr>
              <p14:xfrm>
                <a:off x="5265872" y="2080883"/>
                <a:ext cx="101520" cy="204480"/>
              </p14:xfrm>
            </p:contentPart>
          </mc:Choice>
          <mc:Fallback xmlns="">
            <p:pic>
              <p:nvPicPr>
                <p:cNvPr id="1082" name="Ink 1081">
                  <a:extLst>
                    <a:ext uri="{FF2B5EF4-FFF2-40B4-BE49-F238E27FC236}">
                      <a16:creationId xmlns:a16="http://schemas.microsoft.com/office/drawing/2014/main" id="{16122AAF-CCC0-3530-912A-C76A93795116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256872" y="2072243"/>
                  <a:ext cx="11916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ECB1FE33-1A8A-05EC-E2AE-B53BD6E953C3}"/>
                    </a:ext>
                  </a:extLst>
                </p14:cNvPr>
                <p14:cNvContentPartPr/>
                <p14:nvPr/>
              </p14:nvContentPartPr>
              <p14:xfrm>
                <a:off x="5400512" y="2122643"/>
                <a:ext cx="336960" cy="285480"/>
              </p14:xfrm>
            </p:contentPart>
          </mc:Choice>
          <mc:Fallback xmlns="">
            <p:pic>
              <p:nvPicPr>
                <p:cNvPr id="1084" name="Ink 1083">
                  <a:extLst>
                    <a:ext uri="{FF2B5EF4-FFF2-40B4-BE49-F238E27FC236}">
                      <a16:creationId xmlns:a16="http://schemas.microsoft.com/office/drawing/2014/main" id="{CCB4AC59-0FD2-35F7-7EC5-22B5B9B204D7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5391512" y="2114003"/>
                  <a:ext cx="35460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CE644B4F-8C25-F6BF-3EF2-37E82A2C7170}"/>
                    </a:ext>
                  </a:extLst>
                </p14:cNvPr>
                <p14:cNvContentPartPr/>
                <p14:nvPr/>
              </p14:nvContentPartPr>
              <p14:xfrm>
                <a:off x="5455592" y="1972163"/>
                <a:ext cx="155520" cy="110520"/>
              </p14:xfrm>
            </p:contentPart>
          </mc:Choice>
          <mc:Fallback xmlns="">
            <p:pic>
              <p:nvPicPr>
                <p:cNvPr id="1085" name="Ink 1084">
                  <a:extLst>
                    <a:ext uri="{FF2B5EF4-FFF2-40B4-BE49-F238E27FC236}">
                      <a16:creationId xmlns:a16="http://schemas.microsoft.com/office/drawing/2014/main" id="{54394F80-BC0D-AF82-478B-3F3DCF21FE7D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5446952" y="1963163"/>
                  <a:ext cx="17316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2BD391BB-FC28-7FAC-2851-49DDEAA12F36}"/>
                    </a:ext>
                  </a:extLst>
                </p14:cNvPr>
                <p14:cNvContentPartPr/>
                <p14:nvPr/>
              </p14:nvContentPartPr>
              <p14:xfrm>
                <a:off x="5380712" y="2409923"/>
                <a:ext cx="9360" cy="30600"/>
              </p14:xfrm>
            </p:contentPart>
          </mc:Choice>
          <mc:Fallback xmlns="">
            <p:pic>
              <p:nvPicPr>
                <p:cNvPr id="1086" name="Ink 1085">
                  <a:extLst>
                    <a:ext uri="{FF2B5EF4-FFF2-40B4-BE49-F238E27FC236}">
                      <a16:creationId xmlns:a16="http://schemas.microsoft.com/office/drawing/2014/main" id="{2DEB7DE0-3301-2698-BE66-A5A1701940E3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371712" y="2401283"/>
                  <a:ext cx="270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D8FB5F9D-45BF-6D2E-F582-BD1A309CBE0A}"/>
                    </a:ext>
                  </a:extLst>
                </p14:cNvPr>
                <p14:cNvContentPartPr/>
                <p14:nvPr/>
              </p14:nvContentPartPr>
              <p14:xfrm>
                <a:off x="5922152" y="2105003"/>
                <a:ext cx="207720" cy="147600"/>
              </p14:xfrm>
            </p:contentPart>
          </mc:Choice>
          <mc:Fallback xmlns="">
            <p:pic>
              <p:nvPicPr>
                <p:cNvPr id="1087" name="Ink 1086">
                  <a:extLst>
                    <a:ext uri="{FF2B5EF4-FFF2-40B4-BE49-F238E27FC236}">
                      <a16:creationId xmlns:a16="http://schemas.microsoft.com/office/drawing/2014/main" id="{CB43DA4A-31CC-1C18-ED1B-44C248A51E7A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913152" y="2096003"/>
                  <a:ext cx="22536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5F0FFB8E-6D15-D645-0552-DF63DDFE5BBB}"/>
                    </a:ext>
                  </a:extLst>
                </p14:cNvPr>
                <p14:cNvContentPartPr/>
                <p14:nvPr/>
              </p14:nvContentPartPr>
              <p14:xfrm>
                <a:off x="6141392" y="1887203"/>
                <a:ext cx="132840" cy="374760"/>
              </p14:xfrm>
            </p:contentPart>
          </mc:Choice>
          <mc:Fallback xmlns="">
            <p:pic>
              <p:nvPicPr>
                <p:cNvPr id="1088" name="Ink 1087">
                  <a:extLst>
                    <a:ext uri="{FF2B5EF4-FFF2-40B4-BE49-F238E27FC236}">
                      <a16:creationId xmlns:a16="http://schemas.microsoft.com/office/drawing/2014/main" id="{861639C1-4B73-E3EA-E2E5-71F806FA192B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6132392" y="1878203"/>
                  <a:ext cx="15048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1144B55C-BC69-3BAE-3BAC-BD7995FBFBBC}"/>
                    </a:ext>
                  </a:extLst>
                </p14:cNvPr>
                <p14:cNvContentPartPr/>
                <p14:nvPr/>
              </p14:nvContentPartPr>
              <p14:xfrm>
                <a:off x="6369992" y="1953443"/>
                <a:ext cx="345240" cy="317160"/>
              </p14:xfrm>
            </p:contentPart>
          </mc:Choice>
          <mc:Fallback xmlns="">
            <p:pic>
              <p:nvPicPr>
                <p:cNvPr id="1090" name="Ink 1089">
                  <a:extLst>
                    <a:ext uri="{FF2B5EF4-FFF2-40B4-BE49-F238E27FC236}">
                      <a16:creationId xmlns:a16="http://schemas.microsoft.com/office/drawing/2014/main" id="{D5C604A9-604B-53C2-63C0-4A9F729EB8C8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6360992" y="1944443"/>
                  <a:ext cx="36288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8FC87F97-CAD8-D28C-A721-55D7A97770ED}"/>
                    </a:ext>
                  </a:extLst>
                </p14:cNvPr>
                <p14:cNvContentPartPr/>
                <p14:nvPr/>
              </p14:nvContentPartPr>
              <p14:xfrm>
                <a:off x="6362432" y="1968203"/>
                <a:ext cx="150120" cy="87840"/>
              </p14:xfrm>
            </p:contentPart>
          </mc:Choice>
          <mc:Fallback xmlns="">
            <p:pic>
              <p:nvPicPr>
                <p:cNvPr id="1091" name="Ink 1090">
                  <a:extLst>
                    <a:ext uri="{FF2B5EF4-FFF2-40B4-BE49-F238E27FC236}">
                      <a16:creationId xmlns:a16="http://schemas.microsoft.com/office/drawing/2014/main" id="{BCDE8076-4CB7-7DF4-563B-2C3880E41E27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6353432" y="1959563"/>
                  <a:ext cx="16776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9329CFDA-1A5B-AC49-695E-1680DE69FCD9}"/>
                    </a:ext>
                  </a:extLst>
                </p14:cNvPr>
                <p14:cNvContentPartPr/>
                <p14:nvPr/>
              </p14:nvContentPartPr>
              <p14:xfrm>
                <a:off x="6359192" y="2399843"/>
                <a:ext cx="37800" cy="17640"/>
              </p14:xfrm>
            </p:contentPart>
          </mc:Choice>
          <mc:Fallback xmlns="">
            <p:pic>
              <p:nvPicPr>
                <p:cNvPr id="1092" name="Ink 1091">
                  <a:extLst>
                    <a:ext uri="{FF2B5EF4-FFF2-40B4-BE49-F238E27FC236}">
                      <a16:creationId xmlns:a16="http://schemas.microsoft.com/office/drawing/2014/main" id="{5CB838A0-A84C-BEA8-6185-B239E8F1652A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6350192" y="2390843"/>
                  <a:ext cx="55440" cy="35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4">
            <p14:nvContentPartPr>
              <p14:cNvPr id="353" name="Ink 352">
                <a:extLst>
                  <a:ext uri="{FF2B5EF4-FFF2-40B4-BE49-F238E27FC236}">
                    <a16:creationId xmlns:a16="http://schemas.microsoft.com/office/drawing/2014/main" id="{8F9AECA0-C5B3-98D0-03D7-9E84DD4EFC0A}"/>
                  </a:ext>
                </a:extLst>
              </p14:cNvPr>
              <p14:cNvContentPartPr/>
              <p14:nvPr/>
            </p14:nvContentPartPr>
            <p14:xfrm>
              <a:off x="276272" y="2171963"/>
              <a:ext cx="2665440" cy="24840"/>
            </p14:xfrm>
          </p:contentPart>
        </mc:Choice>
        <mc:Fallback>
          <p:pic>
            <p:nvPicPr>
              <p:cNvPr id="353" name="Ink 352">
                <a:extLst>
                  <a:ext uri="{FF2B5EF4-FFF2-40B4-BE49-F238E27FC236}">
                    <a16:creationId xmlns:a16="http://schemas.microsoft.com/office/drawing/2014/main" id="{8F9AECA0-C5B3-98D0-03D7-9E84DD4EFC0A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186284" y="1991963"/>
                <a:ext cx="2845056" cy="38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6">
            <p14:nvContentPartPr>
              <p14:cNvPr id="354" name="Ink 353">
                <a:extLst>
                  <a:ext uri="{FF2B5EF4-FFF2-40B4-BE49-F238E27FC236}">
                    <a16:creationId xmlns:a16="http://schemas.microsoft.com/office/drawing/2014/main" id="{D190B79C-66A8-4004-3534-A5EA732A72ED}"/>
                  </a:ext>
                </a:extLst>
              </p14:cNvPr>
              <p14:cNvContentPartPr/>
              <p14:nvPr/>
            </p14:nvContentPartPr>
            <p14:xfrm>
              <a:off x="2792312" y="2134163"/>
              <a:ext cx="1885680" cy="56160"/>
            </p14:xfrm>
          </p:contentPart>
        </mc:Choice>
        <mc:Fallback>
          <p:pic>
            <p:nvPicPr>
              <p:cNvPr id="354" name="Ink 353">
                <a:extLst>
                  <a:ext uri="{FF2B5EF4-FFF2-40B4-BE49-F238E27FC236}">
                    <a16:creationId xmlns:a16="http://schemas.microsoft.com/office/drawing/2014/main" id="{D190B79C-66A8-4004-3534-A5EA732A72ED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2702312" y="1954163"/>
                <a:ext cx="2065320" cy="415800"/>
              </a:xfrm>
              <a:prstGeom prst="rect">
                <a:avLst/>
              </a:prstGeom>
            </p:spPr>
          </p:pic>
        </mc:Fallback>
      </mc:AlternateContent>
      <p:grpSp>
        <p:nvGrpSpPr>
          <p:cNvPr id="357" name="Group 356">
            <a:extLst>
              <a:ext uri="{FF2B5EF4-FFF2-40B4-BE49-F238E27FC236}">
                <a16:creationId xmlns:a16="http://schemas.microsoft.com/office/drawing/2014/main" id="{7B80C2AF-7589-A0EF-D133-AE77F49D3244}"/>
              </a:ext>
            </a:extLst>
          </p:cNvPr>
          <p:cNvGrpSpPr/>
          <p:nvPr/>
        </p:nvGrpSpPr>
        <p:grpSpPr>
          <a:xfrm>
            <a:off x="9504360" y="1107443"/>
            <a:ext cx="41040" cy="41760"/>
            <a:chOff x="9504360" y="1107443"/>
            <a:chExt cx="41040" cy="41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2D7F6F23-B445-B878-3A63-7C106ED7B60F}"/>
                    </a:ext>
                  </a:extLst>
                </p14:cNvPr>
                <p14:cNvContentPartPr/>
                <p14:nvPr/>
              </p14:nvContentPartPr>
              <p14:xfrm>
                <a:off x="9510120" y="1107443"/>
                <a:ext cx="35280" cy="41760"/>
              </p14:xfrm>
            </p:contentPart>
          </mc:Choice>
          <mc:Fallback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2D7F6F23-B445-B878-3A63-7C106ED7B60F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9492120" y="1089803"/>
                  <a:ext cx="7092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2B0C849F-3FC9-412C-3029-2EA945B8BBB2}"/>
                    </a:ext>
                  </a:extLst>
                </p14:cNvPr>
                <p14:cNvContentPartPr/>
                <p14:nvPr/>
              </p14:nvContentPartPr>
              <p14:xfrm>
                <a:off x="9504360" y="1116443"/>
                <a:ext cx="360" cy="360"/>
              </p14:xfrm>
            </p:contentPart>
          </mc:Choice>
          <mc:Fallback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2B0C849F-3FC9-412C-3029-2EA945B8BBB2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9486720" y="109844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2">
            <p14:nvContentPartPr>
              <p14:cNvPr id="358" name="Ink 357">
                <a:extLst>
                  <a:ext uri="{FF2B5EF4-FFF2-40B4-BE49-F238E27FC236}">
                    <a16:creationId xmlns:a16="http://schemas.microsoft.com/office/drawing/2014/main" id="{185F6FCF-BDA2-100E-EE46-BD46F0B41152}"/>
                  </a:ext>
                </a:extLst>
              </p14:cNvPr>
              <p14:cNvContentPartPr/>
              <p14:nvPr/>
            </p14:nvContentPartPr>
            <p14:xfrm>
              <a:off x="6049080" y="4765403"/>
              <a:ext cx="360" cy="360"/>
            </p14:xfrm>
          </p:contentPart>
        </mc:Choice>
        <mc:Fallback>
          <p:pic>
            <p:nvPicPr>
              <p:cNvPr id="358" name="Ink 357">
                <a:extLst>
                  <a:ext uri="{FF2B5EF4-FFF2-40B4-BE49-F238E27FC236}">
                    <a16:creationId xmlns:a16="http://schemas.microsoft.com/office/drawing/2014/main" id="{185F6FCF-BDA2-100E-EE46-BD46F0B41152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6031080" y="4747763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8142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521E1-9847-099C-6D2E-0A5F2B718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o đồ thị có trọng số như Hình 16.   a) Tính độ dài các đường đi ABCD, MBNCP. b) Chỉ ra ba đường đi khác nhau từ M đến N và tính độ dài của chúng. c) MBC có phải là đường đi ngắn nhất từ M đến C không? (ảnh 1)">
            <a:extLst>
              <a:ext uri="{FF2B5EF4-FFF2-40B4-BE49-F238E27FC236}">
                <a16:creationId xmlns:a16="http://schemas.microsoft.com/office/drawing/2014/main" id="{85D60F39-DB93-8BC5-5CBC-F3FC7D0044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032" y="76200"/>
            <a:ext cx="4676775" cy="246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1991F3D-B480-558D-9E5C-E98237052253}"/>
                  </a:ext>
                </a:extLst>
              </p14:cNvPr>
              <p14:cNvContentPartPr/>
              <p14:nvPr/>
            </p14:nvContentPartPr>
            <p14:xfrm>
              <a:off x="-214048" y="1247123"/>
              <a:ext cx="4320" cy="108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1991F3D-B480-558D-9E5C-E9823705225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223048" y="1238123"/>
                <a:ext cx="21960" cy="28440"/>
              </a:xfrm>
              <a:prstGeom prst="rect">
                <a:avLst/>
              </a:prstGeom>
            </p:spPr>
          </p:pic>
        </mc:Fallback>
      </mc:AlternateContent>
      <p:grpSp>
        <p:nvGrpSpPr>
          <p:cNvPr id="47" name="Group 46">
            <a:extLst>
              <a:ext uri="{FF2B5EF4-FFF2-40B4-BE49-F238E27FC236}">
                <a16:creationId xmlns:a16="http://schemas.microsoft.com/office/drawing/2014/main" id="{42FC8626-5BE1-8822-F45F-42440CC3E1F9}"/>
              </a:ext>
            </a:extLst>
          </p:cNvPr>
          <p:cNvGrpSpPr/>
          <p:nvPr/>
        </p:nvGrpSpPr>
        <p:grpSpPr>
          <a:xfrm>
            <a:off x="8352872" y="35363"/>
            <a:ext cx="228600" cy="213120"/>
            <a:chOff x="8352872" y="35363"/>
            <a:chExt cx="228600" cy="21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5FB8675-5D43-45D1-2FEC-D0043BA0C0C0}"/>
                    </a:ext>
                  </a:extLst>
                </p14:cNvPr>
                <p14:cNvContentPartPr/>
                <p14:nvPr/>
              </p14:nvContentPartPr>
              <p14:xfrm>
                <a:off x="8424152" y="35363"/>
                <a:ext cx="30600" cy="1944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5FB8675-5D43-45D1-2FEC-D0043BA0C0C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415152" y="26363"/>
                  <a:ext cx="4824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71E24BA-C041-A1C7-1C16-C47BF1DFB504}"/>
                    </a:ext>
                  </a:extLst>
                </p14:cNvPr>
                <p14:cNvContentPartPr/>
                <p14:nvPr/>
              </p14:nvContentPartPr>
              <p14:xfrm>
                <a:off x="8352872" y="136523"/>
                <a:ext cx="228600" cy="1119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71E24BA-C041-A1C7-1C16-C47BF1DFB50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343872" y="127523"/>
                  <a:ext cx="246240" cy="12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C3F96DB0-5BEB-FC60-C90C-272FD2A1A554}"/>
                  </a:ext>
                </a:extLst>
              </p14:cNvPr>
              <p14:cNvContentPartPr/>
              <p14:nvPr/>
            </p14:nvContentPartPr>
            <p14:xfrm>
              <a:off x="5087672" y="4310363"/>
              <a:ext cx="12960" cy="36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C3F96DB0-5BEB-FC60-C90C-272FD2A1A55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079032" y="4301363"/>
                <a:ext cx="306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54" name="Group 1053">
            <a:extLst>
              <a:ext uri="{FF2B5EF4-FFF2-40B4-BE49-F238E27FC236}">
                <a16:creationId xmlns:a16="http://schemas.microsoft.com/office/drawing/2014/main" id="{B934A561-C813-E397-49DD-780EF0C65BAA}"/>
              </a:ext>
            </a:extLst>
          </p:cNvPr>
          <p:cNvGrpSpPr/>
          <p:nvPr/>
        </p:nvGrpSpPr>
        <p:grpSpPr>
          <a:xfrm>
            <a:off x="177992" y="224003"/>
            <a:ext cx="6234120" cy="1573560"/>
            <a:chOff x="177992" y="224003"/>
            <a:chExt cx="6234120" cy="157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E5CB0E1-94AF-1ECA-424A-D555A788B52D}"/>
                    </a:ext>
                  </a:extLst>
                </p14:cNvPr>
                <p14:cNvContentPartPr/>
                <p14:nvPr/>
              </p14:nvContentPartPr>
              <p14:xfrm>
                <a:off x="177992" y="301043"/>
                <a:ext cx="185040" cy="3740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E5CB0E1-94AF-1ECA-424A-D555A788B52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69352" y="292403"/>
                  <a:ext cx="20268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92B15E2-C4E9-2748-7EC8-FECEA40E7748}"/>
                    </a:ext>
                  </a:extLst>
                </p14:cNvPr>
                <p14:cNvContentPartPr/>
                <p14:nvPr/>
              </p14:nvContentPartPr>
              <p14:xfrm>
                <a:off x="350072" y="416243"/>
                <a:ext cx="38520" cy="176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92B15E2-C4E9-2748-7EC8-FECEA40E774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41432" y="407603"/>
                  <a:ext cx="5616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5F8A9D9-4402-973D-697B-6327E4B0300C}"/>
                    </a:ext>
                  </a:extLst>
                </p14:cNvPr>
                <p14:cNvContentPartPr/>
                <p14:nvPr/>
              </p14:nvContentPartPr>
              <p14:xfrm>
                <a:off x="384272" y="536483"/>
                <a:ext cx="81000" cy="2944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5F8A9D9-4402-973D-697B-6327E4B0300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75272" y="527483"/>
                  <a:ext cx="9864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5D581BB-2A70-C250-6C76-8CFCBA322A25}"/>
                    </a:ext>
                  </a:extLst>
                </p14:cNvPr>
                <p14:cNvContentPartPr/>
                <p14:nvPr/>
              </p14:nvContentPartPr>
              <p14:xfrm>
                <a:off x="413072" y="409043"/>
                <a:ext cx="27000" cy="97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5D581BB-2A70-C250-6C76-8CFCBA322A2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04072" y="400043"/>
                  <a:ext cx="4464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A5AA98D-6FFD-8662-1865-75592BEC73CC}"/>
                    </a:ext>
                  </a:extLst>
                </p14:cNvPr>
                <p14:cNvContentPartPr/>
                <p14:nvPr/>
              </p14:nvContentPartPr>
              <p14:xfrm>
                <a:off x="545192" y="329123"/>
                <a:ext cx="35640" cy="2980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A5AA98D-6FFD-8662-1865-75592BEC73C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36192" y="320123"/>
                  <a:ext cx="5328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54E96A2-B446-3971-00BC-F2E7588E6B99}"/>
                    </a:ext>
                  </a:extLst>
                </p14:cNvPr>
                <p14:cNvContentPartPr/>
                <p14:nvPr/>
              </p14:nvContentPartPr>
              <p14:xfrm>
                <a:off x="551672" y="379163"/>
                <a:ext cx="135000" cy="2264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54E96A2-B446-3971-00BC-F2E7588E6B99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43032" y="370523"/>
                  <a:ext cx="15264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7383C0E-93EF-A204-E271-B62935123588}"/>
                    </a:ext>
                  </a:extLst>
                </p14:cNvPr>
                <p14:cNvContentPartPr/>
                <p14:nvPr/>
              </p14:nvContentPartPr>
              <p14:xfrm>
                <a:off x="711152" y="456203"/>
                <a:ext cx="104760" cy="2149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7383C0E-93EF-A204-E271-B6293512358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02512" y="447563"/>
                  <a:ext cx="12240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3B1F565-7EAC-FCE9-020D-7DF76954629F}"/>
                    </a:ext>
                  </a:extLst>
                </p14:cNvPr>
                <p14:cNvContentPartPr/>
                <p14:nvPr/>
              </p14:nvContentPartPr>
              <p14:xfrm>
                <a:off x="872072" y="317963"/>
                <a:ext cx="58320" cy="3200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3B1F565-7EAC-FCE9-020D-7DF76954629F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63072" y="309323"/>
                  <a:ext cx="7596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5C3729D-77AE-4BCA-457B-1F5D8D2A3D3B}"/>
                    </a:ext>
                  </a:extLst>
                </p14:cNvPr>
                <p14:cNvContentPartPr/>
                <p14:nvPr/>
              </p14:nvContentPartPr>
              <p14:xfrm>
                <a:off x="822032" y="471683"/>
                <a:ext cx="163080" cy="918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5C3729D-77AE-4BCA-457B-1F5D8D2A3D3B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13392" y="462683"/>
                  <a:ext cx="18072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02F578E-6FE3-6F34-3634-5A92BB4F6CE8}"/>
                    </a:ext>
                  </a:extLst>
                </p14:cNvPr>
                <p14:cNvContentPartPr/>
                <p14:nvPr/>
              </p14:nvContentPartPr>
              <p14:xfrm>
                <a:off x="993032" y="463043"/>
                <a:ext cx="297360" cy="1911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02F578E-6FE3-6F34-3634-5A92BB4F6CE8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84392" y="454403"/>
                  <a:ext cx="31500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2D090DC-3BBE-C368-948A-DB6BE81097FA}"/>
                    </a:ext>
                  </a:extLst>
                </p14:cNvPr>
                <p14:cNvContentPartPr/>
                <p14:nvPr/>
              </p14:nvContentPartPr>
              <p14:xfrm>
                <a:off x="1453832" y="526403"/>
                <a:ext cx="14400" cy="284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2D090DC-3BBE-C368-948A-DB6BE81097F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445192" y="517763"/>
                  <a:ext cx="3204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4B476F4-4FDA-9CC2-4711-0A72AB81E652}"/>
                    </a:ext>
                  </a:extLst>
                </p14:cNvPr>
                <p14:cNvContentPartPr/>
                <p14:nvPr/>
              </p14:nvContentPartPr>
              <p14:xfrm>
                <a:off x="1494872" y="629003"/>
                <a:ext cx="19080" cy="201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4B476F4-4FDA-9CC2-4711-0A72AB81E652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486232" y="620363"/>
                  <a:ext cx="367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36FB044-ABD8-98A3-D868-39B2D605EF0B}"/>
                    </a:ext>
                  </a:extLst>
                </p14:cNvPr>
                <p14:cNvContentPartPr/>
                <p14:nvPr/>
              </p14:nvContentPartPr>
              <p14:xfrm>
                <a:off x="1801232" y="293123"/>
                <a:ext cx="290880" cy="3441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36FB044-ABD8-98A3-D868-39B2D605EF0B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792232" y="284483"/>
                  <a:ext cx="30852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5ABB925-B77C-F434-0B5E-9BCF3577A5C5}"/>
                    </a:ext>
                  </a:extLst>
                </p14:cNvPr>
                <p14:cNvContentPartPr/>
                <p14:nvPr/>
              </p14:nvContentPartPr>
              <p14:xfrm>
                <a:off x="2087432" y="415883"/>
                <a:ext cx="11880" cy="691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5ABB925-B77C-F434-0B5E-9BCF3577A5C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078792" y="406883"/>
                  <a:ext cx="2952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9A2CB49-5313-88D7-82C1-B93590A3B8F8}"/>
                    </a:ext>
                  </a:extLst>
                </p14:cNvPr>
                <p14:cNvContentPartPr/>
                <p14:nvPr/>
              </p14:nvContentPartPr>
              <p14:xfrm>
                <a:off x="2038112" y="293483"/>
                <a:ext cx="116640" cy="230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9A2CB49-5313-88D7-82C1-B93590A3B8F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029112" y="284483"/>
                  <a:ext cx="13428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37F1D16-203B-4489-9C21-CC14EE4CBD87}"/>
                    </a:ext>
                  </a:extLst>
                </p14:cNvPr>
                <p14:cNvContentPartPr/>
                <p14:nvPr/>
              </p14:nvContentPartPr>
              <p14:xfrm>
                <a:off x="1712312" y="360443"/>
                <a:ext cx="235080" cy="72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37F1D16-203B-4489-9C21-CC14EE4CBD87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703672" y="351803"/>
                  <a:ext cx="25272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E4FB728-7144-043D-BC8B-77B894B7D57C}"/>
                    </a:ext>
                  </a:extLst>
                </p14:cNvPr>
                <p14:cNvContentPartPr/>
                <p14:nvPr/>
              </p14:nvContentPartPr>
              <p14:xfrm>
                <a:off x="2375792" y="330563"/>
                <a:ext cx="218520" cy="2880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E4FB728-7144-043D-BC8B-77B894B7D57C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367152" y="321563"/>
                  <a:ext cx="23616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53CEA74-91E6-A076-BC0A-DEB29840C1CC}"/>
                    </a:ext>
                  </a:extLst>
                </p14:cNvPr>
                <p14:cNvContentPartPr/>
                <p14:nvPr/>
              </p14:nvContentPartPr>
              <p14:xfrm>
                <a:off x="2293712" y="470963"/>
                <a:ext cx="227160" cy="691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53CEA74-91E6-A076-BC0A-DEB29840C1CC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284712" y="461963"/>
                  <a:ext cx="24480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77D3808-8EB9-1B40-2B4D-04CAF5A9666F}"/>
                    </a:ext>
                  </a:extLst>
                </p14:cNvPr>
                <p14:cNvContentPartPr/>
                <p14:nvPr/>
              </p14:nvContentPartPr>
              <p14:xfrm>
                <a:off x="2905352" y="314723"/>
                <a:ext cx="307800" cy="2952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77D3808-8EB9-1B40-2B4D-04CAF5A9666F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896712" y="305723"/>
                  <a:ext cx="32544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2DEEC78-1EE1-F061-AC6F-1938FBCB00B1}"/>
                    </a:ext>
                  </a:extLst>
                </p14:cNvPr>
                <p14:cNvContentPartPr/>
                <p14:nvPr/>
              </p14:nvContentPartPr>
              <p14:xfrm>
                <a:off x="3077792" y="341003"/>
                <a:ext cx="23040" cy="1213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2DEEC78-1EE1-F061-AC6F-1938FBCB00B1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068792" y="332003"/>
                  <a:ext cx="4068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FDBADB9-B9B0-907C-7611-D035EDED3441}"/>
                    </a:ext>
                  </a:extLst>
                </p14:cNvPr>
                <p14:cNvContentPartPr/>
                <p14:nvPr/>
              </p14:nvContentPartPr>
              <p14:xfrm>
                <a:off x="3133232" y="224003"/>
                <a:ext cx="74520" cy="342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FDBADB9-B9B0-907C-7611-D035EDED3441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124592" y="215363"/>
                  <a:ext cx="9216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402FAD2-A277-6347-4587-52380CDF4EE0}"/>
                    </a:ext>
                  </a:extLst>
                </p14:cNvPr>
                <p14:cNvContentPartPr/>
                <p14:nvPr/>
              </p14:nvContentPartPr>
              <p14:xfrm>
                <a:off x="2771432" y="400043"/>
                <a:ext cx="209520" cy="406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402FAD2-A277-6347-4587-52380CDF4EE0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762792" y="391043"/>
                  <a:ext cx="22716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D5B8E73-8B8A-983E-F8E1-F4A200282175}"/>
                    </a:ext>
                  </a:extLst>
                </p14:cNvPr>
                <p14:cNvContentPartPr/>
                <p14:nvPr/>
              </p14:nvContentPartPr>
              <p14:xfrm>
                <a:off x="3480632" y="433523"/>
                <a:ext cx="284760" cy="2181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D5B8E73-8B8A-983E-F8E1-F4A200282175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471992" y="424883"/>
                  <a:ext cx="30240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B66B2CF-37EC-CA2C-5A64-6DD81D60E167}"/>
                    </a:ext>
                  </a:extLst>
                </p14:cNvPr>
                <p14:cNvContentPartPr/>
                <p14:nvPr/>
              </p14:nvContentPartPr>
              <p14:xfrm>
                <a:off x="3750272" y="498323"/>
                <a:ext cx="118080" cy="1260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B66B2CF-37EC-CA2C-5A64-6DD81D60E167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741632" y="489683"/>
                  <a:ext cx="13572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E25BE4E-A088-BB9C-53D0-897F4337C330}"/>
                    </a:ext>
                  </a:extLst>
                </p14:cNvPr>
                <p14:cNvContentPartPr/>
                <p14:nvPr/>
              </p14:nvContentPartPr>
              <p14:xfrm>
                <a:off x="3613832" y="280523"/>
                <a:ext cx="263880" cy="2023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E25BE4E-A088-BB9C-53D0-897F4337C330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3604832" y="271523"/>
                  <a:ext cx="28152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2159F9B-FE4E-6015-28B8-D77A2665DDC3}"/>
                    </a:ext>
                  </a:extLst>
                </p14:cNvPr>
                <p14:cNvContentPartPr/>
                <p14:nvPr/>
              </p14:nvContentPartPr>
              <p14:xfrm>
                <a:off x="4155272" y="319043"/>
                <a:ext cx="606600" cy="3830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2159F9B-FE4E-6015-28B8-D77A2665DDC3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146632" y="310043"/>
                  <a:ext cx="624240" cy="40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DA6BA24-4025-B7FC-F6B9-581502C403DD}"/>
                    </a:ext>
                  </a:extLst>
                </p14:cNvPr>
                <p14:cNvContentPartPr/>
                <p14:nvPr/>
              </p14:nvContentPartPr>
              <p14:xfrm>
                <a:off x="4437512" y="306083"/>
                <a:ext cx="90360" cy="1533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DA6BA24-4025-B7FC-F6B9-581502C403DD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428872" y="297443"/>
                  <a:ext cx="10800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D57DDB6-C78C-3D48-57CE-5AACEE84871C}"/>
                    </a:ext>
                  </a:extLst>
                </p14:cNvPr>
                <p14:cNvContentPartPr/>
                <p14:nvPr/>
              </p14:nvContentPartPr>
              <p14:xfrm>
                <a:off x="4144112" y="428843"/>
                <a:ext cx="214560" cy="43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D57DDB6-C78C-3D48-57CE-5AACEE84871C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135472" y="419843"/>
                  <a:ext cx="2322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A3DE67E-0243-9AF3-FFB6-E763EA09BBF4}"/>
                    </a:ext>
                  </a:extLst>
                </p14:cNvPr>
                <p14:cNvContentPartPr/>
                <p14:nvPr/>
              </p14:nvContentPartPr>
              <p14:xfrm>
                <a:off x="4991912" y="440723"/>
                <a:ext cx="467640" cy="2235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A3DE67E-0243-9AF3-FFB6-E763EA09BBF4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4983272" y="432083"/>
                  <a:ext cx="48528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D5DC43B-71D8-4D16-909A-268414915678}"/>
                    </a:ext>
                  </a:extLst>
                </p14:cNvPr>
                <p14:cNvContentPartPr/>
                <p14:nvPr/>
              </p14:nvContentPartPr>
              <p14:xfrm>
                <a:off x="5228072" y="415163"/>
                <a:ext cx="226080" cy="234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D5DC43B-71D8-4D16-909A-268414915678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219432" y="406163"/>
                  <a:ext cx="24372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4EBBAA4-D1AA-EF82-A255-08E7214B9E8E}"/>
                    </a:ext>
                  </a:extLst>
                </p14:cNvPr>
                <p14:cNvContentPartPr/>
                <p14:nvPr/>
              </p14:nvContentPartPr>
              <p14:xfrm>
                <a:off x="5804432" y="284483"/>
                <a:ext cx="111240" cy="3769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4EBBAA4-D1AA-EF82-A255-08E7214B9E8E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795432" y="275843"/>
                  <a:ext cx="12888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E246712-2BA4-6311-9FC4-EFEE04F6D306}"/>
                    </a:ext>
                  </a:extLst>
                </p14:cNvPr>
                <p14:cNvContentPartPr/>
                <p14:nvPr/>
              </p14:nvContentPartPr>
              <p14:xfrm>
                <a:off x="5898032" y="472043"/>
                <a:ext cx="223920" cy="1573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E246712-2BA4-6311-9FC4-EFEE04F6D306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889032" y="463403"/>
                  <a:ext cx="24156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B85BC6D-F1E9-05B3-9F65-953B6C65717E}"/>
                    </a:ext>
                  </a:extLst>
                </p14:cNvPr>
                <p14:cNvContentPartPr/>
                <p14:nvPr/>
              </p14:nvContentPartPr>
              <p14:xfrm>
                <a:off x="6122312" y="328763"/>
                <a:ext cx="33480" cy="982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B85BC6D-F1E9-05B3-9F65-953B6C65717E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113312" y="319763"/>
                  <a:ext cx="5112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2C79AEF-82EB-41B5-5193-ABBA2A4FB18E}"/>
                    </a:ext>
                  </a:extLst>
                </p14:cNvPr>
                <p14:cNvContentPartPr/>
                <p14:nvPr/>
              </p14:nvContentPartPr>
              <p14:xfrm>
                <a:off x="5921432" y="824123"/>
                <a:ext cx="49680" cy="97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2C79AEF-82EB-41B5-5193-ABBA2A4FB18E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912792" y="815483"/>
                  <a:ext cx="673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5200AD0-7C43-2672-6675-713858A1A9D0}"/>
                    </a:ext>
                  </a:extLst>
                </p14:cNvPr>
                <p14:cNvContentPartPr/>
                <p14:nvPr/>
              </p14:nvContentPartPr>
              <p14:xfrm>
                <a:off x="6379712" y="713603"/>
                <a:ext cx="27000" cy="259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5200AD0-7C43-2672-6675-713858A1A9D0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371072" y="704603"/>
                  <a:ext cx="4464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7D5D032-C486-5025-C210-1F56ED798D56}"/>
                    </a:ext>
                  </a:extLst>
                </p14:cNvPr>
                <p14:cNvContentPartPr/>
                <p14:nvPr/>
              </p14:nvContentPartPr>
              <p14:xfrm>
                <a:off x="275192" y="754283"/>
                <a:ext cx="1299600" cy="601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7D5D032-C486-5025-C210-1F56ED798D56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266192" y="745643"/>
                  <a:ext cx="131724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9FE87C2-09D8-612E-7763-1C646A1950DE}"/>
                    </a:ext>
                  </a:extLst>
                </p14:cNvPr>
                <p14:cNvContentPartPr/>
                <p14:nvPr/>
              </p14:nvContentPartPr>
              <p14:xfrm>
                <a:off x="1681712" y="777323"/>
                <a:ext cx="4320" cy="136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9FE87C2-09D8-612E-7763-1C646A1950D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672712" y="768323"/>
                  <a:ext cx="2196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79467C6-0318-5DCA-1C06-BA7D339D1D3C}"/>
                    </a:ext>
                  </a:extLst>
                </p14:cNvPr>
                <p14:cNvContentPartPr/>
                <p14:nvPr/>
              </p14:nvContentPartPr>
              <p14:xfrm>
                <a:off x="1644272" y="753923"/>
                <a:ext cx="1616040" cy="381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79467C6-0318-5DCA-1C06-BA7D339D1D3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635272" y="744923"/>
                  <a:ext cx="16336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F9FF10B-941F-194B-6432-5F229D01E747}"/>
                    </a:ext>
                  </a:extLst>
                </p14:cNvPr>
                <p14:cNvContentPartPr/>
                <p14:nvPr/>
              </p14:nvContentPartPr>
              <p14:xfrm>
                <a:off x="3295952" y="741683"/>
                <a:ext cx="2984040" cy="558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F9FF10B-941F-194B-6432-5F229D01E74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287312" y="732683"/>
                  <a:ext cx="300168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D77A718-2C16-233E-A78F-9A6259FC2FB9}"/>
                    </a:ext>
                  </a:extLst>
                </p14:cNvPr>
                <p14:cNvContentPartPr/>
                <p14:nvPr/>
              </p14:nvContentPartPr>
              <p14:xfrm>
                <a:off x="670472" y="1059563"/>
                <a:ext cx="182880" cy="2048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D77A718-2C16-233E-A78F-9A6259FC2FB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61832" y="1050923"/>
                  <a:ext cx="20052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FE410CC-1E89-788D-668D-29610C488ED6}"/>
                    </a:ext>
                  </a:extLst>
                </p14:cNvPr>
                <p14:cNvContentPartPr/>
                <p14:nvPr/>
              </p14:nvContentPartPr>
              <p14:xfrm>
                <a:off x="1043792" y="1097003"/>
                <a:ext cx="11880" cy="111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FE410CC-1E89-788D-668D-29610C488ED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35152" y="1088363"/>
                  <a:ext cx="295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645B1DA-7947-0C43-8C39-DA6C81C095B8}"/>
                    </a:ext>
                  </a:extLst>
                </p14:cNvPr>
                <p14:cNvContentPartPr/>
                <p14:nvPr/>
              </p14:nvContentPartPr>
              <p14:xfrm>
                <a:off x="1039832" y="1206083"/>
                <a:ext cx="18720" cy="302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645B1DA-7947-0C43-8C39-DA6C81C095B8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30832" y="1197443"/>
                  <a:ext cx="3636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401CB10-7398-1851-1E13-2C3F48CF79AC}"/>
                    </a:ext>
                  </a:extLst>
                </p14:cNvPr>
                <p14:cNvContentPartPr/>
                <p14:nvPr/>
              </p14:nvContentPartPr>
              <p14:xfrm>
                <a:off x="1374272" y="922043"/>
                <a:ext cx="274680" cy="3034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401CB10-7398-1851-1E13-2C3F48CF79A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365632" y="913043"/>
                  <a:ext cx="29232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460F166-8123-8570-6870-039B60640556}"/>
                    </a:ext>
                  </a:extLst>
                </p14:cNvPr>
                <p14:cNvContentPartPr/>
                <p14:nvPr/>
              </p14:nvContentPartPr>
              <p14:xfrm>
                <a:off x="1538432" y="983963"/>
                <a:ext cx="191880" cy="352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460F166-8123-8570-6870-039B6064055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529432" y="974963"/>
                  <a:ext cx="2095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DD0FD85-146C-100E-ECAD-9514866B7696}"/>
                    </a:ext>
                  </a:extLst>
                </p14:cNvPr>
                <p14:cNvContentPartPr/>
                <p14:nvPr/>
              </p14:nvContentPartPr>
              <p14:xfrm>
                <a:off x="2043512" y="1119683"/>
                <a:ext cx="171000" cy="432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DD0FD85-146C-100E-ECAD-9514866B769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034512" y="1111043"/>
                  <a:ext cx="18864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3CAE750-B830-AC07-968A-F218162493CA}"/>
                    </a:ext>
                  </a:extLst>
                </p14:cNvPr>
                <p14:cNvContentPartPr/>
                <p14:nvPr/>
              </p14:nvContentPartPr>
              <p14:xfrm>
                <a:off x="2217752" y="901163"/>
                <a:ext cx="36000" cy="2653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3CAE750-B830-AC07-968A-F218162493C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208752" y="892523"/>
                  <a:ext cx="5364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F624994-56DF-7885-1B94-0C8B6C81C287}"/>
                    </a:ext>
                  </a:extLst>
                </p14:cNvPr>
                <p14:cNvContentPartPr/>
                <p14:nvPr/>
              </p14:nvContentPartPr>
              <p14:xfrm>
                <a:off x="2107952" y="992243"/>
                <a:ext cx="214920" cy="550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F624994-56DF-7885-1B94-0C8B6C81C28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098952" y="983603"/>
                  <a:ext cx="23256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BB1627D-036D-5D2E-5ECC-AF9838E10B28}"/>
                    </a:ext>
                  </a:extLst>
                </p14:cNvPr>
                <p14:cNvContentPartPr/>
                <p14:nvPr/>
              </p14:nvContentPartPr>
              <p14:xfrm>
                <a:off x="2375792" y="945083"/>
                <a:ext cx="433800" cy="2152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BB1627D-036D-5D2E-5ECC-AF9838E10B2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367152" y="936443"/>
                  <a:ext cx="45144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D8F0257-C2A8-2963-95F5-965EFFF1A693}"/>
                    </a:ext>
                  </a:extLst>
                </p14:cNvPr>
                <p14:cNvContentPartPr/>
                <p14:nvPr/>
              </p14:nvContentPartPr>
              <p14:xfrm>
                <a:off x="2429432" y="869123"/>
                <a:ext cx="87840" cy="1069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D8F0257-C2A8-2963-95F5-965EFFF1A69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420792" y="860483"/>
                  <a:ext cx="10548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024" name="Ink 1023">
                  <a:extLst>
                    <a:ext uri="{FF2B5EF4-FFF2-40B4-BE49-F238E27FC236}">
                      <a16:creationId xmlns:a16="http://schemas.microsoft.com/office/drawing/2014/main" id="{BD23586B-085A-CDA4-F64E-412A57F2194C}"/>
                    </a:ext>
                  </a:extLst>
                </p14:cNvPr>
                <p14:cNvContentPartPr/>
                <p14:nvPr/>
              </p14:nvContentPartPr>
              <p14:xfrm>
                <a:off x="3164552" y="1075763"/>
                <a:ext cx="137160" cy="71280"/>
              </p14:xfrm>
            </p:contentPart>
          </mc:Choice>
          <mc:Fallback xmlns="">
            <p:pic>
              <p:nvPicPr>
                <p:cNvPr id="1024" name="Ink 1023">
                  <a:extLst>
                    <a:ext uri="{FF2B5EF4-FFF2-40B4-BE49-F238E27FC236}">
                      <a16:creationId xmlns:a16="http://schemas.microsoft.com/office/drawing/2014/main" id="{BD23586B-085A-CDA4-F64E-412A57F2194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155552" y="1067123"/>
                  <a:ext cx="15480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025" name="Ink 1024">
                  <a:extLst>
                    <a:ext uri="{FF2B5EF4-FFF2-40B4-BE49-F238E27FC236}">
                      <a16:creationId xmlns:a16="http://schemas.microsoft.com/office/drawing/2014/main" id="{00CF8F32-4A37-2819-7A60-092D25D1AA15}"/>
                    </a:ext>
                  </a:extLst>
                </p14:cNvPr>
                <p14:cNvContentPartPr/>
                <p14:nvPr/>
              </p14:nvContentPartPr>
              <p14:xfrm>
                <a:off x="3260312" y="923483"/>
                <a:ext cx="41400" cy="225720"/>
              </p14:xfrm>
            </p:contentPart>
          </mc:Choice>
          <mc:Fallback xmlns="">
            <p:pic>
              <p:nvPicPr>
                <p:cNvPr id="1025" name="Ink 1024">
                  <a:extLst>
                    <a:ext uri="{FF2B5EF4-FFF2-40B4-BE49-F238E27FC236}">
                      <a16:creationId xmlns:a16="http://schemas.microsoft.com/office/drawing/2014/main" id="{00CF8F32-4A37-2819-7A60-092D25D1AA1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251312" y="914843"/>
                  <a:ext cx="5904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027" name="Ink 1026">
                  <a:extLst>
                    <a:ext uri="{FF2B5EF4-FFF2-40B4-BE49-F238E27FC236}">
                      <a16:creationId xmlns:a16="http://schemas.microsoft.com/office/drawing/2014/main" id="{D49E054A-FACD-9EEA-263B-7F4AA54CA237}"/>
                    </a:ext>
                  </a:extLst>
                </p14:cNvPr>
                <p14:cNvContentPartPr/>
                <p14:nvPr/>
              </p14:nvContentPartPr>
              <p14:xfrm>
                <a:off x="3096512" y="1007003"/>
                <a:ext cx="270000" cy="39240"/>
              </p14:xfrm>
            </p:contentPart>
          </mc:Choice>
          <mc:Fallback xmlns="">
            <p:pic>
              <p:nvPicPr>
                <p:cNvPr id="1027" name="Ink 1026">
                  <a:extLst>
                    <a:ext uri="{FF2B5EF4-FFF2-40B4-BE49-F238E27FC236}">
                      <a16:creationId xmlns:a16="http://schemas.microsoft.com/office/drawing/2014/main" id="{D49E054A-FACD-9EEA-263B-7F4AA54CA23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087872" y="998003"/>
                  <a:ext cx="28764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028" name="Ink 1027">
                  <a:extLst>
                    <a:ext uri="{FF2B5EF4-FFF2-40B4-BE49-F238E27FC236}">
                      <a16:creationId xmlns:a16="http://schemas.microsoft.com/office/drawing/2014/main" id="{3D5053AF-A526-2FBD-BD09-9B771E321FE5}"/>
                    </a:ext>
                  </a:extLst>
                </p14:cNvPr>
                <p14:cNvContentPartPr/>
                <p14:nvPr/>
              </p14:nvContentPartPr>
              <p14:xfrm>
                <a:off x="3357872" y="1040843"/>
                <a:ext cx="473040" cy="258480"/>
              </p14:xfrm>
            </p:contentPart>
          </mc:Choice>
          <mc:Fallback xmlns="">
            <p:pic>
              <p:nvPicPr>
                <p:cNvPr id="1028" name="Ink 1027">
                  <a:extLst>
                    <a:ext uri="{FF2B5EF4-FFF2-40B4-BE49-F238E27FC236}">
                      <a16:creationId xmlns:a16="http://schemas.microsoft.com/office/drawing/2014/main" id="{3D5053AF-A526-2FBD-BD09-9B771E321FE5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348872" y="1032203"/>
                  <a:ext cx="49068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029" name="Ink 1028">
                  <a:extLst>
                    <a:ext uri="{FF2B5EF4-FFF2-40B4-BE49-F238E27FC236}">
                      <a16:creationId xmlns:a16="http://schemas.microsoft.com/office/drawing/2014/main" id="{0B0C7DB1-2932-DCAB-54DB-34953A925F6B}"/>
                    </a:ext>
                  </a:extLst>
                </p14:cNvPr>
                <p14:cNvContentPartPr/>
                <p14:nvPr/>
              </p14:nvContentPartPr>
              <p14:xfrm>
                <a:off x="4013072" y="901523"/>
                <a:ext cx="695880" cy="251640"/>
              </p14:xfrm>
            </p:contentPart>
          </mc:Choice>
          <mc:Fallback xmlns="">
            <p:pic>
              <p:nvPicPr>
                <p:cNvPr id="1029" name="Ink 1028">
                  <a:extLst>
                    <a:ext uri="{FF2B5EF4-FFF2-40B4-BE49-F238E27FC236}">
                      <a16:creationId xmlns:a16="http://schemas.microsoft.com/office/drawing/2014/main" id="{0B0C7DB1-2932-DCAB-54DB-34953A925F6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004432" y="892883"/>
                  <a:ext cx="71352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030" name="Ink 1029">
                  <a:extLst>
                    <a:ext uri="{FF2B5EF4-FFF2-40B4-BE49-F238E27FC236}">
                      <a16:creationId xmlns:a16="http://schemas.microsoft.com/office/drawing/2014/main" id="{5BCA0E4E-8F79-F2CC-EF35-4C797F6BEB60}"/>
                    </a:ext>
                  </a:extLst>
                </p14:cNvPr>
                <p14:cNvContentPartPr/>
                <p14:nvPr/>
              </p14:nvContentPartPr>
              <p14:xfrm>
                <a:off x="4482152" y="1285643"/>
                <a:ext cx="46440" cy="3240"/>
              </p14:xfrm>
            </p:contentPart>
          </mc:Choice>
          <mc:Fallback xmlns="">
            <p:pic>
              <p:nvPicPr>
                <p:cNvPr id="1030" name="Ink 1029">
                  <a:extLst>
                    <a:ext uri="{FF2B5EF4-FFF2-40B4-BE49-F238E27FC236}">
                      <a16:creationId xmlns:a16="http://schemas.microsoft.com/office/drawing/2014/main" id="{5BCA0E4E-8F79-F2CC-EF35-4C797F6BEB6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473512" y="1277003"/>
                  <a:ext cx="6408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031" name="Ink 1030">
                  <a:extLst>
                    <a:ext uri="{FF2B5EF4-FFF2-40B4-BE49-F238E27FC236}">
                      <a16:creationId xmlns:a16="http://schemas.microsoft.com/office/drawing/2014/main" id="{0750295A-C63D-4B50-60D7-6AC78004CF37}"/>
                    </a:ext>
                  </a:extLst>
                </p14:cNvPr>
                <p14:cNvContentPartPr/>
                <p14:nvPr/>
              </p14:nvContentPartPr>
              <p14:xfrm>
                <a:off x="4919912" y="1101323"/>
                <a:ext cx="51120" cy="9720"/>
              </p14:xfrm>
            </p:contentPart>
          </mc:Choice>
          <mc:Fallback xmlns="">
            <p:pic>
              <p:nvPicPr>
                <p:cNvPr id="1031" name="Ink 1030">
                  <a:extLst>
                    <a:ext uri="{FF2B5EF4-FFF2-40B4-BE49-F238E27FC236}">
                      <a16:creationId xmlns:a16="http://schemas.microsoft.com/office/drawing/2014/main" id="{0750295A-C63D-4B50-60D7-6AC78004CF3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910912" y="1092683"/>
                  <a:ext cx="687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033" name="Ink 1032">
                  <a:extLst>
                    <a:ext uri="{FF2B5EF4-FFF2-40B4-BE49-F238E27FC236}">
                      <a16:creationId xmlns:a16="http://schemas.microsoft.com/office/drawing/2014/main" id="{C833680D-BD5A-40AA-20B1-D33FB57B9AF7}"/>
                    </a:ext>
                  </a:extLst>
                </p14:cNvPr>
                <p14:cNvContentPartPr/>
                <p14:nvPr/>
              </p14:nvContentPartPr>
              <p14:xfrm>
                <a:off x="713672" y="1475723"/>
                <a:ext cx="147240" cy="236880"/>
              </p14:xfrm>
            </p:contentPart>
          </mc:Choice>
          <mc:Fallback xmlns="">
            <p:pic>
              <p:nvPicPr>
                <p:cNvPr id="1033" name="Ink 1032">
                  <a:extLst>
                    <a:ext uri="{FF2B5EF4-FFF2-40B4-BE49-F238E27FC236}">
                      <a16:creationId xmlns:a16="http://schemas.microsoft.com/office/drawing/2014/main" id="{C833680D-BD5A-40AA-20B1-D33FB57B9AF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04672" y="1467083"/>
                  <a:ext cx="16488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034" name="Ink 1033">
                  <a:extLst>
                    <a:ext uri="{FF2B5EF4-FFF2-40B4-BE49-F238E27FC236}">
                      <a16:creationId xmlns:a16="http://schemas.microsoft.com/office/drawing/2014/main" id="{721EA27C-A3A4-94AD-A71A-BC45FE3287B2}"/>
                    </a:ext>
                  </a:extLst>
                </p14:cNvPr>
                <p14:cNvContentPartPr/>
                <p14:nvPr/>
              </p14:nvContentPartPr>
              <p14:xfrm>
                <a:off x="1020032" y="1552763"/>
                <a:ext cx="13680" cy="29520"/>
              </p14:xfrm>
            </p:contentPart>
          </mc:Choice>
          <mc:Fallback xmlns="">
            <p:pic>
              <p:nvPicPr>
                <p:cNvPr id="1034" name="Ink 1033">
                  <a:extLst>
                    <a:ext uri="{FF2B5EF4-FFF2-40B4-BE49-F238E27FC236}">
                      <a16:creationId xmlns:a16="http://schemas.microsoft.com/office/drawing/2014/main" id="{721EA27C-A3A4-94AD-A71A-BC45FE3287B2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11032" y="1544123"/>
                  <a:ext cx="3132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035" name="Ink 1034">
                  <a:extLst>
                    <a:ext uri="{FF2B5EF4-FFF2-40B4-BE49-F238E27FC236}">
                      <a16:creationId xmlns:a16="http://schemas.microsoft.com/office/drawing/2014/main" id="{BBBF7199-796E-60ED-4394-B54DD21EFE6E}"/>
                    </a:ext>
                  </a:extLst>
                </p14:cNvPr>
                <p14:cNvContentPartPr/>
                <p14:nvPr/>
              </p14:nvContentPartPr>
              <p14:xfrm>
                <a:off x="1018952" y="1682723"/>
                <a:ext cx="11880" cy="24120"/>
              </p14:xfrm>
            </p:contentPart>
          </mc:Choice>
          <mc:Fallback xmlns="">
            <p:pic>
              <p:nvPicPr>
                <p:cNvPr id="1035" name="Ink 1034">
                  <a:extLst>
                    <a:ext uri="{FF2B5EF4-FFF2-40B4-BE49-F238E27FC236}">
                      <a16:creationId xmlns:a16="http://schemas.microsoft.com/office/drawing/2014/main" id="{BBBF7199-796E-60ED-4394-B54DD21EFE6E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10312" y="1673723"/>
                  <a:ext cx="295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036" name="Ink 1035">
                  <a:extLst>
                    <a:ext uri="{FF2B5EF4-FFF2-40B4-BE49-F238E27FC236}">
                      <a16:creationId xmlns:a16="http://schemas.microsoft.com/office/drawing/2014/main" id="{C53F57B3-3392-EB0E-BAF0-33B7816727DA}"/>
                    </a:ext>
                  </a:extLst>
                </p14:cNvPr>
                <p14:cNvContentPartPr/>
                <p14:nvPr/>
              </p14:nvContentPartPr>
              <p14:xfrm>
                <a:off x="1437272" y="1553843"/>
                <a:ext cx="93240" cy="163800"/>
              </p14:xfrm>
            </p:contentPart>
          </mc:Choice>
          <mc:Fallback xmlns="">
            <p:pic>
              <p:nvPicPr>
                <p:cNvPr id="1036" name="Ink 1035">
                  <a:extLst>
                    <a:ext uri="{FF2B5EF4-FFF2-40B4-BE49-F238E27FC236}">
                      <a16:creationId xmlns:a16="http://schemas.microsoft.com/office/drawing/2014/main" id="{C53F57B3-3392-EB0E-BAF0-33B7816727DA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428272" y="1545203"/>
                  <a:ext cx="11088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037" name="Ink 1036">
                  <a:extLst>
                    <a:ext uri="{FF2B5EF4-FFF2-40B4-BE49-F238E27FC236}">
                      <a16:creationId xmlns:a16="http://schemas.microsoft.com/office/drawing/2014/main" id="{C7E6A70D-DBA7-05E7-C8D6-0B32B2B060F0}"/>
                    </a:ext>
                  </a:extLst>
                </p14:cNvPr>
                <p14:cNvContentPartPr/>
                <p14:nvPr/>
              </p14:nvContentPartPr>
              <p14:xfrm>
                <a:off x="1552832" y="1581563"/>
                <a:ext cx="119880" cy="155520"/>
              </p14:xfrm>
            </p:contentPart>
          </mc:Choice>
          <mc:Fallback xmlns="">
            <p:pic>
              <p:nvPicPr>
                <p:cNvPr id="1037" name="Ink 1036">
                  <a:extLst>
                    <a:ext uri="{FF2B5EF4-FFF2-40B4-BE49-F238E27FC236}">
                      <a16:creationId xmlns:a16="http://schemas.microsoft.com/office/drawing/2014/main" id="{C7E6A70D-DBA7-05E7-C8D6-0B32B2B060F0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543832" y="1572923"/>
                  <a:ext cx="13752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038" name="Ink 1037">
                  <a:extLst>
                    <a:ext uri="{FF2B5EF4-FFF2-40B4-BE49-F238E27FC236}">
                      <a16:creationId xmlns:a16="http://schemas.microsoft.com/office/drawing/2014/main" id="{4515A65B-434E-427B-4298-855287D543F4}"/>
                    </a:ext>
                  </a:extLst>
                </p14:cNvPr>
                <p14:cNvContentPartPr/>
                <p14:nvPr/>
              </p14:nvContentPartPr>
              <p14:xfrm>
                <a:off x="1711952" y="1625483"/>
                <a:ext cx="99000" cy="99000"/>
              </p14:xfrm>
            </p:contentPart>
          </mc:Choice>
          <mc:Fallback xmlns="">
            <p:pic>
              <p:nvPicPr>
                <p:cNvPr id="1038" name="Ink 1037">
                  <a:extLst>
                    <a:ext uri="{FF2B5EF4-FFF2-40B4-BE49-F238E27FC236}">
                      <a16:creationId xmlns:a16="http://schemas.microsoft.com/office/drawing/2014/main" id="{4515A65B-434E-427B-4298-855287D543F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703312" y="1616483"/>
                  <a:ext cx="11664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039" name="Ink 1038">
                  <a:extLst>
                    <a:ext uri="{FF2B5EF4-FFF2-40B4-BE49-F238E27FC236}">
                      <a16:creationId xmlns:a16="http://schemas.microsoft.com/office/drawing/2014/main" id="{A1B0206D-64BC-68C2-D6A1-55969E719CFB}"/>
                    </a:ext>
                  </a:extLst>
                </p14:cNvPr>
                <p14:cNvContentPartPr/>
                <p14:nvPr/>
              </p14:nvContentPartPr>
              <p14:xfrm>
                <a:off x="1631312" y="1483643"/>
                <a:ext cx="213480" cy="96840"/>
              </p14:xfrm>
            </p:contentPart>
          </mc:Choice>
          <mc:Fallback xmlns="">
            <p:pic>
              <p:nvPicPr>
                <p:cNvPr id="1039" name="Ink 1038">
                  <a:extLst>
                    <a:ext uri="{FF2B5EF4-FFF2-40B4-BE49-F238E27FC236}">
                      <a16:creationId xmlns:a16="http://schemas.microsoft.com/office/drawing/2014/main" id="{A1B0206D-64BC-68C2-D6A1-55969E719CF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622312" y="1474643"/>
                  <a:ext cx="23112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040" name="Ink 1039">
                  <a:extLst>
                    <a:ext uri="{FF2B5EF4-FFF2-40B4-BE49-F238E27FC236}">
                      <a16:creationId xmlns:a16="http://schemas.microsoft.com/office/drawing/2014/main" id="{1D921DDB-5A00-05DF-0F7B-AEAFF7755675}"/>
                    </a:ext>
                  </a:extLst>
                </p14:cNvPr>
                <p14:cNvContentPartPr/>
                <p14:nvPr/>
              </p14:nvContentPartPr>
              <p14:xfrm>
                <a:off x="2214512" y="1588043"/>
                <a:ext cx="138240" cy="87480"/>
              </p14:xfrm>
            </p:contentPart>
          </mc:Choice>
          <mc:Fallback xmlns="">
            <p:pic>
              <p:nvPicPr>
                <p:cNvPr id="1040" name="Ink 1039">
                  <a:extLst>
                    <a:ext uri="{FF2B5EF4-FFF2-40B4-BE49-F238E27FC236}">
                      <a16:creationId xmlns:a16="http://schemas.microsoft.com/office/drawing/2014/main" id="{1D921DDB-5A00-05DF-0F7B-AEAFF775567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205872" y="1579043"/>
                  <a:ext cx="15588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041" name="Ink 1040">
                  <a:extLst>
                    <a:ext uri="{FF2B5EF4-FFF2-40B4-BE49-F238E27FC236}">
                      <a16:creationId xmlns:a16="http://schemas.microsoft.com/office/drawing/2014/main" id="{807CF4F0-1C30-149C-2176-C8E0BE7C0AAD}"/>
                    </a:ext>
                  </a:extLst>
                </p14:cNvPr>
                <p14:cNvContentPartPr/>
                <p14:nvPr/>
              </p14:nvContentPartPr>
              <p14:xfrm>
                <a:off x="2345192" y="1376723"/>
                <a:ext cx="511920" cy="307440"/>
              </p14:xfrm>
            </p:contentPart>
          </mc:Choice>
          <mc:Fallback xmlns="">
            <p:pic>
              <p:nvPicPr>
                <p:cNvPr id="1041" name="Ink 1040">
                  <a:extLst>
                    <a:ext uri="{FF2B5EF4-FFF2-40B4-BE49-F238E27FC236}">
                      <a16:creationId xmlns:a16="http://schemas.microsoft.com/office/drawing/2014/main" id="{807CF4F0-1C30-149C-2176-C8E0BE7C0AA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336552" y="1367723"/>
                  <a:ext cx="52956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042" name="Ink 1041">
                  <a:extLst>
                    <a:ext uri="{FF2B5EF4-FFF2-40B4-BE49-F238E27FC236}">
                      <a16:creationId xmlns:a16="http://schemas.microsoft.com/office/drawing/2014/main" id="{0F1D1D00-D3A3-BCC1-8260-62292091CD38}"/>
                    </a:ext>
                  </a:extLst>
                </p14:cNvPr>
                <p14:cNvContentPartPr/>
                <p14:nvPr/>
              </p14:nvContentPartPr>
              <p14:xfrm>
                <a:off x="2586032" y="1373483"/>
                <a:ext cx="42120" cy="70920"/>
              </p14:xfrm>
            </p:contentPart>
          </mc:Choice>
          <mc:Fallback xmlns="">
            <p:pic>
              <p:nvPicPr>
                <p:cNvPr id="1042" name="Ink 1041">
                  <a:extLst>
                    <a:ext uri="{FF2B5EF4-FFF2-40B4-BE49-F238E27FC236}">
                      <a16:creationId xmlns:a16="http://schemas.microsoft.com/office/drawing/2014/main" id="{0F1D1D00-D3A3-BCC1-8260-62292091CD38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577392" y="1364843"/>
                  <a:ext cx="5976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043" name="Ink 1042">
                  <a:extLst>
                    <a:ext uri="{FF2B5EF4-FFF2-40B4-BE49-F238E27FC236}">
                      <a16:creationId xmlns:a16="http://schemas.microsoft.com/office/drawing/2014/main" id="{A882C3EE-BCED-61E9-DD51-C3E9CA2EBAA9}"/>
                    </a:ext>
                  </a:extLst>
                </p14:cNvPr>
                <p14:cNvContentPartPr/>
                <p14:nvPr/>
              </p14:nvContentPartPr>
              <p14:xfrm>
                <a:off x="2293712" y="1446923"/>
                <a:ext cx="209160" cy="51840"/>
              </p14:xfrm>
            </p:contentPart>
          </mc:Choice>
          <mc:Fallback xmlns="">
            <p:pic>
              <p:nvPicPr>
                <p:cNvPr id="1043" name="Ink 1042">
                  <a:extLst>
                    <a:ext uri="{FF2B5EF4-FFF2-40B4-BE49-F238E27FC236}">
                      <a16:creationId xmlns:a16="http://schemas.microsoft.com/office/drawing/2014/main" id="{A882C3EE-BCED-61E9-DD51-C3E9CA2EBAA9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284712" y="1438283"/>
                  <a:ext cx="22680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044" name="Ink 1043">
                  <a:extLst>
                    <a:ext uri="{FF2B5EF4-FFF2-40B4-BE49-F238E27FC236}">
                      <a16:creationId xmlns:a16="http://schemas.microsoft.com/office/drawing/2014/main" id="{2C1BDA20-9D09-0187-9C51-42C1015C6377}"/>
                    </a:ext>
                  </a:extLst>
                </p14:cNvPr>
                <p14:cNvContentPartPr/>
                <p14:nvPr/>
              </p14:nvContentPartPr>
              <p14:xfrm>
                <a:off x="3281552" y="1503443"/>
                <a:ext cx="417240" cy="208800"/>
              </p14:xfrm>
            </p:contentPart>
          </mc:Choice>
          <mc:Fallback xmlns="">
            <p:pic>
              <p:nvPicPr>
                <p:cNvPr id="1044" name="Ink 1043">
                  <a:extLst>
                    <a:ext uri="{FF2B5EF4-FFF2-40B4-BE49-F238E27FC236}">
                      <a16:creationId xmlns:a16="http://schemas.microsoft.com/office/drawing/2014/main" id="{2C1BDA20-9D09-0187-9C51-42C1015C6377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272552" y="1494803"/>
                  <a:ext cx="43488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045" name="Ink 1044">
                  <a:extLst>
                    <a:ext uri="{FF2B5EF4-FFF2-40B4-BE49-F238E27FC236}">
                      <a16:creationId xmlns:a16="http://schemas.microsoft.com/office/drawing/2014/main" id="{AC4A3D55-66DC-BCB5-F4B9-5A8E6539E00B}"/>
                    </a:ext>
                  </a:extLst>
                </p14:cNvPr>
                <p14:cNvContentPartPr/>
                <p14:nvPr/>
              </p14:nvContentPartPr>
              <p14:xfrm>
                <a:off x="3425192" y="1456283"/>
                <a:ext cx="211320" cy="25560"/>
              </p14:xfrm>
            </p:contentPart>
          </mc:Choice>
          <mc:Fallback xmlns="">
            <p:pic>
              <p:nvPicPr>
                <p:cNvPr id="1045" name="Ink 1044">
                  <a:extLst>
                    <a:ext uri="{FF2B5EF4-FFF2-40B4-BE49-F238E27FC236}">
                      <a16:creationId xmlns:a16="http://schemas.microsoft.com/office/drawing/2014/main" id="{AC4A3D55-66DC-BCB5-F4B9-5A8E6539E00B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416192" y="1447283"/>
                  <a:ext cx="22896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046" name="Ink 1045">
                  <a:extLst>
                    <a:ext uri="{FF2B5EF4-FFF2-40B4-BE49-F238E27FC236}">
                      <a16:creationId xmlns:a16="http://schemas.microsoft.com/office/drawing/2014/main" id="{95F4E323-532E-B2D9-B2D6-1CC1A2AE2AB2}"/>
                    </a:ext>
                  </a:extLst>
                </p14:cNvPr>
                <p14:cNvContentPartPr/>
                <p14:nvPr/>
              </p14:nvContentPartPr>
              <p14:xfrm>
                <a:off x="4091912" y="1369523"/>
                <a:ext cx="108000" cy="269640"/>
              </p14:xfrm>
            </p:contentPart>
          </mc:Choice>
          <mc:Fallback xmlns="">
            <p:pic>
              <p:nvPicPr>
                <p:cNvPr id="1046" name="Ink 1045">
                  <a:extLst>
                    <a:ext uri="{FF2B5EF4-FFF2-40B4-BE49-F238E27FC236}">
                      <a16:creationId xmlns:a16="http://schemas.microsoft.com/office/drawing/2014/main" id="{95F4E323-532E-B2D9-B2D6-1CC1A2AE2AB2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083272" y="1360523"/>
                  <a:ext cx="12564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47" name="Ink 1046">
                  <a:extLst>
                    <a:ext uri="{FF2B5EF4-FFF2-40B4-BE49-F238E27FC236}">
                      <a16:creationId xmlns:a16="http://schemas.microsoft.com/office/drawing/2014/main" id="{84902310-D2B1-EC49-7717-0C70A60A1B70}"/>
                    </a:ext>
                  </a:extLst>
                </p14:cNvPr>
                <p14:cNvContentPartPr/>
                <p14:nvPr/>
              </p14:nvContentPartPr>
              <p14:xfrm>
                <a:off x="4207112" y="1524683"/>
                <a:ext cx="200520" cy="123120"/>
              </p14:xfrm>
            </p:contentPart>
          </mc:Choice>
          <mc:Fallback xmlns="">
            <p:pic>
              <p:nvPicPr>
                <p:cNvPr id="1047" name="Ink 1046">
                  <a:extLst>
                    <a:ext uri="{FF2B5EF4-FFF2-40B4-BE49-F238E27FC236}">
                      <a16:creationId xmlns:a16="http://schemas.microsoft.com/office/drawing/2014/main" id="{84902310-D2B1-EC49-7717-0C70A60A1B7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198112" y="1516043"/>
                  <a:ext cx="21816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48" name="Ink 1047">
                  <a:extLst>
                    <a:ext uri="{FF2B5EF4-FFF2-40B4-BE49-F238E27FC236}">
                      <a16:creationId xmlns:a16="http://schemas.microsoft.com/office/drawing/2014/main" id="{B35561B4-F1B5-4D19-2BAE-98E8BE4F5162}"/>
                    </a:ext>
                  </a:extLst>
                </p14:cNvPr>
                <p14:cNvContentPartPr/>
                <p14:nvPr/>
              </p14:nvContentPartPr>
              <p14:xfrm>
                <a:off x="4415192" y="1404083"/>
                <a:ext cx="22680" cy="70200"/>
              </p14:xfrm>
            </p:contentPart>
          </mc:Choice>
          <mc:Fallback xmlns="">
            <p:pic>
              <p:nvPicPr>
                <p:cNvPr id="1048" name="Ink 1047">
                  <a:extLst>
                    <a:ext uri="{FF2B5EF4-FFF2-40B4-BE49-F238E27FC236}">
                      <a16:creationId xmlns:a16="http://schemas.microsoft.com/office/drawing/2014/main" id="{B35561B4-F1B5-4D19-2BAE-98E8BE4F516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406552" y="1395443"/>
                  <a:ext cx="4032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49" name="Ink 1048">
                  <a:extLst>
                    <a:ext uri="{FF2B5EF4-FFF2-40B4-BE49-F238E27FC236}">
                      <a16:creationId xmlns:a16="http://schemas.microsoft.com/office/drawing/2014/main" id="{30435829-2C19-1FB3-D812-0DD0CD9F8934}"/>
                    </a:ext>
                  </a:extLst>
                </p14:cNvPr>
                <p14:cNvContentPartPr/>
                <p14:nvPr/>
              </p14:nvContentPartPr>
              <p14:xfrm>
                <a:off x="4258592" y="1777763"/>
                <a:ext cx="3240" cy="19800"/>
              </p14:xfrm>
            </p:contentPart>
          </mc:Choice>
          <mc:Fallback xmlns="">
            <p:pic>
              <p:nvPicPr>
                <p:cNvPr id="1049" name="Ink 1048">
                  <a:extLst>
                    <a:ext uri="{FF2B5EF4-FFF2-40B4-BE49-F238E27FC236}">
                      <a16:creationId xmlns:a16="http://schemas.microsoft.com/office/drawing/2014/main" id="{30435829-2C19-1FB3-D812-0DD0CD9F8934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249952" y="1768763"/>
                  <a:ext cx="208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50" name="Ink 1049">
                  <a:extLst>
                    <a:ext uri="{FF2B5EF4-FFF2-40B4-BE49-F238E27FC236}">
                      <a16:creationId xmlns:a16="http://schemas.microsoft.com/office/drawing/2014/main" id="{6CC2DAC4-6951-C12C-8D9F-E465D4DF3A37}"/>
                    </a:ext>
                  </a:extLst>
                </p14:cNvPr>
                <p14:cNvContentPartPr/>
                <p14:nvPr/>
              </p14:nvContentPartPr>
              <p14:xfrm>
                <a:off x="4778072" y="1273043"/>
                <a:ext cx="611280" cy="387000"/>
              </p14:xfrm>
            </p:contentPart>
          </mc:Choice>
          <mc:Fallback xmlns="">
            <p:pic>
              <p:nvPicPr>
                <p:cNvPr id="1050" name="Ink 1049">
                  <a:extLst>
                    <a:ext uri="{FF2B5EF4-FFF2-40B4-BE49-F238E27FC236}">
                      <a16:creationId xmlns:a16="http://schemas.microsoft.com/office/drawing/2014/main" id="{6CC2DAC4-6951-C12C-8D9F-E465D4DF3A37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769072" y="1264043"/>
                  <a:ext cx="628920" cy="40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51" name="Ink 1050">
                  <a:extLst>
                    <a:ext uri="{FF2B5EF4-FFF2-40B4-BE49-F238E27FC236}">
                      <a16:creationId xmlns:a16="http://schemas.microsoft.com/office/drawing/2014/main" id="{45AAC42D-E1F7-B253-6A27-2D172E9FAF15}"/>
                    </a:ext>
                  </a:extLst>
                </p14:cNvPr>
                <p14:cNvContentPartPr/>
                <p14:nvPr/>
              </p14:nvContentPartPr>
              <p14:xfrm>
                <a:off x="5185592" y="1263683"/>
                <a:ext cx="98280" cy="151560"/>
              </p14:xfrm>
            </p:contentPart>
          </mc:Choice>
          <mc:Fallback xmlns="">
            <p:pic>
              <p:nvPicPr>
                <p:cNvPr id="1051" name="Ink 1050">
                  <a:extLst>
                    <a:ext uri="{FF2B5EF4-FFF2-40B4-BE49-F238E27FC236}">
                      <a16:creationId xmlns:a16="http://schemas.microsoft.com/office/drawing/2014/main" id="{45AAC42D-E1F7-B253-6A27-2D172E9FAF15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176592" y="1255043"/>
                  <a:ext cx="11592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52" name="Ink 1051">
                  <a:extLst>
                    <a:ext uri="{FF2B5EF4-FFF2-40B4-BE49-F238E27FC236}">
                      <a16:creationId xmlns:a16="http://schemas.microsoft.com/office/drawing/2014/main" id="{2A8FD7CF-C5A6-2F46-7003-C71984FD24C2}"/>
                    </a:ext>
                  </a:extLst>
                </p14:cNvPr>
                <p14:cNvContentPartPr/>
                <p14:nvPr/>
              </p14:nvContentPartPr>
              <p14:xfrm>
                <a:off x="5659712" y="1214003"/>
                <a:ext cx="752400" cy="402480"/>
              </p14:xfrm>
            </p:contentPart>
          </mc:Choice>
          <mc:Fallback xmlns="">
            <p:pic>
              <p:nvPicPr>
                <p:cNvPr id="1052" name="Ink 1051">
                  <a:extLst>
                    <a:ext uri="{FF2B5EF4-FFF2-40B4-BE49-F238E27FC236}">
                      <a16:creationId xmlns:a16="http://schemas.microsoft.com/office/drawing/2014/main" id="{2A8FD7CF-C5A6-2F46-7003-C71984FD24C2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651072" y="1205363"/>
                  <a:ext cx="770040" cy="42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53" name="Ink 1052">
                  <a:extLst>
                    <a:ext uri="{FF2B5EF4-FFF2-40B4-BE49-F238E27FC236}">
                      <a16:creationId xmlns:a16="http://schemas.microsoft.com/office/drawing/2014/main" id="{AD24AAA2-F54C-7CBA-4E54-14F611326BE1}"/>
                    </a:ext>
                  </a:extLst>
                </p14:cNvPr>
                <p14:cNvContentPartPr/>
                <p14:nvPr/>
              </p14:nvContentPartPr>
              <p14:xfrm>
                <a:off x="6226352" y="1734203"/>
                <a:ext cx="23760" cy="19440"/>
              </p14:xfrm>
            </p:contentPart>
          </mc:Choice>
          <mc:Fallback xmlns="">
            <p:pic>
              <p:nvPicPr>
                <p:cNvPr id="1053" name="Ink 1052">
                  <a:extLst>
                    <a:ext uri="{FF2B5EF4-FFF2-40B4-BE49-F238E27FC236}">
                      <a16:creationId xmlns:a16="http://schemas.microsoft.com/office/drawing/2014/main" id="{AD24AAA2-F54C-7CBA-4E54-14F611326BE1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217712" y="1725203"/>
                  <a:ext cx="41400" cy="3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1" name="Group 1070">
            <a:extLst>
              <a:ext uri="{FF2B5EF4-FFF2-40B4-BE49-F238E27FC236}">
                <a16:creationId xmlns:a16="http://schemas.microsoft.com/office/drawing/2014/main" id="{48FF5A13-3771-8796-8D0B-FDE7CFFBD090}"/>
              </a:ext>
            </a:extLst>
          </p:cNvPr>
          <p:cNvGrpSpPr/>
          <p:nvPr/>
        </p:nvGrpSpPr>
        <p:grpSpPr>
          <a:xfrm>
            <a:off x="297872" y="1978643"/>
            <a:ext cx="2675520" cy="462600"/>
            <a:chOff x="297872" y="1978643"/>
            <a:chExt cx="2675520" cy="46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55" name="Ink 1054">
                  <a:extLst>
                    <a:ext uri="{FF2B5EF4-FFF2-40B4-BE49-F238E27FC236}">
                      <a16:creationId xmlns:a16="http://schemas.microsoft.com/office/drawing/2014/main" id="{34E603AF-6B43-E64F-FD8A-8B37D4D33EBB}"/>
                    </a:ext>
                  </a:extLst>
                </p14:cNvPr>
                <p14:cNvContentPartPr/>
                <p14:nvPr/>
              </p14:nvContentPartPr>
              <p14:xfrm>
                <a:off x="297872" y="2205083"/>
                <a:ext cx="158760" cy="128520"/>
              </p14:xfrm>
            </p:contentPart>
          </mc:Choice>
          <mc:Fallback xmlns="">
            <p:pic>
              <p:nvPicPr>
                <p:cNvPr id="1055" name="Ink 1054">
                  <a:extLst>
                    <a:ext uri="{FF2B5EF4-FFF2-40B4-BE49-F238E27FC236}">
                      <a16:creationId xmlns:a16="http://schemas.microsoft.com/office/drawing/2014/main" id="{34E603AF-6B43-E64F-FD8A-8B37D4D33EBB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89232" y="2196083"/>
                  <a:ext cx="17640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56" name="Ink 1055">
                  <a:extLst>
                    <a:ext uri="{FF2B5EF4-FFF2-40B4-BE49-F238E27FC236}">
                      <a16:creationId xmlns:a16="http://schemas.microsoft.com/office/drawing/2014/main" id="{39ACDCF8-AF5D-A7BA-F36C-730A6C8D7A94}"/>
                    </a:ext>
                  </a:extLst>
                </p14:cNvPr>
                <p14:cNvContentPartPr/>
                <p14:nvPr/>
              </p14:nvContentPartPr>
              <p14:xfrm>
                <a:off x="431072" y="2008883"/>
                <a:ext cx="37080" cy="366840"/>
              </p14:xfrm>
            </p:contentPart>
          </mc:Choice>
          <mc:Fallback xmlns="">
            <p:pic>
              <p:nvPicPr>
                <p:cNvPr id="1056" name="Ink 1055">
                  <a:extLst>
                    <a:ext uri="{FF2B5EF4-FFF2-40B4-BE49-F238E27FC236}">
                      <a16:creationId xmlns:a16="http://schemas.microsoft.com/office/drawing/2014/main" id="{39ACDCF8-AF5D-A7BA-F36C-730A6C8D7A9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22432" y="1999883"/>
                  <a:ext cx="5472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57" name="Ink 1056">
                  <a:extLst>
                    <a:ext uri="{FF2B5EF4-FFF2-40B4-BE49-F238E27FC236}">
                      <a16:creationId xmlns:a16="http://schemas.microsoft.com/office/drawing/2014/main" id="{64DF3ABC-BD8D-7679-A0DD-242BB901D4C3}"/>
                    </a:ext>
                  </a:extLst>
                </p14:cNvPr>
                <p14:cNvContentPartPr/>
                <p14:nvPr/>
              </p14:nvContentPartPr>
              <p14:xfrm>
                <a:off x="592352" y="2033003"/>
                <a:ext cx="136440" cy="18720"/>
              </p14:xfrm>
            </p:contentPart>
          </mc:Choice>
          <mc:Fallback xmlns="">
            <p:pic>
              <p:nvPicPr>
                <p:cNvPr id="1057" name="Ink 1056">
                  <a:extLst>
                    <a:ext uri="{FF2B5EF4-FFF2-40B4-BE49-F238E27FC236}">
                      <a16:creationId xmlns:a16="http://schemas.microsoft.com/office/drawing/2014/main" id="{64DF3ABC-BD8D-7679-A0DD-242BB901D4C3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83352" y="2024003"/>
                  <a:ext cx="1540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58" name="Ink 1057">
                  <a:extLst>
                    <a:ext uri="{FF2B5EF4-FFF2-40B4-BE49-F238E27FC236}">
                      <a16:creationId xmlns:a16="http://schemas.microsoft.com/office/drawing/2014/main" id="{05B060BD-8668-6470-204A-FEEF8810BBCA}"/>
                    </a:ext>
                  </a:extLst>
                </p14:cNvPr>
                <p14:cNvContentPartPr/>
                <p14:nvPr/>
              </p14:nvContentPartPr>
              <p14:xfrm>
                <a:off x="589112" y="2071883"/>
                <a:ext cx="69840" cy="343800"/>
              </p14:xfrm>
            </p:contentPart>
          </mc:Choice>
          <mc:Fallback xmlns="">
            <p:pic>
              <p:nvPicPr>
                <p:cNvPr id="1058" name="Ink 1057">
                  <a:extLst>
                    <a:ext uri="{FF2B5EF4-FFF2-40B4-BE49-F238E27FC236}">
                      <a16:creationId xmlns:a16="http://schemas.microsoft.com/office/drawing/2014/main" id="{05B060BD-8668-6470-204A-FEEF8810BBCA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80472" y="2062883"/>
                  <a:ext cx="8748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59" name="Ink 1058">
                  <a:extLst>
                    <a:ext uri="{FF2B5EF4-FFF2-40B4-BE49-F238E27FC236}">
                      <a16:creationId xmlns:a16="http://schemas.microsoft.com/office/drawing/2014/main" id="{B22F94E5-5070-29B8-CD77-504FA963AC54}"/>
                    </a:ext>
                  </a:extLst>
                </p14:cNvPr>
                <p14:cNvContentPartPr/>
                <p14:nvPr/>
              </p14:nvContentPartPr>
              <p14:xfrm>
                <a:off x="752912" y="2171603"/>
                <a:ext cx="159480" cy="201240"/>
              </p14:xfrm>
            </p:contentPart>
          </mc:Choice>
          <mc:Fallback xmlns="">
            <p:pic>
              <p:nvPicPr>
                <p:cNvPr id="1059" name="Ink 1058">
                  <a:extLst>
                    <a:ext uri="{FF2B5EF4-FFF2-40B4-BE49-F238E27FC236}">
                      <a16:creationId xmlns:a16="http://schemas.microsoft.com/office/drawing/2014/main" id="{B22F94E5-5070-29B8-CD77-504FA963AC54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44272" y="2162963"/>
                  <a:ext cx="17712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60" name="Ink 1059">
                  <a:extLst>
                    <a:ext uri="{FF2B5EF4-FFF2-40B4-BE49-F238E27FC236}">
                      <a16:creationId xmlns:a16="http://schemas.microsoft.com/office/drawing/2014/main" id="{219D438B-7AC2-4289-FD14-AB17BD3ECE14}"/>
                    </a:ext>
                  </a:extLst>
                </p14:cNvPr>
                <p14:cNvContentPartPr/>
                <p14:nvPr/>
              </p14:nvContentPartPr>
              <p14:xfrm>
                <a:off x="977192" y="2012843"/>
                <a:ext cx="158040" cy="344520"/>
              </p14:xfrm>
            </p:contentPart>
          </mc:Choice>
          <mc:Fallback xmlns="">
            <p:pic>
              <p:nvPicPr>
                <p:cNvPr id="1060" name="Ink 1059">
                  <a:extLst>
                    <a:ext uri="{FF2B5EF4-FFF2-40B4-BE49-F238E27FC236}">
                      <a16:creationId xmlns:a16="http://schemas.microsoft.com/office/drawing/2014/main" id="{219D438B-7AC2-4289-FD14-AB17BD3ECE14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68552" y="2003843"/>
                  <a:ext cx="17568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61" name="Ink 1060">
                  <a:extLst>
                    <a:ext uri="{FF2B5EF4-FFF2-40B4-BE49-F238E27FC236}">
                      <a16:creationId xmlns:a16="http://schemas.microsoft.com/office/drawing/2014/main" id="{91ABCBC4-6F73-A3CE-B368-0B234109B676}"/>
                    </a:ext>
                  </a:extLst>
                </p14:cNvPr>
                <p14:cNvContentPartPr/>
                <p14:nvPr/>
              </p14:nvContentPartPr>
              <p14:xfrm>
                <a:off x="1286072" y="2210843"/>
                <a:ext cx="145080" cy="23400"/>
              </p14:xfrm>
            </p:contentPart>
          </mc:Choice>
          <mc:Fallback xmlns="">
            <p:pic>
              <p:nvPicPr>
                <p:cNvPr id="1061" name="Ink 1060">
                  <a:extLst>
                    <a:ext uri="{FF2B5EF4-FFF2-40B4-BE49-F238E27FC236}">
                      <a16:creationId xmlns:a16="http://schemas.microsoft.com/office/drawing/2014/main" id="{91ABCBC4-6F73-A3CE-B368-0B234109B676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277072" y="2202203"/>
                  <a:ext cx="16272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62" name="Ink 1061">
                  <a:extLst>
                    <a:ext uri="{FF2B5EF4-FFF2-40B4-BE49-F238E27FC236}">
                      <a16:creationId xmlns:a16="http://schemas.microsoft.com/office/drawing/2014/main" id="{EDE8077B-262D-45AF-F82D-1305FD2CC370}"/>
                    </a:ext>
                  </a:extLst>
                </p14:cNvPr>
                <p14:cNvContentPartPr/>
                <p14:nvPr/>
              </p14:nvContentPartPr>
              <p14:xfrm>
                <a:off x="1369232" y="2122283"/>
                <a:ext cx="7560" cy="238680"/>
              </p14:xfrm>
            </p:contentPart>
          </mc:Choice>
          <mc:Fallback xmlns="">
            <p:pic>
              <p:nvPicPr>
                <p:cNvPr id="1062" name="Ink 1061">
                  <a:extLst>
                    <a:ext uri="{FF2B5EF4-FFF2-40B4-BE49-F238E27FC236}">
                      <a16:creationId xmlns:a16="http://schemas.microsoft.com/office/drawing/2014/main" id="{EDE8077B-262D-45AF-F82D-1305FD2CC370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360232" y="2113283"/>
                  <a:ext cx="2520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63" name="Ink 1062">
                  <a:extLst>
                    <a:ext uri="{FF2B5EF4-FFF2-40B4-BE49-F238E27FC236}">
                      <a16:creationId xmlns:a16="http://schemas.microsoft.com/office/drawing/2014/main" id="{08284F46-3835-5048-27FE-88452FF1B423}"/>
                    </a:ext>
                  </a:extLst>
                </p14:cNvPr>
                <p14:cNvContentPartPr/>
                <p14:nvPr/>
              </p14:nvContentPartPr>
              <p14:xfrm>
                <a:off x="1667672" y="2202563"/>
                <a:ext cx="122400" cy="114120"/>
              </p14:xfrm>
            </p:contentPart>
          </mc:Choice>
          <mc:Fallback xmlns="">
            <p:pic>
              <p:nvPicPr>
                <p:cNvPr id="1063" name="Ink 1062">
                  <a:extLst>
                    <a:ext uri="{FF2B5EF4-FFF2-40B4-BE49-F238E27FC236}">
                      <a16:creationId xmlns:a16="http://schemas.microsoft.com/office/drawing/2014/main" id="{08284F46-3835-5048-27FE-88452FF1B423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659032" y="2193923"/>
                  <a:ext cx="1400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64" name="Ink 1063">
                  <a:extLst>
                    <a:ext uri="{FF2B5EF4-FFF2-40B4-BE49-F238E27FC236}">
                      <a16:creationId xmlns:a16="http://schemas.microsoft.com/office/drawing/2014/main" id="{EBCE87F1-ACED-1676-4A63-0AA209B2D335}"/>
                    </a:ext>
                  </a:extLst>
                </p14:cNvPr>
                <p14:cNvContentPartPr/>
                <p14:nvPr/>
              </p14:nvContentPartPr>
              <p14:xfrm>
                <a:off x="1801232" y="2048843"/>
                <a:ext cx="16560" cy="322560"/>
              </p14:xfrm>
            </p:contentPart>
          </mc:Choice>
          <mc:Fallback xmlns="">
            <p:pic>
              <p:nvPicPr>
                <p:cNvPr id="1064" name="Ink 1063">
                  <a:extLst>
                    <a:ext uri="{FF2B5EF4-FFF2-40B4-BE49-F238E27FC236}">
                      <a16:creationId xmlns:a16="http://schemas.microsoft.com/office/drawing/2014/main" id="{EBCE87F1-ACED-1676-4A63-0AA209B2D335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792232" y="2039843"/>
                  <a:ext cx="3420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65" name="Ink 1064">
                  <a:extLst>
                    <a:ext uri="{FF2B5EF4-FFF2-40B4-BE49-F238E27FC236}">
                      <a16:creationId xmlns:a16="http://schemas.microsoft.com/office/drawing/2014/main" id="{AD75B19C-FF65-CFB0-29FB-1AB7C9D0CE52}"/>
                    </a:ext>
                  </a:extLst>
                </p14:cNvPr>
                <p14:cNvContentPartPr/>
                <p14:nvPr/>
              </p14:nvContentPartPr>
              <p14:xfrm>
                <a:off x="1949192" y="2023283"/>
                <a:ext cx="183240" cy="26280"/>
              </p14:xfrm>
            </p:contentPart>
          </mc:Choice>
          <mc:Fallback xmlns="">
            <p:pic>
              <p:nvPicPr>
                <p:cNvPr id="1065" name="Ink 1064">
                  <a:extLst>
                    <a:ext uri="{FF2B5EF4-FFF2-40B4-BE49-F238E27FC236}">
                      <a16:creationId xmlns:a16="http://schemas.microsoft.com/office/drawing/2014/main" id="{AD75B19C-FF65-CFB0-29FB-1AB7C9D0CE52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940552" y="2014283"/>
                  <a:ext cx="2008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066" name="Ink 1065">
                  <a:extLst>
                    <a:ext uri="{FF2B5EF4-FFF2-40B4-BE49-F238E27FC236}">
                      <a16:creationId xmlns:a16="http://schemas.microsoft.com/office/drawing/2014/main" id="{87DA0D1C-0DBB-A5F8-F7E2-E02C7B4035CF}"/>
                    </a:ext>
                  </a:extLst>
                </p14:cNvPr>
                <p14:cNvContentPartPr/>
                <p14:nvPr/>
              </p14:nvContentPartPr>
              <p14:xfrm>
                <a:off x="1964672" y="2062523"/>
                <a:ext cx="153000" cy="378720"/>
              </p14:xfrm>
            </p:contentPart>
          </mc:Choice>
          <mc:Fallback xmlns="">
            <p:pic>
              <p:nvPicPr>
                <p:cNvPr id="1066" name="Ink 1065">
                  <a:extLst>
                    <a:ext uri="{FF2B5EF4-FFF2-40B4-BE49-F238E27FC236}">
                      <a16:creationId xmlns:a16="http://schemas.microsoft.com/office/drawing/2014/main" id="{87DA0D1C-0DBB-A5F8-F7E2-E02C7B4035CF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956032" y="2053523"/>
                  <a:ext cx="170640" cy="3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067" name="Ink 1066">
                  <a:extLst>
                    <a:ext uri="{FF2B5EF4-FFF2-40B4-BE49-F238E27FC236}">
                      <a16:creationId xmlns:a16="http://schemas.microsoft.com/office/drawing/2014/main" id="{48E91E26-811D-0A41-CBB8-2B865553774B}"/>
                    </a:ext>
                  </a:extLst>
                </p14:cNvPr>
                <p14:cNvContentPartPr/>
                <p14:nvPr/>
              </p14:nvContentPartPr>
              <p14:xfrm>
                <a:off x="2142872" y="2187443"/>
                <a:ext cx="105480" cy="171720"/>
              </p14:xfrm>
            </p:contentPart>
          </mc:Choice>
          <mc:Fallback xmlns="">
            <p:pic>
              <p:nvPicPr>
                <p:cNvPr id="1067" name="Ink 1066">
                  <a:extLst>
                    <a:ext uri="{FF2B5EF4-FFF2-40B4-BE49-F238E27FC236}">
                      <a16:creationId xmlns:a16="http://schemas.microsoft.com/office/drawing/2014/main" id="{48E91E26-811D-0A41-CBB8-2B865553774B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2133872" y="2178443"/>
                  <a:ext cx="12312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068" name="Ink 1067">
                  <a:extLst>
                    <a:ext uri="{FF2B5EF4-FFF2-40B4-BE49-F238E27FC236}">
                      <a16:creationId xmlns:a16="http://schemas.microsoft.com/office/drawing/2014/main" id="{0D67E846-FE2A-8F68-6AAD-86B2553E858A}"/>
                    </a:ext>
                  </a:extLst>
                </p14:cNvPr>
                <p14:cNvContentPartPr/>
                <p14:nvPr/>
              </p14:nvContentPartPr>
              <p14:xfrm>
                <a:off x="2371832" y="2268083"/>
                <a:ext cx="47160" cy="168120"/>
              </p14:xfrm>
            </p:contentPart>
          </mc:Choice>
          <mc:Fallback xmlns="">
            <p:pic>
              <p:nvPicPr>
                <p:cNvPr id="1068" name="Ink 1067">
                  <a:extLst>
                    <a:ext uri="{FF2B5EF4-FFF2-40B4-BE49-F238E27FC236}">
                      <a16:creationId xmlns:a16="http://schemas.microsoft.com/office/drawing/2014/main" id="{0D67E846-FE2A-8F68-6AAD-86B2553E858A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363192" y="2259443"/>
                  <a:ext cx="6480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069" name="Ink 1068">
                  <a:extLst>
                    <a:ext uri="{FF2B5EF4-FFF2-40B4-BE49-F238E27FC236}">
                      <a16:creationId xmlns:a16="http://schemas.microsoft.com/office/drawing/2014/main" id="{F8E5E24D-FCDC-F7E4-E962-14BE02C49352}"/>
                    </a:ext>
                  </a:extLst>
                </p14:cNvPr>
                <p14:cNvContentPartPr/>
                <p14:nvPr/>
              </p14:nvContentPartPr>
              <p14:xfrm>
                <a:off x="2579912" y="2132723"/>
                <a:ext cx="140040" cy="198360"/>
              </p14:xfrm>
            </p:contentPart>
          </mc:Choice>
          <mc:Fallback xmlns="">
            <p:pic>
              <p:nvPicPr>
                <p:cNvPr id="1069" name="Ink 1068">
                  <a:extLst>
                    <a:ext uri="{FF2B5EF4-FFF2-40B4-BE49-F238E27FC236}">
                      <a16:creationId xmlns:a16="http://schemas.microsoft.com/office/drawing/2014/main" id="{F8E5E24D-FCDC-F7E4-E962-14BE02C49352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571272" y="2124083"/>
                  <a:ext cx="15768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070" name="Ink 1069">
                  <a:extLst>
                    <a:ext uri="{FF2B5EF4-FFF2-40B4-BE49-F238E27FC236}">
                      <a16:creationId xmlns:a16="http://schemas.microsoft.com/office/drawing/2014/main" id="{B4A24C66-F778-A09C-A95E-D9B0C61CECD3}"/>
                    </a:ext>
                  </a:extLst>
                </p14:cNvPr>
                <p14:cNvContentPartPr/>
                <p14:nvPr/>
              </p14:nvContentPartPr>
              <p14:xfrm>
                <a:off x="2816432" y="1978643"/>
                <a:ext cx="156960" cy="371160"/>
              </p14:xfrm>
            </p:contentPart>
          </mc:Choice>
          <mc:Fallback xmlns="">
            <p:pic>
              <p:nvPicPr>
                <p:cNvPr id="1070" name="Ink 1069">
                  <a:extLst>
                    <a:ext uri="{FF2B5EF4-FFF2-40B4-BE49-F238E27FC236}">
                      <a16:creationId xmlns:a16="http://schemas.microsoft.com/office/drawing/2014/main" id="{B4A24C66-F778-A09C-A95E-D9B0C61CECD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807792" y="1970003"/>
                  <a:ext cx="174600" cy="38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3" name="Group 1092">
            <a:extLst>
              <a:ext uri="{FF2B5EF4-FFF2-40B4-BE49-F238E27FC236}">
                <a16:creationId xmlns:a16="http://schemas.microsoft.com/office/drawing/2014/main" id="{2436C7B1-0530-702A-6C33-766550181741}"/>
              </a:ext>
            </a:extLst>
          </p:cNvPr>
          <p:cNvGrpSpPr/>
          <p:nvPr/>
        </p:nvGrpSpPr>
        <p:grpSpPr>
          <a:xfrm>
            <a:off x="3268952" y="1887203"/>
            <a:ext cx="3446280" cy="553320"/>
            <a:chOff x="3268952" y="1887203"/>
            <a:chExt cx="3446280" cy="55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072" name="Ink 1071">
                  <a:extLst>
                    <a:ext uri="{FF2B5EF4-FFF2-40B4-BE49-F238E27FC236}">
                      <a16:creationId xmlns:a16="http://schemas.microsoft.com/office/drawing/2014/main" id="{AE335CB5-3B9B-30EA-68E6-1A8ECFD90A7A}"/>
                    </a:ext>
                  </a:extLst>
                </p14:cNvPr>
                <p14:cNvContentPartPr/>
                <p14:nvPr/>
              </p14:nvContentPartPr>
              <p14:xfrm>
                <a:off x="3268952" y="1975763"/>
                <a:ext cx="277920" cy="422280"/>
              </p14:xfrm>
            </p:contentPart>
          </mc:Choice>
          <mc:Fallback xmlns="">
            <p:pic>
              <p:nvPicPr>
                <p:cNvPr id="1072" name="Ink 1071">
                  <a:extLst>
                    <a:ext uri="{FF2B5EF4-FFF2-40B4-BE49-F238E27FC236}">
                      <a16:creationId xmlns:a16="http://schemas.microsoft.com/office/drawing/2014/main" id="{AE335CB5-3B9B-30EA-68E6-1A8ECFD90A7A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259952" y="1966763"/>
                  <a:ext cx="295560" cy="43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073" name="Ink 1072">
                  <a:extLst>
                    <a:ext uri="{FF2B5EF4-FFF2-40B4-BE49-F238E27FC236}">
                      <a16:creationId xmlns:a16="http://schemas.microsoft.com/office/drawing/2014/main" id="{2CC3BD76-E1B5-DF8C-0B67-FC1235DA5EEE}"/>
                    </a:ext>
                  </a:extLst>
                </p14:cNvPr>
                <p14:cNvContentPartPr/>
                <p14:nvPr/>
              </p14:nvContentPartPr>
              <p14:xfrm>
                <a:off x="3685472" y="2178083"/>
                <a:ext cx="140760" cy="123120"/>
              </p14:xfrm>
            </p:contentPart>
          </mc:Choice>
          <mc:Fallback xmlns="">
            <p:pic>
              <p:nvPicPr>
                <p:cNvPr id="1073" name="Ink 1072">
                  <a:extLst>
                    <a:ext uri="{FF2B5EF4-FFF2-40B4-BE49-F238E27FC236}">
                      <a16:creationId xmlns:a16="http://schemas.microsoft.com/office/drawing/2014/main" id="{2CC3BD76-E1B5-DF8C-0B67-FC1235DA5EEE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676472" y="2169443"/>
                  <a:ext cx="15840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074" name="Ink 1073">
                  <a:extLst>
                    <a:ext uri="{FF2B5EF4-FFF2-40B4-BE49-F238E27FC236}">
                      <a16:creationId xmlns:a16="http://schemas.microsoft.com/office/drawing/2014/main" id="{E9F044DF-D3F7-8BDD-381A-9B6CD2F657B4}"/>
                    </a:ext>
                  </a:extLst>
                </p14:cNvPr>
                <p14:cNvContentPartPr/>
                <p14:nvPr/>
              </p14:nvContentPartPr>
              <p14:xfrm>
                <a:off x="3852512" y="1989443"/>
                <a:ext cx="13680" cy="336240"/>
              </p14:xfrm>
            </p:contentPart>
          </mc:Choice>
          <mc:Fallback xmlns="">
            <p:pic>
              <p:nvPicPr>
                <p:cNvPr id="1074" name="Ink 1073">
                  <a:extLst>
                    <a:ext uri="{FF2B5EF4-FFF2-40B4-BE49-F238E27FC236}">
                      <a16:creationId xmlns:a16="http://schemas.microsoft.com/office/drawing/2014/main" id="{E9F044DF-D3F7-8BDD-381A-9B6CD2F657B4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843872" y="1980443"/>
                  <a:ext cx="3132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075" name="Ink 1074">
                  <a:extLst>
                    <a:ext uri="{FF2B5EF4-FFF2-40B4-BE49-F238E27FC236}">
                      <a16:creationId xmlns:a16="http://schemas.microsoft.com/office/drawing/2014/main" id="{11E8F3EB-7655-3D48-A39F-DF7F56AF30F3}"/>
                    </a:ext>
                  </a:extLst>
                </p14:cNvPr>
                <p14:cNvContentPartPr/>
                <p14:nvPr/>
              </p14:nvContentPartPr>
              <p14:xfrm>
                <a:off x="4062752" y="1988003"/>
                <a:ext cx="174600" cy="16560"/>
              </p14:xfrm>
            </p:contentPart>
          </mc:Choice>
          <mc:Fallback xmlns="">
            <p:pic>
              <p:nvPicPr>
                <p:cNvPr id="1075" name="Ink 1074">
                  <a:extLst>
                    <a:ext uri="{FF2B5EF4-FFF2-40B4-BE49-F238E27FC236}">
                      <a16:creationId xmlns:a16="http://schemas.microsoft.com/office/drawing/2014/main" id="{11E8F3EB-7655-3D48-A39F-DF7F56AF30F3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053752" y="1979003"/>
                  <a:ext cx="1922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076" name="Ink 1075">
                  <a:extLst>
                    <a:ext uri="{FF2B5EF4-FFF2-40B4-BE49-F238E27FC236}">
                      <a16:creationId xmlns:a16="http://schemas.microsoft.com/office/drawing/2014/main" id="{CFEB644C-0EF6-72C5-7559-093B970F3128}"/>
                    </a:ext>
                  </a:extLst>
                </p14:cNvPr>
                <p14:cNvContentPartPr/>
                <p14:nvPr/>
              </p14:nvContentPartPr>
              <p14:xfrm>
                <a:off x="4034672" y="2022923"/>
                <a:ext cx="145800" cy="412200"/>
              </p14:xfrm>
            </p:contentPart>
          </mc:Choice>
          <mc:Fallback xmlns="">
            <p:pic>
              <p:nvPicPr>
                <p:cNvPr id="1076" name="Ink 1075">
                  <a:extLst>
                    <a:ext uri="{FF2B5EF4-FFF2-40B4-BE49-F238E27FC236}">
                      <a16:creationId xmlns:a16="http://schemas.microsoft.com/office/drawing/2014/main" id="{CFEB644C-0EF6-72C5-7559-093B970F3128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025672" y="2014283"/>
                  <a:ext cx="163440" cy="42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077" name="Ink 1076">
                  <a:extLst>
                    <a:ext uri="{FF2B5EF4-FFF2-40B4-BE49-F238E27FC236}">
                      <a16:creationId xmlns:a16="http://schemas.microsoft.com/office/drawing/2014/main" id="{4E70F8EF-A00A-4FCC-3D3C-267387A1641D}"/>
                    </a:ext>
                  </a:extLst>
                </p14:cNvPr>
                <p14:cNvContentPartPr/>
                <p14:nvPr/>
              </p14:nvContentPartPr>
              <p14:xfrm>
                <a:off x="4251392" y="2111843"/>
                <a:ext cx="137880" cy="176040"/>
              </p14:xfrm>
            </p:contentPart>
          </mc:Choice>
          <mc:Fallback xmlns="">
            <p:pic>
              <p:nvPicPr>
                <p:cNvPr id="1077" name="Ink 1076">
                  <a:extLst>
                    <a:ext uri="{FF2B5EF4-FFF2-40B4-BE49-F238E27FC236}">
                      <a16:creationId xmlns:a16="http://schemas.microsoft.com/office/drawing/2014/main" id="{4E70F8EF-A00A-4FCC-3D3C-267387A1641D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242392" y="2102843"/>
                  <a:ext cx="1555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078" name="Ink 1077">
                  <a:extLst>
                    <a:ext uri="{FF2B5EF4-FFF2-40B4-BE49-F238E27FC236}">
                      <a16:creationId xmlns:a16="http://schemas.microsoft.com/office/drawing/2014/main" id="{A3F74896-495D-6DC5-AAB2-4C61729D3BC4}"/>
                    </a:ext>
                  </a:extLst>
                </p14:cNvPr>
                <p14:cNvContentPartPr/>
                <p14:nvPr/>
              </p14:nvContentPartPr>
              <p14:xfrm>
                <a:off x="4454792" y="1933643"/>
                <a:ext cx="164520" cy="434520"/>
              </p14:xfrm>
            </p:contentPart>
          </mc:Choice>
          <mc:Fallback xmlns="">
            <p:pic>
              <p:nvPicPr>
                <p:cNvPr id="1078" name="Ink 1077">
                  <a:extLst>
                    <a:ext uri="{FF2B5EF4-FFF2-40B4-BE49-F238E27FC236}">
                      <a16:creationId xmlns:a16="http://schemas.microsoft.com/office/drawing/2014/main" id="{A3F74896-495D-6DC5-AAB2-4C61729D3BC4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445792" y="1924643"/>
                  <a:ext cx="182160" cy="45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079" name="Ink 1078">
                  <a:extLst>
                    <a:ext uri="{FF2B5EF4-FFF2-40B4-BE49-F238E27FC236}">
                      <a16:creationId xmlns:a16="http://schemas.microsoft.com/office/drawing/2014/main" id="{E79C498C-434A-9A82-6536-11DCFB61E0ED}"/>
                    </a:ext>
                  </a:extLst>
                </p14:cNvPr>
                <p14:cNvContentPartPr/>
                <p14:nvPr/>
              </p14:nvContentPartPr>
              <p14:xfrm>
                <a:off x="4869872" y="2149643"/>
                <a:ext cx="139320" cy="26640"/>
              </p14:xfrm>
            </p:contentPart>
          </mc:Choice>
          <mc:Fallback xmlns="">
            <p:pic>
              <p:nvPicPr>
                <p:cNvPr id="1079" name="Ink 1078">
                  <a:extLst>
                    <a:ext uri="{FF2B5EF4-FFF2-40B4-BE49-F238E27FC236}">
                      <a16:creationId xmlns:a16="http://schemas.microsoft.com/office/drawing/2014/main" id="{E79C498C-434A-9A82-6536-11DCFB61E0ED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4860872" y="2140643"/>
                  <a:ext cx="15696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080" name="Ink 1079">
                  <a:extLst>
                    <a:ext uri="{FF2B5EF4-FFF2-40B4-BE49-F238E27FC236}">
                      <a16:creationId xmlns:a16="http://schemas.microsoft.com/office/drawing/2014/main" id="{D96FDC07-2133-B09A-26AD-F61E394D5F02}"/>
                    </a:ext>
                  </a:extLst>
                </p14:cNvPr>
                <p14:cNvContentPartPr/>
                <p14:nvPr/>
              </p14:nvContentPartPr>
              <p14:xfrm>
                <a:off x="4844672" y="2213003"/>
                <a:ext cx="159120" cy="25560"/>
              </p14:xfrm>
            </p:contentPart>
          </mc:Choice>
          <mc:Fallback xmlns="">
            <p:pic>
              <p:nvPicPr>
                <p:cNvPr id="1080" name="Ink 1079">
                  <a:extLst>
                    <a:ext uri="{FF2B5EF4-FFF2-40B4-BE49-F238E27FC236}">
                      <a16:creationId xmlns:a16="http://schemas.microsoft.com/office/drawing/2014/main" id="{D96FDC07-2133-B09A-26AD-F61E394D5F02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836032" y="2204003"/>
                  <a:ext cx="17676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081" name="Ink 1080">
                  <a:extLst>
                    <a:ext uri="{FF2B5EF4-FFF2-40B4-BE49-F238E27FC236}">
                      <a16:creationId xmlns:a16="http://schemas.microsoft.com/office/drawing/2014/main" id="{EB7D92A7-497F-8276-8860-A88FA4F48066}"/>
                    </a:ext>
                  </a:extLst>
                </p14:cNvPr>
                <p14:cNvContentPartPr/>
                <p14:nvPr/>
              </p14:nvContentPartPr>
              <p14:xfrm>
                <a:off x="4982552" y="2017163"/>
                <a:ext cx="122760" cy="297720"/>
              </p14:xfrm>
            </p:contentPart>
          </mc:Choice>
          <mc:Fallback xmlns="">
            <p:pic>
              <p:nvPicPr>
                <p:cNvPr id="1081" name="Ink 1080">
                  <a:extLst>
                    <a:ext uri="{FF2B5EF4-FFF2-40B4-BE49-F238E27FC236}">
                      <a16:creationId xmlns:a16="http://schemas.microsoft.com/office/drawing/2014/main" id="{EB7D92A7-497F-8276-8860-A88FA4F48066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973912" y="2008523"/>
                  <a:ext cx="14040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082" name="Ink 1081">
                  <a:extLst>
                    <a:ext uri="{FF2B5EF4-FFF2-40B4-BE49-F238E27FC236}">
                      <a16:creationId xmlns:a16="http://schemas.microsoft.com/office/drawing/2014/main" id="{16122AAF-CCC0-3530-912A-C76A93795116}"/>
                    </a:ext>
                  </a:extLst>
                </p14:cNvPr>
                <p14:cNvContentPartPr/>
                <p14:nvPr/>
              </p14:nvContentPartPr>
              <p14:xfrm>
                <a:off x="5265872" y="2080883"/>
                <a:ext cx="101520" cy="204480"/>
              </p14:xfrm>
            </p:contentPart>
          </mc:Choice>
          <mc:Fallback xmlns="">
            <p:pic>
              <p:nvPicPr>
                <p:cNvPr id="1082" name="Ink 1081">
                  <a:extLst>
                    <a:ext uri="{FF2B5EF4-FFF2-40B4-BE49-F238E27FC236}">
                      <a16:creationId xmlns:a16="http://schemas.microsoft.com/office/drawing/2014/main" id="{16122AAF-CCC0-3530-912A-C76A93795116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256872" y="2072243"/>
                  <a:ext cx="11916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084" name="Ink 1083">
                  <a:extLst>
                    <a:ext uri="{FF2B5EF4-FFF2-40B4-BE49-F238E27FC236}">
                      <a16:creationId xmlns:a16="http://schemas.microsoft.com/office/drawing/2014/main" id="{CCB4AC59-0FD2-35F7-7EC5-22B5B9B204D7}"/>
                    </a:ext>
                  </a:extLst>
                </p14:cNvPr>
                <p14:cNvContentPartPr/>
                <p14:nvPr/>
              </p14:nvContentPartPr>
              <p14:xfrm>
                <a:off x="5400512" y="2122643"/>
                <a:ext cx="336960" cy="285480"/>
              </p14:xfrm>
            </p:contentPart>
          </mc:Choice>
          <mc:Fallback xmlns="">
            <p:pic>
              <p:nvPicPr>
                <p:cNvPr id="1084" name="Ink 1083">
                  <a:extLst>
                    <a:ext uri="{FF2B5EF4-FFF2-40B4-BE49-F238E27FC236}">
                      <a16:creationId xmlns:a16="http://schemas.microsoft.com/office/drawing/2014/main" id="{CCB4AC59-0FD2-35F7-7EC5-22B5B9B204D7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5391512" y="2114003"/>
                  <a:ext cx="35460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085" name="Ink 1084">
                  <a:extLst>
                    <a:ext uri="{FF2B5EF4-FFF2-40B4-BE49-F238E27FC236}">
                      <a16:creationId xmlns:a16="http://schemas.microsoft.com/office/drawing/2014/main" id="{54394F80-BC0D-AF82-478B-3F3DCF21FE7D}"/>
                    </a:ext>
                  </a:extLst>
                </p14:cNvPr>
                <p14:cNvContentPartPr/>
                <p14:nvPr/>
              </p14:nvContentPartPr>
              <p14:xfrm>
                <a:off x="5455592" y="1972163"/>
                <a:ext cx="155520" cy="110520"/>
              </p14:xfrm>
            </p:contentPart>
          </mc:Choice>
          <mc:Fallback xmlns="">
            <p:pic>
              <p:nvPicPr>
                <p:cNvPr id="1085" name="Ink 1084">
                  <a:extLst>
                    <a:ext uri="{FF2B5EF4-FFF2-40B4-BE49-F238E27FC236}">
                      <a16:creationId xmlns:a16="http://schemas.microsoft.com/office/drawing/2014/main" id="{54394F80-BC0D-AF82-478B-3F3DCF21FE7D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5446952" y="1963163"/>
                  <a:ext cx="17316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086" name="Ink 1085">
                  <a:extLst>
                    <a:ext uri="{FF2B5EF4-FFF2-40B4-BE49-F238E27FC236}">
                      <a16:creationId xmlns:a16="http://schemas.microsoft.com/office/drawing/2014/main" id="{2DEB7DE0-3301-2698-BE66-A5A1701940E3}"/>
                    </a:ext>
                  </a:extLst>
                </p14:cNvPr>
                <p14:cNvContentPartPr/>
                <p14:nvPr/>
              </p14:nvContentPartPr>
              <p14:xfrm>
                <a:off x="5380712" y="2409923"/>
                <a:ext cx="9360" cy="30600"/>
              </p14:xfrm>
            </p:contentPart>
          </mc:Choice>
          <mc:Fallback xmlns="">
            <p:pic>
              <p:nvPicPr>
                <p:cNvPr id="1086" name="Ink 1085">
                  <a:extLst>
                    <a:ext uri="{FF2B5EF4-FFF2-40B4-BE49-F238E27FC236}">
                      <a16:creationId xmlns:a16="http://schemas.microsoft.com/office/drawing/2014/main" id="{2DEB7DE0-3301-2698-BE66-A5A1701940E3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371712" y="2401283"/>
                  <a:ext cx="270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087" name="Ink 1086">
                  <a:extLst>
                    <a:ext uri="{FF2B5EF4-FFF2-40B4-BE49-F238E27FC236}">
                      <a16:creationId xmlns:a16="http://schemas.microsoft.com/office/drawing/2014/main" id="{CB43DA4A-31CC-1C18-ED1B-44C248A51E7A}"/>
                    </a:ext>
                  </a:extLst>
                </p14:cNvPr>
                <p14:cNvContentPartPr/>
                <p14:nvPr/>
              </p14:nvContentPartPr>
              <p14:xfrm>
                <a:off x="5922152" y="2105003"/>
                <a:ext cx="207720" cy="147600"/>
              </p14:xfrm>
            </p:contentPart>
          </mc:Choice>
          <mc:Fallback xmlns="">
            <p:pic>
              <p:nvPicPr>
                <p:cNvPr id="1087" name="Ink 1086">
                  <a:extLst>
                    <a:ext uri="{FF2B5EF4-FFF2-40B4-BE49-F238E27FC236}">
                      <a16:creationId xmlns:a16="http://schemas.microsoft.com/office/drawing/2014/main" id="{CB43DA4A-31CC-1C18-ED1B-44C248A51E7A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913152" y="2096003"/>
                  <a:ext cx="22536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088" name="Ink 1087">
                  <a:extLst>
                    <a:ext uri="{FF2B5EF4-FFF2-40B4-BE49-F238E27FC236}">
                      <a16:creationId xmlns:a16="http://schemas.microsoft.com/office/drawing/2014/main" id="{861639C1-4B73-E3EA-E2E5-71F806FA192B}"/>
                    </a:ext>
                  </a:extLst>
                </p14:cNvPr>
                <p14:cNvContentPartPr/>
                <p14:nvPr/>
              </p14:nvContentPartPr>
              <p14:xfrm>
                <a:off x="6141392" y="1887203"/>
                <a:ext cx="132840" cy="374760"/>
              </p14:xfrm>
            </p:contentPart>
          </mc:Choice>
          <mc:Fallback xmlns="">
            <p:pic>
              <p:nvPicPr>
                <p:cNvPr id="1088" name="Ink 1087">
                  <a:extLst>
                    <a:ext uri="{FF2B5EF4-FFF2-40B4-BE49-F238E27FC236}">
                      <a16:creationId xmlns:a16="http://schemas.microsoft.com/office/drawing/2014/main" id="{861639C1-4B73-E3EA-E2E5-71F806FA192B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6132392" y="1878203"/>
                  <a:ext cx="15048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090" name="Ink 1089">
                  <a:extLst>
                    <a:ext uri="{FF2B5EF4-FFF2-40B4-BE49-F238E27FC236}">
                      <a16:creationId xmlns:a16="http://schemas.microsoft.com/office/drawing/2014/main" id="{D5C604A9-604B-53C2-63C0-4A9F729EB8C8}"/>
                    </a:ext>
                  </a:extLst>
                </p14:cNvPr>
                <p14:cNvContentPartPr/>
                <p14:nvPr/>
              </p14:nvContentPartPr>
              <p14:xfrm>
                <a:off x="6369992" y="1953443"/>
                <a:ext cx="345240" cy="317160"/>
              </p14:xfrm>
            </p:contentPart>
          </mc:Choice>
          <mc:Fallback xmlns="">
            <p:pic>
              <p:nvPicPr>
                <p:cNvPr id="1090" name="Ink 1089">
                  <a:extLst>
                    <a:ext uri="{FF2B5EF4-FFF2-40B4-BE49-F238E27FC236}">
                      <a16:creationId xmlns:a16="http://schemas.microsoft.com/office/drawing/2014/main" id="{D5C604A9-604B-53C2-63C0-4A9F729EB8C8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6360992" y="1944443"/>
                  <a:ext cx="36288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091" name="Ink 1090">
                  <a:extLst>
                    <a:ext uri="{FF2B5EF4-FFF2-40B4-BE49-F238E27FC236}">
                      <a16:creationId xmlns:a16="http://schemas.microsoft.com/office/drawing/2014/main" id="{BCDE8076-4CB7-7DF4-563B-2C3880E41E27}"/>
                    </a:ext>
                  </a:extLst>
                </p14:cNvPr>
                <p14:cNvContentPartPr/>
                <p14:nvPr/>
              </p14:nvContentPartPr>
              <p14:xfrm>
                <a:off x="6362432" y="1968203"/>
                <a:ext cx="150120" cy="87840"/>
              </p14:xfrm>
            </p:contentPart>
          </mc:Choice>
          <mc:Fallback xmlns="">
            <p:pic>
              <p:nvPicPr>
                <p:cNvPr id="1091" name="Ink 1090">
                  <a:extLst>
                    <a:ext uri="{FF2B5EF4-FFF2-40B4-BE49-F238E27FC236}">
                      <a16:creationId xmlns:a16="http://schemas.microsoft.com/office/drawing/2014/main" id="{BCDE8076-4CB7-7DF4-563B-2C3880E41E27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6353432" y="1959563"/>
                  <a:ext cx="16776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092" name="Ink 1091">
                  <a:extLst>
                    <a:ext uri="{FF2B5EF4-FFF2-40B4-BE49-F238E27FC236}">
                      <a16:creationId xmlns:a16="http://schemas.microsoft.com/office/drawing/2014/main" id="{5CB838A0-A84C-BEA8-6185-B239E8F1652A}"/>
                    </a:ext>
                  </a:extLst>
                </p14:cNvPr>
                <p14:cNvContentPartPr/>
                <p14:nvPr/>
              </p14:nvContentPartPr>
              <p14:xfrm>
                <a:off x="6359192" y="2399843"/>
                <a:ext cx="37800" cy="17640"/>
              </p14:xfrm>
            </p:contentPart>
          </mc:Choice>
          <mc:Fallback xmlns="">
            <p:pic>
              <p:nvPicPr>
                <p:cNvPr id="1092" name="Ink 1091">
                  <a:extLst>
                    <a:ext uri="{FF2B5EF4-FFF2-40B4-BE49-F238E27FC236}">
                      <a16:creationId xmlns:a16="http://schemas.microsoft.com/office/drawing/2014/main" id="{5CB838A0-A84C-BEA8-6185-B239E8F1652A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6350192" y="2390843"/>
                  <a:ext cx="55440" cy="35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4">
            <p14:nvContentPartPr>
              <p14:cNvPr id="1095" name="Ink 1094">
                <a:extLst>
                  <a:ext uri="{FF2B5EF4-FFF2-40B4-BE49-F238E27FC236}">
                    <a16:creationId xmlns:a16="http://schemas.microsoft.com/office/drawing/2014/main" id="{260CBE31-C046-E333-FC67-1155B748B324}"/>
                  </a:ext>
                </a:extLst>
              </p14:cNvPr>
              <p14:cNvContentPartPr/>
              <p14:nvPr/>
            </p14:nvContentPartPr>
            <p14:xfrm>
              <a:off x="276272" y="2171963"/>
              <a:ext cx="2665440" cy="24840"/>
            </p14:xfrm>
          </p:contentPart>
        </mc:Choice>
        <mc:Fallback xmlns="">
          <p:pic>
            <p:nvPicPr>
              <p:cNvPr id="1095" name="Ink 1094">
                <a:extLst>
                  <a:ext uri="{FF2B5EF4-FFF2-40B4-BE49-F238E27FC236}">
                    <a16:creationId xmlns:a16="http://schemas.microsoft.com/office/drawing/2014/main" id="{260CBE31-C046-E333-FC67-1155B748B324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186272" y="1992323"/>
                <a:ext cx="2845080" cy="38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1096" name="Ink 1095">
                <a:extLst>
                  <a:ext uri="{FF2B5EF4-FFF2-40B4-BE49-F238E27FC236}">
                    <a16:creationId xmlns:a16="http://schemas.microsoft.com/office/drawing/2014/main" id="{945DD043-9C50-47A6-8FAA-5D76F7DAE0FA}"/>
                  </a:ext>
                </a:extLst>
              </p14:cNvPr>
              <p14:cNvContentPartPr/>
              <p14:nvPr/>
            </p14:nvContentPartPr>
            <p14:xfrm>
              <a:off x="2792312" y="2134163"/>
              <a:ext cx="1885680" cy="56160"/>
            </p14:xfrm>
          </p:contentPart>
        </mc:Choice>
        <mc:Fallback xmlns="">
          <p:pic>
            <p:nvPicPr>
              <p:cNvPr id="1096" name="Ink 1095">
                <a:extLst>
                  <a:ext uri="{FF2B5EF4-FFF2-40B4-BE49-F238E27FC236}">
                    <a16:creationId xmlns:a16="http://schemas.microsoft.com/office/drawing/2014/main" id="{945DD043-9C50-47A6-8FAA-5D76F7DAE0FA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2702312" y="1954163"/>
                <a:ext cx="2065320" cy="41580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1162" name="Table 1161">
            <a:extLst>
              <a:ext uri="{FF2B5EF4-FFF2-40B4-BE49-F238E27FC236}">
                <a16:creationId xmlns:a16="http://schemas.microsoft.com/office/drawing/2014/main" id="{98CD0B2C-7DEF-6EB8-9DD0-3A83DF484710}"/>
              </a:ext>
            </a:extLst>
          </p:cNvPr>
          <p:cNvGraphicFramePr>
            <a:graphicFrameLocks noGrp="1"/>
          </p:cNvGraphicFramePr>
          <p:nvPr/>
        </p:nvGraphicFramePr>
        <p:xfrm>
          <a:off x="1329348" y="2438400"/>
          <a:ext cx="9220197" cy="441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7171">
                  <a:extLst>
                    <a:ext uri="{9D8B030D-6E8A-4147-A177-3AD203B41FA5}">
                      <a16:colId xmlns:a16="http://schemas.microsoft.com/office/drawing/2014/main" val="3501995162"/>
                    </a:ext>
                  </a:extLst>
                </a:gridCol>
                <a:gridCol w="1317171">
                  <a:extLst>
                    <a:ext uri="{9D8B030D-6E8A-4147-A177-3AD203B41FA5}">
                      <a16:colId xmlns:a16="http://schemas.microsoft.com/office/drawing/2014/main" val="1688977514"/>
                    </a:ext>
                  </a:extLst>
                </a:gridCol>
                <a:gridCol w="1317171">
                  <a:extLst>
                    <a:ext uri="{9D8B030D-6E8A-4147-A177-3AD203B41FA5}">
                      <a16:colId xmlns:a16="http://schemas.microsoft.com/office/drawing/2014/main" val="2994313806"/>
                    </a:ext>
                  </a:extLst>
                </a:gridCol>
                <a:gridCol w="1317171">
                  <a:extLst>
                    <a:ext uri="{9D8B030D-6E8A-4147-A177-3AD203B41FA5}">
                      <a16:colId xmlns:a16="http://schemas.microsoft.com/office/drawing/2014/main" val="2574650622"/>
                    </a:ext>
                  </a:extLst>
                </a:gridCol>
                <a:gridCol w="1317171">
                  <a:extLst>
                    <a:ext uri="{9D8B030D-6E8A-4147-A177-3AD203B41FA5}">
                      <a16:colId xmlns:a16="http://schemas.microsoft.com/office/drawing/2014/main" val="4024536886"/>
                    </a:ext>
                  </a:extLst>
                </a:gridCol>
                <a:gridCol w="1317171">
                  <a:extLst>
                    <a:ext uri="{9D8B030D-6E8A-4147-A177-3AD203B41FA5}">
                      <a16:colId xmlns:a16="http://schemas.microsoft.com/office/drawing/2014/main" val="878573577"/>
                    </a:ext>
                  </a:extLst>
                </a:gridCol>
                <a:gridCol w="1317171">
                  <a:extLst>
                    <a:ext uri="{9D8B030D-6E8A-4147-A177-3AD203B41FA5}">
                      <a16:colId xmlns:a16="http://schemas.microsoft.com/office/drawing/2014/main" val="3687275913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3797343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76726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0009657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3507688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719067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0504247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7015003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8170127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38">
            <p14:nvContentPartPr>
              <p14:cNvPr id="1179" name="Ink 1178">
                <a:extLst>
                  <a:ext uri="{FF2B5EF4-FFF2-40B4-BE49-F238E27FC236}">
                    <a16:creationId xmlns:a16="http://schemas.microsoft.com/office/drawing/2014/main" id="{71A6B208-3EC3-5B16-E919-B7EED240CA81}"/>
                  </a:ext>
                </a:extLst>
              </p14:cNvPr>
              <p14:cNvContentPartPr/>
              <p14:nvPr/>
            </p14:nvContentPartPr>
            <p14:xfrm>
              <a:off x="781352" y="3090323"/>
              <a:ext cx="219960" cy="244440"/>
            </p14:xfrm>
          </p:contentPart>
        </mc:Choice>
        <mc:Fallback xmlns="">
          <p:pic>
            <p:nvPicPr>
              <p:cNvPr id="1179" name="Ink 1178">
                <a:extLst>
                  <a:ext uri="{FF2B5EF4-FFF2-40B4-BE49-F238E27FC236}">
                    <a16:creationId xmlns:a16="http://schemas.microsoft.com/office/drawing/2014/main" id="{71A6B208-3EC3-5B16-E919-B7EED240CA81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772352" y="3081323"/>
                <a:ext cx="237600" cy="26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1180" name="Ink 1179">
                <a:extLst>
                  <a:ext uri="{FF2B5EF4-FFF2-40B4-BE49-F238E27FC236}">
                    <a16:creationId xmlns:a16="http://schemas.microsoft.com/office/drawing/2014/main" id="{78D04450-2DF7-29FB-CDFA-C62BF3D32CEC}"/>
                  </a:ext>
                </a:extLst>
              </p14:cNvPr>
              <p14:cNvContentPartPr/>
              <p14:nvPr/>
            </p14:nvContentPartPr>
            <p14:xfrm>
              <a:off x="802952" y="3652283"/>
              <a:ext cx="113400" cy="195120"/>
            </p14:xfrm>
          </p:contentPart>
        </mc:Choice>
        <mc:Fallback xmlns="">
          <p:pic>
            <p:nvPicPr>
              <p:cNvPr id="1180" name="Ink 1179">
                <a:extLst>
                  <a:ext uri="{FF2B5EF4-FFF2-40B4-BE49-F238E27FC236}">
                    <a16:creationId xmlns:a16="http://schemas.microsoft.com/office/drawing/2014/main" id="{78D04450-2DF7-29FB-CDFA-C62BF3D32CEC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793952" y="3643643"/>
                <a:ext cx="131040" cy="21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1181" name="Ink 1180">
                <a:extLst>
                  <a:ext uri="{FF2B5EF4-FFF2-40B4-BE49-F238E27FC236}">
                    <a16:creationId xmlns:a16="http://schemas.microsoft.com/office/drawing/2014/main" id="{4A455A84-6C3E-7C8B-BA9A-0CB049827FAF}"/>
                  </a:ext>
                </a:extLst>
              </p14:cNvPr>
              <p14:cNvContentPartPr/>
              <p14:nvPr/>
            </p14:nvContentPartPr>
            <p14:xfrm>
              <a:off x="747152" y="4274003"/>
              <a:ext cx="203400" cy="199440"/>
            </p14:xfrm>
          </p:contentPart>
        </mc:Choice>
        <mc:Fallback xmlns="">
          <p:pic>
            <p:nvPicPr>
              <p:cNvPr id="1181" name="Ink 1180">
                <a:extLst>
                  <a:ext uri="{FF2B5EF4-FFF2-40B4-BE49-F238E27FC236}">
                    <a16:creationId xmlns:a16="http://schemas.microsoft.com/office/drawing/2014/main" id="{4A455A84-6C3E-7C8B-BA9A-0CB049827FAF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738152" y="4265363"/>
                <a:ext cx="221040" cy="21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4">
            <p14:nvContentPartPr>
              <p14:cNvPr id="1182" name="Ink 1181">
                <a:extLst>
                  <a:ext uri="{FF2B5EF4-FFF2-40B4-BE49-F238E27FC236}">
                    <a16:creationId xmlns:a16="http://schemas.microsoft.com/office/drawing/2014/main" id="{2076751C-660B-A8BB-D565-7F584A3A926D}"/>
                  </a:ext>
                </a:extLst>
              </p14:cNvPr>
              <p14:cNvContentPartPr/>
              <p14:nvPr/>
            </p14:nvContentPartPr>
            <p14:xfrm>
              <a:off x="865232" y="4766483"/>
              <a:ext cx="109800" cy="251640"/>
            </p14:xfrm>
          </p:contentPart>
        </mc:Choice>
        <mc:Fallback xmlns="">
          <p:pic>
            <p:nvPicPr>
              <p:cNvPr id="1182" name="Ink 1181">
                <a:extLst>
                  <a:ext uri="{FF2B5EF4-FFF2-40B4-BE49-F238E27FC236}">
                    <a16:creationId xmlns:a16="http://schemas.microsoft.com/office/drawing/2014/main" id="{2076751C-660B-A8BB-D565-7F584A3A926D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856592" y="4757843"/>
                <a:ext cx="127440" cy="269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92" name="Group 1191">
            <a:extLst>
              <a:ext uri="{FF2B5EF4-FFF2-40B4-BE49-F238E27FC236}">
                <a16:creationId xmlns:a16="http://schemas.microsoft.com/office/drawing/2014/main" id="{85416C2C-EB04-5B6D-941A-34D0CF438FA8}"/>
              </a:ext>
            </a:extLst>
          </p:cNvPr>
          <p:cNvGrpSpPr/>
          <p:nvPr/>
        </p:nvGrpSpPr>
        <p:grpSpPr>
          <a:xfrm>
            <a:off x="814112" y="5362643"/>
            <a:ext cx="170280" cy="328680"/>
            <a:chOff x="814112" y="5362643"/>
            <a:chExt cx="170280" cy="32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183" name="Ink 1182">
                  <a:extLst>
                    <a:ext uri="{FF2B5EF4-FFF2-40B4-BE49-F238E27FC236}">
                      <a16:creationId xmlns:a16="http://schemas.microsoft.com/office/drawing/2014/main" id="{6884A0F9-B993-B174-2757-4E95DFDF5B32}"/>
                    </a:ext>
                  </a:extLst>
                </p14:cNvPr>
                <p14:cNvContentPartPr/>
                <p14:nvPr/>
              </p14:nvContentPartPr>
              <p14:xfrm>
                <a:off x="814112" y="5362643"/>
                <a:ext cx="150480" cy="198000"/>
              </p14:xfrm>
            </p:contentPart>
          </mc:Choice>
          <mc:Fallback xmlns="">
            <p:pic>
              <p:nvPicPr>
                <p:cNvPr id="1183" name="Ink 1182">
                  <a:extLst>
                    <a:ext uri="{FF2B5EF4-FFF2-40B4-BE49-F238E27FC236}">
                      <a16:creationId xmlns:a16="http://schemas.microsoft.com/office/drawing/2014/main" id="{6884A0F9-B993-B174-2757-4E95DFDF5B32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805112" y="5353643"/>
                  <a:ext cx="16812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184" name="Ink 1183">
                  <a:extLst>
                    <a:ext uri="{FF2B5EF4-FFF2-40B4-BE49-F238E27FC236}">
                      <a16:creationId xmlns:a16="http://schemas.microsoft.com/office/drawing/2014/main" id="{800AF6AF-DEDA-89EC-7E07-2FCEE05C1901}"/>
                    </a:ext>
                  </a:extLst>
                </p14:cNvPr>
                <p14:cNvContentPartPr/>
                <p14:nvPr/>
              </p14:nvContentPartPr>
              <p14:xfrm>
                <a:off x="977552" y="5535803"/>
                <a:ext cx="1440" cy="3960"/>
              </p14:xfrm>
            </p:contentPart>
          </mc:Choice>
          <mc:Fallback xmlns="">
            <p:pic>
              <p:nvPicPr>
                <p:cNvPr id="1184" name="Ink 1183">
                  <a:extLst>
                    <a:ext uri="{FF2B5EF4-FFF2-40B4-BE49-F238E27FC236}">
                      <a16:creationId xmlns:a16="http://schemas.microsoft.com/office/drawing/2014/main" id="{800AF6AF-DEDA-89EC-7E07-2FCEE05C1901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968912" y="5527163"/>
                  <a:ext cx="1908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185" name="Ink 1184">
                  <a:extLst>
                    <a:ext uri="{FF2B5EF4-FFF2-40B4-BE49-F238E27FC236}">
                      <a16:creationId xmlns:a16="http://schemas.microsoft.com/office/drawing/2014/main" id="{93D3C63A-40B1-E105-BDB8-4F29F34CB8B0}"/>
                    </a:ext>
                  </a:extLst>
                </p14:cNvPr>
                <p14:cNvContentPartPr/>
                <p14:nvPr/>
              </p14:nvContentPartPr>
              <p14:xfrm>
                <a:off x="980792" y="5532923"/>
                <a:ext cx="360" cy="82080"/>
              </p14:xfrm>
            </p:contentPart>
          </mc:Choice>
          <mc:Fallback xmlns="">
            <p:pic>
              <p:nvPicPr>
                <p:cNvPr id="1185" name="Ink 1184">
                  <a:extLst>
                    <a:ext uri="{FF2B5EF4-FFF2-40B4-BE49-F238E27FC236}">
                      <a16:creationId xmlns:a16="http://schemas.microsoft.com/office/drawing/2014/main" id="{93D3C63A-40B1-E105-BDB8-4F29F34CB8B0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972152" y="5524283"/>
                  <a:ext cx="180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186" name="Ink 1185">
                  <a:extLst>
                    <a:ext uri="{FF2B5EF4-FFF2-40B4-BE49-F238E27FC236}">
                      <a16:creationId xmlns:a16="http://schemas.microsoft.com/office/drawing/2014/main" id="{A8143E8A-2459-12E1-999C-12188D7A59F7}"/>
                    </a:ext>
                  </a:extLst>
                </p14:cNvPr>
                <p14:cNvContentPartPr/>
                <p14:nvPr/>
              </p14:nvContentPartPr>
              <p14:xfrm>
                <a:off x="980792" y="5600243"/>
                <a:ext cx="3600" cy="91080"/>
              </p14:xfrm>
            </p:contentPart>
          </mc:Choice>
          <mc:Fallback xmlns="">
            <p:pic>
              <p:nvPicPr>
                <p:cNvPr id="1186" name="Ink 1185">
                  <a:extLst>
                    <a:ext uri="{FF2B5EF4-FFF2-40B4-BE49-F238E27FC236}">
                      <a16:creationId xmlns:a16="http://schemas.microsoft.com/office/drawing/2014/main" id="{A8143E8A-2459-12E1-999C-12188D7A59F7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972152" y="5591243"/>
                  <a:ext cx="2124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187" name="Ink 1186">
                  <a:extLst>
                    <a:ext uri="{FF2B5EF4-FFF2-40B4-BE49-F238E27FC236}">
                      <a16:creationId xmlns:a16="http://schemas.microsoft.com/office/drawing/2014/main" id="{6B3D7267-5FB1-9284-45EA-BD0426908796}"/>
                    </a:ext>
                  </a:extLst>
                </p14:cNvPr>
                <p14:cNvContentPartPr/>
                <p14:nvPr/>
              </p14:nvContentPartPr>
              <p14:xfrm>
                <a:off x="972872" y="5396483"/>
                <a:ext cx="1080" cy="215640"/>
              </p14:xfrm>
            </p:contentPart>
          </mc:Choice>
          <mc:Fallback xmlns="">
            <p:pic>
              <p:nvPicPr>
                <p:cNvPr id="1187" name="Ink 1186">
                  <a:extLst>
                    <a:ext uri="{FF2B5EF4-FFF2-40B4-BE49-F238E27FC236}">
                      <a16:creationId xmlns:a16="http://schemas.microsoft.com/office/drawing/2014/main" id="{6B3D7267-5FB1-9284-45EA-BD0426908796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963872" y="5387483"/>
                  <a:ext cx="18720" cy="23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1" name="Group 1190">
            <a:extLst>
              <a:ext uri="{FF2B5EF4-FFF2-40B4-BE49-F238E27FC236}">
                <a16:creationId xmlns:a16="http://schemas.microsoft.com/office/drawing/2014/main" id="{63E2A835-9811-AF8A-0E68-622327CDC7F2}"/>
              </a:ext>
            </a:extLst>
          </p:cNvPr>
          <p:cNvGrpSpPr/>
          <p:nvPr/>
        </p:nvGrpSpPr>
        <p:grpSpPr>
          <a:xfrm>
            <a:off x="847232" y="5855123"/>
            <a:ext cx="183960" cy="272160"/>
            <a:chOff x="847232" y="5855123"/>
            <a:chExt cx="183960" cy="27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188" name="Ink 1187">
                  <a:extLst>
                    <a:ext uri="{FF2B5EF4-FFF2-40B4-BE49-F238E27FC236}">
                      <a16:creationId xmlns:a16="http://schemas.microsoft.com/office/drawing/2014/main" id="{2BA4996E-BBE5-69D3-46E3-8BF8C2C16D20}"/>
                    </a:ext>
                  </a:extLst>
                </p14:cNvPr>
                <p14:cNvContentPartPr/>
                <p14:nvPr/>
              </p14:nvContentPartPr>
              <p14:xfrm>
                <a:off x="862352" y="5902283"/>
                <a:ext cx="100440" cy="225000"/>
              </p14:xfrm>
            </p:contentPart>
          </mc:Choice>
          <mc:Fallback xmlns="">
            <p:pic>
              <p:nvPicPr>
                <p:cNvPr id="1188" name="Ink 1187">
                  <a:extLst>
                    <a:ext uri="{FF2B5EF4-FFF2-40B4-BE49-F238E27FC236}">
                      <a16:creationId xmlns:a16="http://schemas.microsoft.com/office/drawing/2014/main" id="{2BA4996E-BBE5-69D3-46E3-8BF8C2C16D20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853712" y="5893283"/>
                  <a:ext cx="11808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189" name="Ink 1188">
                  <a:extLst>
                    <a:ext uri="{FF2B5EF4-FFF2-40B4-BE49-F238E27FC236}">
                      <a16:creationId xmlns:a16="http://schemas.microsoft.com/office/drawing/2014/main" id="{7A8A25DB-6C92-9666-A992-B9B2DB9A3289}"/>
                    </a:ext>
                  </a:extLst>
                </p14:cNvPr>
                <p14:cNvContentPartPr/>
                <p14:nvPr/>
              </p14:nvContentPartPr>
              <p14:xfrm>
                <a:off x="847232" y="5855123"/>
                <a:ext cx="183960" cy="30240"/>
              </p14:xfrm>
            </p:contentPart>
          </mc:Choice>
          <mc:Fallback xmlns="">
            <p:pic>
              <p:nvPicPr>
                <p:cNvPr id="1189" name="Ink 1188">
                  <a:extLst>
                    <a:ext uri="{FF2B5EF4-FFF2-40B4-BE49-F238E27FC236}">
                      <a16:creationId xmlns:a16="http://schemas.microsoft.com/office/drawing/2014/main" id="{7A8A25DB-6C92-9666-A992-B9B2DB9A3289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838232" y="5846483"/>
                  <a:ext cx="201600" cy="47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0">
            <p14:nvContentPartPr>
              <p14:cNvPr id="1190" name="Ink 1189">
                <a:extLst>
                  <a:ext uri="{FF2B5EF4-FFF2-40B4-BE49-F238E27FC236}">
                    <a16:creationId xmlns:a16="http://schemas.microsoft.com/office/drawing/2014/main" id="{3D46E3D9-4592-5AB3-AE30-855E3AC8DE23}"/>
                  </a:ext>
                </a:extLst>
              </p14:cNvPr>
              <p14:cNvContentPartPr/>
              <p14:nvPr/>
            </p14:nvContentPartPr>
            <p14:xfrm>
              <a:off x="816632" y="6421403"/>
              <a:ext cx="140760" cy="304920"/>
            </p14:xfrm>
          </p:contentPart>
        </mc:Choice>
        <mc:Fallback xmlns="">
          <p:pic>
            <p:nvPicPr>
              <p:cNvPr id="1190" name="Ink 1189">
                <a:extLst>
                  <a:ext uri="{FF2B5EF4-FFF2-40B4-BE49-F238E27FC236}">
                    <a16:creationId xmlns:a16="http://schemas.microsoft.com/office/drawing/2014/main" id="{3D46E3D9-4592-5AB3-AE30-855E3AC8DE23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807992" y="6412403"/>
                <a:ext cx="158400" cy="322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01" name="Group 1200">
            <a:extLst>
              <a:ext uri="{FF2B5EF4-FFF2-40B4-BE49-F238E27FC236}">
                <a16:creationId xmlns:a16="http://schemas.microsoft.com/office/drawing/2014/main" id="{045E14F1-01F1-7FF5-CE9D-36A33650869E}"/>
              </a:ext>
            </a:extLst>
          </p:cNvPr>
          <p:cNvGrpSpPr/>
          <p:nvPr/>
        </p:nvGrpSpPr>
        <p:grpSpPr>
          <a:xfrm>
            <a:off x="1912472" y="2625923"/>
            <a:ext cx="198000" cy="204120"/>
            <a:chOff x="1912472" y="2625923"/>
            <a:chExt cx="198000" cy="20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193" name="Ink 1192">
                  <a:extLst>
                    <a:ext uri="{FF2B5EF4-FFF2-40B4-BE49-F238E27FC236}">
                      <a16:creationId xmlns:a16="http://schemas.microsoft.com/office/drawing/2014/main" id="{DECB6453-7BCF-A18C-D043-EFCBE350B621}"/>
                    </a:ext>
                  </a:extLst>
                </p14:cNvPr>
                <p14:cNvContentPartPr/>
                <p14:nvPr/>
              </p14:nvContentPartPr>
              <p14:xfrm>
                <a:off x="1912472" y="2625923"/>
                <a:ext cx="180720" cy="204120"/>
              </p14:xfrm>
            </p:contentPart>
          </mc:Choice>
          <mc:Fallback xmlns="">
            <p:pic>
              <p:nvPicPr>
                <p:cNvPr id="1193" name="Ink 1192">
                  <a:extLst>
                    <a:ext uri="{FF2B5EF4-FFF2-40B4-BE49-F238E27FC236}">
                      <a16:creationId xmlns:a16="http://schemas.microsoft.com/office/drawing/2014/main" id="{DECB6453-7BCF-A18C-D043-EFCBE350B621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903832" y="2617283"/>
                  <a:ext cx="19836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194" name="Ink 1193">
                  <a:extLst>
                    <a:ext uri="{FF2B5EF4-FFF2-40B4-BE49-F238E27FC236}">
                      <a16:creationId xmlns:a16="http://schemas.microsoft.com/office/drawing/2014/main" id="{27DB456F-445F-9492-D761-729F5751AAA3}"/>
                    </a:ext>
                  </a:extLst>
                </p14:cNvPr>
                <p14:cNvContentPartPr/>
                <p14:nvPr/>
              </p14:nvContentPartPr>
              <p14:xfrm>
                <a:off x="1914272" y="2733563"/>
                <a:ext cx="196200" cy="21960"/>
              </p14:xfrm>
            </p:contentPart>
          </mc:Choice>
          <mc:Fallback xmlns="">
            <p:pic>
              <p:nvPicPr>
                <p:cNvPr id="1194" name="Ink 1193">
                  <a:extLst>
                    <a:ext uri="{FF2B5EF4-FFF2-40B4-BE49-F238E27FC236}">
                      <a16:creationId xmlns:a16="http://schemas.microsoft.com/office/drawing/2014/main" id="{27DB456F-445F-9492-D761-729F5751AAA3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905632" y="2724923"/>
                  <a:ext cx="213840" cy="3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6">
            <p14:nvContentPartPr>
              <p14:cNvPr id="1195" name="Ink 1194">
                <a:extLst>
                  <a:ext uri="{FF2B5EF4-FFF2-40B4-BE49-F238E27FC236}">
                    <a16:creationId xmlns:a16="http://schemas.microsoft.com/office/drawing/2014/main" id="{30B67471-8C3B-83BF-5954-9322721242EA}"/>
                  </a:ext>
                </a:extLst>
              </p14:cNvPr>
              <p14:cNvContentPartPr/>
              <p14:nvPr/>
            </p14:nvContentPartPr>
            <p14:xfrm>
              <a:off x="3151232" y="2607203"/>
              <a:ext cx="163800" cy="220320"/>
            </p14:xfrm>
          </p:contentPart>
        </mc:Choice>
        <mc:Fallback xmlns="">
          <p:pic>
            <p:nvPicPr>
              <p:cNvPr id="1195" name="Ink 1194">
                <a:extLst>
                  <a:ext uri="{FF2B5EF4-FFF2-40B4-BE49-F238E27FC236}">
                    <a16:creationId xmlns:a16="http://schemas.microsoft.com/office/drawing/2014/main" id="{30B67471-8C3B-83BF-5954-9322721242EA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3142592" y="2598203"/>
                <a:ext cx="181440" cy="2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8">
            <p14:nvContentPartPr>
              <p14:cNvPr id="1196" name="Ink 1195">
                <a:extLst>
                  <a:ext uri="{FF2B5EF4-FFF2-40B4-BE49-F238E27FC236}">
                    <a16:creationId xmlns:a16="http://schemas.microsoft.com/office/drawing/2014/main" id="{3F3BB3B3-0652-0EB1-9389-47718B103E55}"/>
                  </a:ext>
                </a:extLst>
              </p14:cNvPr>
              <p14:cNvContentPartPr/>
              <p14:nvPr/>
            </p14:nvContentPartPr>
            <p14:xfrm>
              <a:off x="4316552" y="2641403"/>
              <a:ext cx="194760" cy="143280"/>
            </p14:xfrm>
          </p:contentPart>
        </mc:Choice>
        <mc:Fallback xmlns="">
          <p:pic>
            <p:nvPicPr>
              <p:cNvPr id="1196" name="Ink 1195">
                <a:extLst>
                  <a:ext uri="{FF2B5EF4-FFF2-40B4-BE49-F238E27FC236}">
                    <a16:creationId xmlns:a16="http://schemas.microsoft.com/office/drawing/2014/main" id="{3F3BB3B3-0652-0EB1-9389-47718B103E55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4307552" y="2632403"/>
                <a:ext cx="212400" cy="16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0">
            <p14:nvContentPartPr>
              <p14:cNvPr id="1197" name="Ink 1196">
                <a:extLst>
                  <a:ext uri="{FF2B5EF4-FFF2-40B4-BE49-F238E27FC236}">
                    <a16:creationId xmlns:a16="http://schemas.microsoft.com/office/drawing/2014/main" id="{2112757D-27A6-0017-B72D-B4897885619D}"/>
                  </a:ext>
                </a:extLst>
              </p14:cNvPr>
              <p14:cNvContentPartPr/>
              <p14:nvPr/>
            </p14:nvContentPartPr>
            <p14:xfrm>
              <a:off x="5775992" y="2621603"/>
              <a:ext cx="131400" cy="231840"/>
            </p14:xfrm>
          </p:contentPart>
        </mc:Choice>
        <mc:Fallback xmlns="">
          <p:pic>
            <p:nvPicPr>
              <p:cNvPr id="1197" name="Ink 1196">
                <a:extLst>
                  <a:ext uri="{FF2B5EF4-FFF2-40B4-BE49-F238E27FC236}">
                    <a16:creationId xmlns:a16="http://schemas.microsoft.com/office/drawing/2014/main" id="{2112757D-27A6-0017-B72D-B4897885619D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5766992" y="2612603"/>
                <a:ext cx="149040" cy="24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2">
            <p14:nvContentPartPr>
              <p14:cNvPr id="1198" name="Ink 1197">
                <a:extLst>
                  <a:ext uri="{FF2B5EF4-FFF2-40B4-BE49-F238E27FC236}">
                    <a16:creationId xmlns:a16="http://schemas.microsoft.com/office/drawing/2014/main" id="{B3CD3422-F8F4-5460-75A0-033073C56E90}"/>
                  </a:ext>
                </a:extLst>
              </p14:cNvPr>
              <p14:cNvContentPartPr/>
              <p14:nvPr/>
            </p14:nvContentPartPr>
            <p14:xfrm>
              <a:off x="7028072" y="2615123"/>
              <a:ext cx="267120" cy="202320"/>
            </p14:xfrm>
          </p:contentPart>
        </mc:Choice>
        <mc:Fallback xmlns="">
          <p:pic>
            <p:nvPicPr>
              <p:cNvPr id="1198" name="Ink 1197">
                <a:extLst>
                  <a:ext uri="{FF2B5EF4-FFF2-40B4-BE49-F238E27FC236}">
                    <a16:creationId xmlns:a16="http://schemas.microsoft.com/office/drawing/2014/main" id="{B3CD3422-F8F4-5460-75A0-033073C56E90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7019432" y="2606483"/>
                <a:ext cx="284760" cy="21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4">
            <p14:nvContentPartPr>
              <p14:cNvPr id="1199" name="Ink 1198">
                <a:extLst>
                  <a:ext uri="{FF2B5EF4-FFF2-40B4-BE49-F238E27FC236}">
                    <a16:creationId xmlns:a16="http://schemas.microsoft.com/office/drawing/2014/main" id="{4FE888A3-8ACC-3D44-BC81-C28A86D2D774}"/>
                  </a:ext>
                </a:extLst>
              </p14:cNvPr>
              <p14:cNvContentPartPr/>
              <p14:nvPr/>
            </p14:nvContentPartPr>
            <p14:xfrm>
              <a:off x="8287352" y="2607563"/>
              <a:ext cx="166320" cy="198720"/>
            </p14:xfrm>
          </p:contentPart>
        </mc:Choice>
        <mc:Fallback xmlns="">
          <p:pic>
            <p:nvPicPr>
              <p:cNvPr id="1199" name="Ink 1198">
                <a:extLst>
                  <a:ext uri="{FF2B5EF4-FFF2-40B4-BE49-F238E27FC236}">
                    <a16:creationId xmlns:a16="http://schemas.microsoft.com/office/drawing/2014/main" id="{4FE888A3-8ACC-3D44-BC81-C28A86D2D774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8278352" y="2598923"/>
                <a:ext cx="183960" cy="21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6">
            <p14:nvContentPartPr>
              <p14:cNvPr id="1200" name="Ink 1199">
                <a:extLst>
                  <a:ext uri="{FF2B5EF4-FFF2-40B4-BE49-F238E27FC236}">
                    <a16:creationId xmlns:a16="http://schemas.microsoft.com/office/drawing/2014/main" id="{E6E5DF4A-1D70-EEFE-B761-A66FCFD34886}"/>
                  </a:ext>
                </a:extLst>
              </p14:cNvPr>
              <p14:cNvContentPartPr/>
              <p14:nvPr/>
            </p14:nvContentPartPr>
            <p14:xfrm>
              <a:off x="9686672" y="2588123"/>
              <a:ext cx="142920" cy="306000"/>
            </p14:xfrm>
          </p:contentPart>
        </mc:Choice>
        <mc:Fallback xmlns="">
          <p:pic>
            <p:nvPicPr>
              <p:cNvPr id="1200" name="Ink 1199">
                <a:extLst>
                  <a:ext uri="{FF2B5EF4-FFF2-40B4-BE49-F238E27FC236}">
                    <a16:creationId xmlns:a16="http://schemas.microsoft.com/office/drawing/2014/main" id="{E6E5DF4A-1D70-EEFE-B761-A66FCFD34886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9677672" y="2579483"/>
                <a:ext cx="160560" cy="32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8">
            <p14:nvContentPartPr>
              <p14:cNvPr id="1202" name="Ink 1201">
                <a:extLst>
                  <a:ext uri="{FF2B5EF4-FFF2-40B4-BE49-F238E27FC236}">
                    <a16:creationId xmlns:a16="http://schemas.microsoft.com/office/drawing/2014/main" id="{4E297F6C-A322-606D-7C5B-BEB463B193E9}"/>
                  </a:ext>
                </a:extLst>
              </p14:cNvPr>
              <p14:cNvContentPartPr/>
              <p14:nvPr/>
            </p14:nvContentPartPr>
            <p14:xfrm>
              <a:off x="1702952" y="3245123"/>
              <a:ext cx="372240" cy="54720"/>
            </p14:xfrm>
          </p:contentPart>
        </mc:Choice>
        <mc:Fallback xmlns="">
          <p:pic>
            <p:nvPicPr>
              <p:cNvPr id="1202" name="Ink 1201">
                <a:extLst>
                  <a:ext uri="{FF2B5EF4-FFF2-40B4-BE49-F238E27FC236}">
                    <a16:creationId xmlns:a16="http://schemas.microsoft.com/office/drawing/2014/main" id="{4E297F6C-A322-606D-7C5B-BEB463B193E9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1685312" y="3227123"/>
                <a:ext cx="407880" cy="90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10" name="Group 1209">
            <a:extLst>
              <a:ext uri="{FF2B5EF4-FFF2-40B4-BE49-F238E27FC236}">
                <a16:creationId xmlns:a16="http://schemas.microsoft.com/office/drawing/2014/main" id="{7E34A462-CE86-401D-5D0D-C78F818DE05C}"/>
              </a:ext>
            </a:extLst>
          </p:cNvPr>
          <p:cNvGrpSpPr/>
          <p:nvPr/>
        </p:nvGrpSpPr>
        <p:grpSpPr>
          <a:xfrm>
            <a:off x="2806352" y="3113363"/>
            <a:ext cx="994320" cy="339120"/>
            <a:chOff x="2806352" y="3113363"/>
            <a:chExt cx="994320" cy="33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203" name="Ink 1202">
                  <a:extLst>
                    <a:ext uri="{FF2B5EF4-FFF2-40B4-BE49-F238E27FC236}">
                      <a16:creationId xmlns:a16="http://schemas.microsoft.com/office/drawing/2014/main" id="{846B1C2E-5776-C26F-78D4-89099F0A9EFF}"/>
                    </a:ext>
                  </a:extLst>
                </p14:cNvPr>
                <p14:cNvContentPartPr/>
                <p14:nvPr/>
              </p14:nvContentPartPr>
              <p14:xfrm>
                <a:off x="2806352" y="3131723"/>
                <a:ext cx="85320" cy="315000"/>
              </p14:xfrm>
            </p:contentPart>
          </mc:Choice>
          <mc:Fallback xmlns="">
            <p:pic>
              <p:nvPicPr>
                <p:cNvPr id="1203" name="Ink 1202">
                  <a:extLst>
                    <a:ext uri="{FF2B5EF4-FFF2-40B4-BE49-F238E27FC236}">
                      <a16:creationId xmlns:a16="http://schemas.microsoft.com/office/drawing/2014/main" id="{846B1C2E-5776-C26F-78D4-89099F0A9EFF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2788352" y="3114083"/>
                  <a:ext cx="12096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204" name="Ink 1203">
                  <a:extLst>
                    <a:ext uri="{FF2B5EF4-FFF2-40B4-BE49-F238E27FC236}">
                      <a16:creationId xmlns:a16="http://schemas.microsoft.com/office/drawing/2014/main" id="{EC12D666-072B-DA20-4A52-38209F38B135}"/>
                    </a:ext>
                  </a:extLst>
                </p14:cNvPr>
                <p14:cNvContentPartPr/>
                <p14:nvPr/>
              </p14:nvContentPartPr>
              <p14:xfrm>
                <a:off x="3066992" y="3196523"/>
                <a:ext cx="103320" cy="235800"/>
              </p14:xfrm>
            </p:contentPart>
          </mc:Choice>
          <mc:Fallback xmlns="">
            <p:pic>
              <p:nvPicPr>
                <p:cNvPr id="1204" name="Ink 1203">
                  <a:extLst>
                    <a:ext uri="{FF2B5EF4-FFF2-40B4-BE49-F238E27FC236}">
                      <a16:creationId xmlns:a16="http://schemas.microsoft.com/office/drawing/2014/main" id="{EC12D666-072B-DA20-4A52-38209F38B135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3049352" y="3178523"/>
                  <a:ext cx="13896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205" name="Ink 1204">
                  <a:extLst>
                    <a:ext uri="{FF2B5EF4-FFF2-40B4-BE49-F238E27FC236}">
                      <a16:creationId xmlns:a16="http://schemas.microsoft.com/office/drawing/2014/main" id="{D7EC8969-FB57-D02F-3624-780508354A07}"/>
                    </a:ext>
                  </a:extLst>
                </p14:cNvPr>
                <p14:cNvContentPartPr/>
                <p14:nvPr/>
              </p14:nvContentPartPr>
              <p14:xfrm>
                <a:off x="3048992" y="3168083"/>
                <a:ext cx="157680" cy="51120"/>
              </p14:xfrm>
            </p:contentPart>
          </mc:Choice>
          <mc:Fallback xmlns="">
            <p:pic>
              <p:nvPicPr>
                <p:cNvPr id="1205" name="Ink 1204">
                  <a:extLst>
                    <a:ext uri="{FF2B5EF4-FFF2-40B4-BE49-F238E27FC236}">
                      <a16:creationId xmlns:a16="http://schemas.microsoft.com/office/drawing/2014/main" id="{D7EC8969-FB57-D02F-3624-780508354A07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3030992" y="3150083"/>
                  <a:ext cx="19332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206" name="Ink 1205">
                  <a:extLst>
                    <a:ext uri="{FF2B5EF4-FFF2-40B4-BE49-F238E27FC236}">
                      <a16:creationId xmlns:a16="http://schemas.microsoft.com/office/drawing/2014/main" id="{53852F08-434D-8FAD-D9F2-ABD05E8C7BEB}"/>
                    </a:ext>
                  </a:extLst>
                </p14:cNvPr>
                <p14:cNvContentPartPr/>
                <p14:nvPr/>
              </p14:nvContentPartPr>
              <p14:xfrm>
                <a:off x="3316472" y="3324683"/>
                <a:ext cx="15120" cy="127800"/>
              </p14:xfrm>
            </p:contentPart>
          </mc:Choice>
          <mc:Fallback xmlns="">
            <p:pic>
              <p:nvPicPr>
                <p:cNvPr id="1206" name="Ink 1205">
                  <a:extLst>
                    <a:ext uri="{FF2B5EF4-FFF2-40B4-BE49-F238E27FC236}">
                      <a16:creationId xmlns:a16="http://schemas.microsoft.com/office/drawing/2014/main" id="{53852F08-434D-8FAD-D9F2-ABD05E8C7BEB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3298472" y="3307043"/>
                  <a:ext cx="5076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207" name="Ink 1206">
                  <a:extLst>
                    <a:ext uri="{FF2B5EF4-FFF2-40B4-BE49-F238E27FC236}">
                      <a16:creationId xmlns:a16="http://schemas.microsoft.com/office/drawing/2014/main" id="{B1D858E6-F236-63A9-D362-F0B748AB448E}"/>
                    </a:ext>
                  </a:extLst>
                </p14:cNvPr>
                <p14:cNvContentPartPr/>
                <p14:nvPr/>
              </p14:nvContentPartPr>
              <p14:xfrm>
                <a:off x="3419792" y="3186803"/>
                <a:ext cx="135000" cy="192960"/>
              </p14:xfrm>
            </p:contentPart>
          </mc:Choice>
          <mc:Fallback xmlns="">
            <p:pic>
              <p:nvPicPr>
                <p:cNvPr id="1207" name="Ink 1206">
                  <a:extLst>
                    <a:ext uri="{FF2B5EF4-FFF2-40B4-BE49-F238E27FC236}">
                      <a16:creationId xmlns:a16="http://schemas.microsoft.com/office/drawing/2014/main" id="{B1D858E6-F236-63A9-D362-F0B748AB448E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3401792" y="3168803"/>
                  <a:ext cx="17064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208" name="Ink 1207">
                  <a:extLst>
                    <a:ext uri="{FF2B5EF4-FFF2-40B4-BE49-F238E27FC236}">
                      <a16:creationId xmlns:a16="http://schemas.microsoft.com/office/drawing/2014/main" id="{F1D5B2D5-AF7C-8AAF-4BC0-241E262213A3}"/>
                    </a:ext>
                  </a:extLst>
                </p14:cNvPr>
                <p14:cNvContentPartPr/>
                <p14:nvPr/>
              </p14:nvContentPartPr>
              <p14:xfrm>
                <a:off x="3448592" y="3303803"/>
                <a:ext cx="141480" cy="16920"/>
              </p14:xfrm>
            </p:contentPart>
          </mc:Choice>
          <mc:Fallback xmlns="">
            <p:pic>
              <p:nvPicPr>
                <p:cNvPr id="1208" name="Ink 1207">
                  <a:extLst>
                    <a:ext uri="{FF2B5EF4-FFF2-40B4-BE49-F238E27FC236}">
                      <a16:creationId xmlns:a16="http://schemas.microsoft.com/office/drawing/2014/main" id="{F1D5B2D5-AF7C-8AAF-4BC0-241E262213A3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3430592" y="3286163"/>
                  <a:ext cx="17712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209" name="Ink 1208">
                  <a:extLst>
                    <a:ext uri="{FF2B5EF4-FFF2-40B4-BE49-F238E27FC236}">
                      <a16:creationId xmlns:a16="http://schemas.microsoft.com/office/drawing/2014/main" id="{0E5815B0-F610-DA36-5AAF-CF6FF9833852}"/>
                    </a:ext>
                  </a:extLst>
                </p14:cNvPr>
                <p14:cNvContentPartPr/>
                <p14:nvPr/>
              </p14:nvContentPartPr>
              <p14:xfrm>
                <a:off x="3672152" y="3113363"/>
                <a:ext cx="128520" cy="328680"/>
              </p14:xfrm>
            </p:contentPart>
          </mc:Choice>
          <mc:Fallback xmlns="">
            <p:pic>
              <p:nvPicPr>
                <p:cNvPr id="1209" name="Ink 1208">
                  <a:extLst>
                    <a:ext uri="{FF2B5EF4-FFF2-40B4-BE49-F238E27FC236}">
                      <a16:creationId xmlns:a16="http://schemas.microsoft.com/office/drawing/2014/main" id="{0E5815B0-F610-DA36-5AAF-CF6FF9833852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3654152" y="3095723"/>
                  <a:ext cx="164160" cy="36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6" name="Group 1215">
            <a:extLst>
              <a:ext uri="{FF2B5EF4-FFF2-40B4-BE49-F238E27FC236}">
                <a16:creationId xmlns:a16="http://schemas.microsoft.com/office/drawing/2014/main" id="{3A516007-1F43-5A4A-AFDB-BCCBBFE142AA}"/>
              </a:ext>
            </a:extLst>
          </p:cNvPr>
          <p:cNvGrpSpPr/>
          <p:nvPr/>
        </p:nvGrpSpPr>
        <p:grpSpPr>
          <a:xfrm>
            <a:off x="4132232" y="3077003"/>
            <a:ext cx="967320" cy="386640"/>
            <a:chOff x="4132232" y="3077003"/>
            <a:chExt cx="967320" cy="38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211" name="Ink 1210">
                  <a:extLst>
                    <a:ext uri="{FF2B5EF4-FFF2-40B4-BE49-F238E27FC236}">
                      <a16:creationId xmlns:a16="http://schemas.microsoft.com/office/drawing/2014/main" id="{B36B35EB-19A8-351F-CE48-A766B0079612}"/>
                    </a:ext>
                  </a:extLst>
                </p14:cNvPr>
                <p14:cNvContentPartPr/>
                <p14:nvPr/>
              </p14:nvContentPartPr>
              <p14:xfrm>
                <a:off x="4132232" y="3158723"/>
                <a:ext cx="108360" cy="280440"/>
              </p14:xfrm>
            </p:contentPart>
          </mc:Choice>
          <mc:Fallback xmlns="">
            <p:pic>
              <p:nvPicPr>
                <p:cNvPr id="1211" name="Ink 1210">
                  <a:extLst>
                    <a:ext uri="{FF2B5EF4-FFF2-40B4-BE49-F238E27FC236}">
                      <a16:creationId xmlns:a16="http://schemas.microsoft.com/office/drawing/2014/main" id="{B36B35EB-19A8-351F-CE48-A766B0079612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4114232" y="3141083"/>
                  <a:ext cx="14400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212" name="Ink 1211">
                  <a:extLst>
                    <a:ext uri="{FF2B5EF4-FFF2-40B4-BE49-F238E27FC236}">
                      <a16:creationId xmlns:a16="http://schemas.microsoft.com/office/drawing/2014/main" id="{78BA0159-FA9F-1072-5140-0B5C6EDA9F84}"/>
                    </a:ext>
                  </a:extLst>
                </p14:cNvPr>
                <p14:cNvContentPartPr/>
                <p14:nvPr/>
              </p14:nvContentPartPr>
              <p14:xfrm>
                <a:off x="4225832" y="3194363"/>
                <a:ext cx="209520" cy="155160"/>
              </p14:xfrm>
            </p:contentPart>
          </mc:Choice>
          <mc:Fallback xmlns="">
            <p:pic>
              <p:nvPicPr>
                <p:cNvPr id="1212" name="Ink 1211">
                  <a:extLst>
                    <a:ext uri="{FF2B5EF4-FFF2-40B4-BE49-F238E27FC236}">
                      <a16:creationId xmlns:a16="http://schemas.microsoft.com/office/drawing/2014/main" id="{78BA0159-FA9F-1072-5140-0B5C6EDA9F84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4207832" y="3176723"/>
                  <a:ext cx="24516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213" name="Ink 1212">
                  <a:extLst>
                    <a:ext uri="{FF2B5EF4-FFF2-40B4-BE49-F238E27FC236}">
                      <a16:creationId xmlns:a16="http://schemas.microsoft.com/office/drawing/2014/main" id="{18521A0C-628C-2229-80EB-D749C9A28439}"/>
                    </a:ext>
                  </a:extLst>
                </p14:cNvPr>
                <p14:cNvContentPartPr/>
                <p14:nvPr/>
              </p14:nvContentPartPr>
              <p14:xfrm>
                <a:off x="4560632" y="3285443"/>
                <a:ext cx="46800" cy="151200"/>
              </p14:xfrm>
            </p:contentPart>
          </mc:Choice>
          <mc:Fallback xmlns="">
            <p:pic>
              <p:nvPicPr>
                <p:cNvPr id="1213" name="Ink 1212">
                  <a:extLst>
                    <a:ext uri="{FF2B5EF4-FFF2-40B4-BE49-F238E27FC236}">
                      <a16:creationId xmlns:a16="http://schemas.microsoft.com/office/drawing/2014/main" id="{18521A0C-628C-2229-80EB-D749C9A28439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4542632" y="3267803"/>
                  <a:ext cx="824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214" name="Ink 1213">
                  <a:extLst>
                    <a:ext uri="{FF2B5EF4-FFF2-40B4-BE49-F238E27FC236}">
                      <a16:creationId xmlns:a16="http://schemas.microsoft.com/office/drawing/2014/main" id="{ADBA1102-8AB5-BE95-0DB3-FAE97B916B90}"/>
                    </a:ext>
                  </a:extLst>
                </p14:cNvPr>
                <p14:cNvContentPartPr/>
                <p14:nvPr/>
              </p14:nvContentPartPr>
              <p14:xfrm>
                <a:off x="4747832" y="3269603"/>
                <a:ext cx="156240" cy="3960"/>
              </p14:xfrm>
            </p:contentPart>
          </mc:Choice>
          <mc:Fallback xmlns="">
            <p:pic>
              <p:nvPicPr>
                <p:cNvPr id="1214" name="Ink 1213">
                  <a:extLst>
                    <a:ext uri="{FF2B5EF4-FFF2-40B4-BE49-F238E27FC236}">
                      <a16:creationId xmlns:a16="http://schemas.microsoft.com/office/drawing/2014/main" id="{ADBA1102-8AB5-BE95-0DB3-FAE97B916B90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4730192" y="3251963"/>
                  <a:ext cx="1918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215" name="Ink 1214">
                  <a:extLst>
                    <a:ext uri="{FF2B5EF4-FFF2-40B4-BE49-F238E27FC236}">
                      <a16:creationId xmlns:a16="http://schemas.microsoft.com/office/drawing/2014/main" id="{75589FBA-D32D-48C4-1D9B-BC246456583E}"/>
                    </a:ext>
                  </a:extLst>
                </p14:cNvPr>
                <p14:cNvContentPartPr/>
                <p14:nvPr/>
              </p14:nvContentPartPr>
              <p14:xfrm>
                <a:off x="4936472" y="3077003"/>
                <a:ext cx="163080" cy="386640"/>
              </p14:xfrm>
            </p:contentPart>
          </mc:Choice>
          <mc:Fallback xmlns="">
            <p:pic>
              <p:nvPicPr>
                <p:cNvPr id="1215" name="Ink 1214">
                  <a:extLst>
                    <a:ext uri="{FF2B5EF4-FFF2-40B4-BE49-F238E27FC236}">
                      <a16:creationId xmlns:a16="http://schemas.microsoft.com/office/drawing/2014/main" id="{75589FBA-D32D-48C4-1D9B-BC246456583E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4918832" y="3059363"/>
                  <a:ext cx="198720" cy="42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4" name="Group 1223">
            <a:extLst>
              <a:ext uri="{FF2B5EF4-FFF2-40B4-BE49-F238E27FC236}">
                <a16:creationId xmlns:a16="http://schemas.microsoft.com/office/drawing/2014/main" id="{8CE0F4B6-7A14-4871-8CEB-FE1D6EC5B357}"/>
              </a:ext>
            </a:extLst>
          </p:cNvPr>
          <p:cNvGrpSpPr/>
          <p:nvPr/>
        </p:nvGrpSpPr>
        <p:grpSpPr>
          <a:xfrm>
            <a:off x="5415992" y="3088163"/>
            <a:ext cx="996840" cy="354600"/>
            <a:chOff x="5415992" y="3088163"/>
            <a:chExt cx="996840" cy="35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217" name="Ink 1216">
                  <a:extLst>
                    <a:ext uri="{FF2B5EF4-FFF2-40B4-BE49-F238E27FC236}">
                      <a16:creationId xmlns:a16="http://schemas.microsoft.com/office/drawing/2014/main" id="{7D48A84A-B5EF-FB20-294B-4F960D7B59D8}"/>
                    </a:ext>
                  </a:extLst>
                </p14:cNvPr>
                <p14:cNvContentPartPr/>
                <p14:nvPr/>
              </p14:nvContentPartPr>
              <p14:xfrm>
                <a:off x="5415992" y="3088163"/>
                <a:ext cx="91800" cy="337680"/>
              </p14:xfrm>
            </p:contentPart>
          </mc:Choice>
          <mc:Fallback xmlns="">
            <p:pic>
              <p:nvPicPr>
                <p:cNvPr id="1217" name="Ink 1216">
                  <a:extLst>
                    <a:ext uri="{FF2B5EF4-FFF2-40B4-BE49-F238E27FC236}">
                      <a16:creationId xmlns:a16="http://schemas.microsoft.com/office/drawing/2014/main" id="{7D48A84A-B5EF-FB20-294B-4F960D7B59D8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5397992" y="3070163"/>
                  <a:ext cx="12744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218" name="Ink 1217">
                  <a:extLst>
                    <a:ext uri="{FF2B5EF4-FFF2-40B4-BE49-F238E27FC236}">
                      <a16:creationId xmlns:a16="http://schemas.microsoft.com/office/drawing/2014/main" id="{128FD68E-DBD4-8D9E-2F23-5266C4868D89}"/>
                    </a:ext>
                  </a:extLst>
                </p14:cNvPr>
                <p14:cNvContentPartPr/>
                <p14:nvPr/>
              </p14:nvContentPartPr>
              <p14:xfrm>
                <a:off x="5610392" y="3154763"/>
                <a:ext cx="1080" cy="188640"/>
              </p14:xfrm>
            </p:contentPart>
          </mc:Choice>
          <mc:Fallback xmlns="">
            <p:pic>
              <p:nvPicPr>
                <p:cNvPr id="1218" name="Ink 1217">
                  <a:extLst>
                    <a:ext uri="{FF2B5EF4-FFF2-40B4-BE49-F238E27FC236}">
                      <a16:creationId xmlns:a16="http://schemas.microsoft.com/office/drawing/2014/main" id="{128FD68E-DBD4-8D9E-2F23-5266C4868D89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5592392" y="3137123"/>
                  <a:ext cx="3672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219" name="Ink 1218">
                  <a:extLst>
                    <a:ext uri="{FF2B5EF4-FFF2-40B4-BE49-F238E27FC236}">
                      <a16:creationId xmlns:a16="http://schemas.microsoft.com/office/drawing/2014/main" id="{4E7F79B5-7C4E-16A7-74E9-1C6B0D7CCB2E}"/>
                    </a:ext>
                  </a:extLst>
                </p14:cNvPr>
                <p14:cNvContentPartPr/>
                <p14:nvPr/>
              </p14:nvContentPartPr>
              <p14:xfrm>
                <a:off x="5718392" y="3197603"/>
                <a:ext cx="91080" cy="126360"/>
              </p14:xfrm>
            </p:contentPart>
          </mc:Choice>
          <mc:Fallback xmlns="">
            <p:pic>
              <p:nvPicPr>
                <p:cNvPr id="1219" name="Ink 1218">
                  <a:extLst>
                    <a:ext uri="{FF2B5EF4-FFF2-40B4-BE49-F238E27FC236}">
                      <a16:creationId xmlns:a16="http://schemas.microsoft.com/office/drawing/2014/main" id="{4E7F79B5-7C4E-16A7-74E9-1C6B0D7CCB2E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5700392" y="3179603"/>
                  <a:ext cx="12672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220" name="Ink 1219">
                  <a:extLst>
                    <a:ext uri="{FF2B5EF4-FFF2-40B4-BE49-F238E27FC236}">
                      <a16:creationId xmlns:a16="http://schemas.microsoft.com/office/drawing/2014/main" id="{683715BC-C771-6D9A-36E7-9CCF281E0F50}"/>
                    </a:ext>
                  </a:extLst>
                </p14:cNvPr>
                <p14:cNvContentPartPr/>
                <p14:nvPr/>
              </p14:nvContentPartPr>
              <p14:xfrm>
                <a:off x="5875352" y="3275363"/>
                <a:ext cx="48600" cy="167400"/>
              </p14:xfrm>
            </p:contentPart>
          </mc:Choice>
          <mc:Fallback xmlns="">
            <p:pic>
              <p:nvPicPr>
                <p:cNvPr id="1220" name="Ink 1219">
                  <a:extLst>
                    <a:ext uri="{FF2B5EF4-FFF2-40B4-BE49-F238E27FC236}">
                      <a16:creationId xmlns:a16="http://schemas.microsoft.com/office/drawing/2014/main" id="{683715BC-C771-6D9A-36E7-9CCF281E0F50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5857352" y="3257363"/>
                  <a:ext cx="8424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221" name="Ink 1220">
                  <a:extLst>
                    <a:ext uri="{FF2B5EF4-FFF2-40B4-BE49-F238E27FC236}">
                      <a16:creationId xmlns:a16="http://schemas.microsoft.com/office/drawing/2014/main" id="{C6CC6891-270D-F788-AF31-2C4AB4D4C486}"/>
                    </a:ext>
                  </a:extLst>
                </p14:cNvPr>
                <p14:cNvContentPartPr/>
                <p14:nvPr/>
              </p14:nvContentPartPr>
              <p14:xfrm>
                <a:off x="6057512" y="3154763"/>
                <a:ext cx="165600" cy="203760"/>
              </p14:xfrm>
            </p:contentPart>
          </mc:Choice>
          <mc:Fallback xmlns="">
            <p:pic>
              <p:nvPicPr>
                <p:cNvPr id="1221" name="Ink 1220">
                  <a:extLst>
                    <a:ext uri="{FF2B5EF4-FFF2-40B4-BE49-F238E27FC236}">
                      <a16:creationId xmlns:a16="http://schemas.microsoft.com/office/drawing/2014/main" id="{C6CC6891-270D-F788-AF31-2C4AB4D4C486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6039512" y="3137123"/>
                  <a:ext cx="20124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222" name="Ink 1221">
                  <a:extLst>
                    <a:ext uri="{FF2B5EF4-FFF2-40B4-BE49-F238E27FC236}">
                      <a16:creationId xmlns:a16="http://schemas.microsoft.com/office/drawing/2014/main" id="{7E130EB1-C992-DCDA-AB2C-E9CF738582E7}"/>
                    </a:ext>
                  </a:extLst>
                </p14:cNvPr>
                <p14:cNvContentPartPr/>
                <p14:nvPr/>
              </p14:nvContentPartPr>
              <p14:xfrm>
                <a:off x="6071912" y="3260603"/>
                <a:ext cx="179640" cy="24840"/>
              </p14:xfrm>
            </p:contentPart>
          </mc:Choice>
          <mc:Fallback xmlns="">
            <p:pic>
              <p:nvPicPr>
                <p:cNvPr id="1222" name="Ink 1221">
                  <a:extLst>
                    <a:ext uri="{FF2B5EF4-FFF2-40B4-BE49-F238E27FC236}">
                      <a16:creationId xmlns:a16="http://schemas.microsoft.com/office/drawing/2014/main" id="{7E130EB1-C992-DCDA-AB2C-E9CF738582E7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6054272" y="3242603"/>
                  <a:ext cx="21528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223" name="Ink 1222">
                  <a:extLst>
                    <a:ext uri="{FF2B5EF4-FFF2-40B4-BE49-F238E27FC236}">
                      <a16:creationId xmlns:a16="http://schemas.microsoft.com/office/drawing/2014/main" id="{E4C3CF11-9CA7-DB43-4F20-44A6B7CF6674}"/>
                    </a:ext>
                  </a:extLst>
                </p14:cNvPr>
                <p14:cNvContentPartPr/>
                <p14:nvPr/>
              </p14:nvContentPartPr>
              <p14:xfrm>
                <a:off x="6304832" y="3089243"/>
                <a:ext cx="108000" cy="295200"/>
              </p14:xfrm>
            </p:contentPart>
          </mc:Choice>
          <mc:Fallback xmlns="">
            <p:pic>
              <p:nvPicPr>
                <p:cNvPr id="1223" name="Ink 1222">
                  <a:extLst>
                    <a:ext uri="{FF2B5EF4-FFF2-40B4-BE49-F238E27FC236}">
                      <a16:creationId xmlns:a16="http://schemas.microsoft.com/office/drawing/2014/main" id="{E4C3CF11-9CA7-DB43-4F20-44A6B7CF6674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6286832" y="3071243"/>
                  <a:ext cx="143640" cy="33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2" name="Group 1231">
            <a:extLst>
              <a:ext uri="{FF2B5EF4-FFF2-40B4-BE49-F238E27FC236}">
                <a16:creationId xmlns:a16="http://schemas.microsoft.com/office/drawing/2014/main" id="{D6B6CF84-66C7-EAF0-6025-BA392468C089}"/>
              </a:ext>
            </a:extLst>
          </p:cNvPr>
          <p:cNvGrpSpPr/>
          <p:nvPr/>
        </p:nvGrpSpPr>
        <p:grpSpPr>
          <a:xfrm>
            <a:off x="6692192" y="3121643"/>
            <a:ext cx="990720" cy="342720"/>
            <a:chOff x="6692192" y="3121643"/>
            <a:chExt cx="990720" cy="34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225" name="Ink 1224">
                  <a:extLst>
                    <a:ext uri="{FF2B5EF4-FFF2-40B4-BE49-F238E27FC236}">
                      <a16:creationId xmlns:a16="http://schemas.microsoft.com/office/drawing/2014/main" id="{FFC96665-9077-D619-B1EA-D65C9A0452E1}"/>
                    </a:ext>
                  </a:extLst>
                </p14:cNvPr>
                <p14:cNvContentPartPr/>
                <p14:nvPr/>
              </p14:nvContentPartPr>
              <p14:xfrm>
                <a:off x="6692192" y="3122363"/>
                <a:ext cx="96120" cy="324360"/>
              </p14:xfrm>
            </p:contentPart>
          </mc:Choice>
          <mc:Fallback xmlns="">
            <p:pic>
              <p:nvPicPr>
                <p:cNvPr id="1225" name="Ink 1224">
                  <a:extLst>
                    <a:ext uri="{FF2B5EF4-FFF2-40B4-BE49-F238E27FC236}">
                      <a16:creationId xmlns:a16="http://schemas.microsoft.com/office/drawing/2014/main" id="{FFC96665-9077-D619-B1EA-D65C9A0452E1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6674552" y="3104723"/>
                  <a:ext cx="13176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226" name="Ink 1225">
                  <a:extLst>
                    <a:ext uri="{FF2B5EF4-FFF2-40B4-BE49-F238E27FC236}">
                      <a16:creationId xmlns:a16="http://schemas.microsoft.com/office/drawing/2014/main" id="{8712E671-BD48-2BD2-BA3F-1A90F7F2DC3A}"/>
                    </a:ext>
                  </a:extLst>
                </p14:cNvPr>
                <p14:cNvContentPartPr/>
                <p14:nvPr/>
              </p14:nvContentPartPr>
              <p14:xfrm>
                <a:off x="6873632" y="3163763"/>
                <a:ext cx="113040" cy="271440"/>
              </p14:xfrm>
            </p:contentPart>
          </mc:Choice>
          <mc:Fallback xmlns="">
            <p:pic>
              <p:nvPicPr>
                <p:cNvPr id="1226" name="Ink 1225">
                  <a:extLst>
                    <a:ext uri="{FF2B5EF4-FFF2-40B4-BE49-F238E27FC236}">
                      <a16:creationId xmlns:a16="http://schemas.microsoft.com/office/drawing/2014/main" id="{8712E671-BD48-2BD2-BA3F-1A90F7F2DC3A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6855632" y="3146123"/>
                  <a:ext cx="14868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227" name="Ink 1226">
                  <a:extLst>
                    <a:ext uri="{FF2B5EF4-FFF2-40B4-BE49-F238E27FC236}">
                      <a16:creationId xmlns:a16="http://schemas.microsoft.com/office/drawing/2014/main" id="{0A6639F0-7DB8-4560-B740-0E975EB19697}"/>
                    </a:ext>
                  </a:extLst>
                </p14:cNvPr>
                <p14:cNvContentPartPr/>
                <p14:nvPr/>
              </p14:nvContentPartPr>
              <p14:xfrm>
                <a:off x="6861752" y="3184283"/>
                <a:ext cx="214920" cy="38160"/>
              </p14:xfrm>
            </p:contentPart>
          </mc:Choice>
          <mc:Fallback xmlns="">
            <p:pic>
              <p:nvPicPr>
                <p:cNvPr id="1227" name="Ink 1226">
                  <a:extLst>
                    <a:ext uri="{FF2B5EF4-FFF2-40B4-BE49-F238E27FC236}">
                      <a16:creationId xmlns:a16="http://schemas.microsoft.com/office/drawing/2014/main" id="{0A6639F0-7DB8-4560-B740-0E975EB19697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6843752" y="3166643"/>
                  <a:ext cx="25056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228" name="Ink 1227">
                  <a:extLst>
                    <a:ext uri="{FF2B5EF4-FFF2-40B4-BE49-F238E27FC236}">
                      <a16:creationId xmlns:a16="http://schemas.microsoft.com/office/drawing/2014/main" id="{68C04D21-6E48-8542-921A-FEA5552101EB}"/>
                    </a:ext>
                  </a:extLst>
                </p14:cNvPr>
                <p14:cNvContentPartPr/>
                <p14:nvPr/>
              </p14:nvContentPartPr>
              <p14:xfrm>
                <a:off x="7139312" y="3325763"/>
                <a:ext cx="40680" cy="138600"/>
              </p14:xfrm>
            </p:contentPart>
          </mc:Choice>
          <mc:Fallback xmlns="">
            <p:pic>
              <p:nvPicPr>
                <p:cNvPr id="1228" name="Ink 1227">
                  <a:extLst>
                    <a:ext uri="{FF2B5EF4-FFF2-40B4-BE49-F238E27FC236}">
                      <a16:creationId xmlns:a16="http://schemas.microsoft.com/office/drawing/2014/main" id="{68C04D21-6E48-8542-921A-FEA5552101EB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7121312" y="3307763"/>
                  <a:ext cx="7632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229" name="Ink 1228">
                  <a:extLst>
                    <a:ext uri="{FF2B5EF4-FFF2-40B4-BE49-F238E27FC236}">
                      <a16:creationId xmlns:a16="http://schemas.microsoft.com/office/drawing/2014/main" id="{560E1D63-549E-FCCC-CD9C-14D18B6D2210}"/>
                    </a:ext>
                  </a:extLst>
                </p14:cNvPr>
                <p14:cNvContentPartPr/>
                <p14:nvPr/>
              </p14:nvContentPartPr>
              <p14:xfrm>
                <a:off x="7293752" y="3153323"/>
                <a:ext cx="162360" cy="212760"/>
              </p14:xfrm>
            </p:contentPart>
          </mc:Choice>
          <mc:Fallback xmlns="">
            <p:pic>
              <p:nvPicPr>
                <p:cNvPr id="1229" name="Ink 1228">
                  <a:extLst>
                    <a:ext uri="{FF2B5EF4-FFF2-40B4-BE49-F238E27FC236}">
                      <a16:creationId xmlns:a16="http://schemas.microsoft.com/office/drawing/2014/main" id="{560E1D63-549E-FCCC-CD9C-14D18B6D2210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7276112" y="3135683"/>
                  <a:ext cx="19800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1230" name="Ink 1229">
                  <a:extLst>
                    <a:ext uri="{FF2B5EF4-FFF2-40B4-BE49-F238E27FC236}">
                      <a16:creationId xmlns:a16="http://schemas.microsoft.com/office/drawing/2014/main" id="{B8A190BD-606F-8397-24A0-AD2289505E13}"/>
                    </a:ext>
                  </a:extLst>
                </p14:cNvPr>
                <p14:cNvContentPartPr/>
                <p14:nvPr/>
              </p14:nvContentPartPr>
              <p14:xfrm>
                <a:off x="7323632" y="3271763"/>
                <a:ext cx="205200" cy="9720"/>
              </p14:xfrm>
            </p:contentPart>
          </mc:Choice>
          <mc:Fallback xmlns="">
            <p:pic>
              <p:nvPicPr>
                <p:cNvPr id="1230" name="Ink 1229">
                  <a:extLst>
                    <a:ext uri="{FF2B5EF4-FFF2-40B4-BE49-F238E27FC236}">
                      <a16:creationId xmlns:a16="http://schemas.microsoft.com/office/drawing/2014/main" id="{B8A190BD-606F-8397-24A0-AD2289505E13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7305992" y="3254123"/>
                  <a:ext cx="24084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231" name="Ink 1230">
                  <a:extLst>
                    <a:ext uri="{FF2B5EF4-FFF2-40B4-BE49-F238E27FC236}">
                      <a16:creationId xmlns:a16="http://schemas.microsoft.com/office/drawing/2014/main" id="{4EA7F5C8-5863-DC4E-708C-D6D9457EE010}"/>
                    </a:ext>
                  </a:extLst>
                </p14:cNvPr>
                <p14:cNvContentPartPr/>
                <p14:nvPr/>
              </p14:nvContentPartPr>
              <p14:xfrm>
                <a:off x="7574192" y="3121643"/>
                <a:ext cx="108720" cy="325800"/>
              </p14:xfrm>
            </p:contentPart>
          </mc:Choice>
          <mc:Fallback xmlns="">
            <p:pic>
              <p:nvPicPr>
                <p:cNvPr id="1231" name="Ink 1230">
                  <a:extLst>
                    <a:ext uri="{FF2B5EF4-FFF2-40B4-BE49-F238E27FC236}">
                      <a16:creationId xmlns:a16="http://schemas.microsoft.com/office/drawing/2014/main" id="{4EA7F5C8-5863-DC4E-708C-D6D9457EE010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7556192" y="3103643"/>
                  <a:ext cx="144360" cy="36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0" name="Group 1239">
            <a:extLst>
              <a:ext uri="{FF2B5EF4-FFF2-40B4-BE49-F238E27FC236}">
                <a16:creationId xmlns:a16="http://schemas.microsoft.com/office/drawing/2014/main" id="{8819DFD9-5438-DF17-1944-0FB456B49EEB}"/>
              </a:ext>
            </a:extLst>
          </p:cNvPr>
          <p:cNvGrpSpPr/>
          <p:nvPr/>
        </p:nvGrpSpPr>
        <p:grpSpPr>
          <a:xfrm>
            <a:off x="8083232" y="3103283"/>
            <a:ext cx="909000" cy="358200"/>
            <a:chOff x="8083232" y="3103283"/>
            <a:chExt cx="909000" cy="35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1233" name="Ink 1232">
                  <a:extLst>
                    <a:ext uri="{FF2B5EF4-FFF2-40B4-BE49-F238E27FC236}">
                      <a16:creationId xmlns:a16="http://schemas.microsoft.com/office/drawing/2014/main" id="{0116340B-1623-07D8-0C76-5890F01A46AD}"/>
                    </a:ext>
                  </a:extLst>
                </p14:cNvPr>
                <p14:cNvContentPartPr/>
                <p14:nvPr/>
              </p14:nvContentPartPr>
              <p14:xfrm>
                <a:off x="8083232" y="3104723"/>
                <a:ext cx="148680" cy="352440"/>
              </p14:xfrm>
            </p:contentPart>
          </mc:Choice>
          <mc:Fallback xmlns="">
            <p:pic>
              <p:nvPicPr>
                <p:cNvPr id="1233" name="Ink 1232">
                  <a:extLst>
                    <a:ext uri="{FF2B5EF4-FFF2-40B4-BE49-F238E27FC236}">
                      <a16:creationId xmlns:a16="http://schemas.microsoft.com/office/drawing/2014/main" id="{0116340B-1623-07D8-0C76-5890F01A46AD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8065592" y="3087083"/>
                  <a:ext cx="18432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1234" name="Ink 1233">
                  <a:extLst>
                    <a:ext uri="{FF2B5EF4-FFF2-40B4-BE49-F238E27FC236}">
                      <a16:creationId xmlns:a16="http://schemas.microsoft.com/office/drawing/2014/main" id="{CBF9E5C0-EB4C-B833-5FA5-79B193650097}"/>
                    </a:ext>
                  </a:extLst>
                </p14:cNvPr>
                <p14:cNvContentPartPr/>
                <p14:nvPr/>
              </p14:nvContentPartPr>
              <p14:xfrm>
                <a:off x="8266472" y="3176363"/>
                <a:ext cx="112320" cy="215640"/>
              </p14:xfrm>
            </p:contentPart>
          </mc:Choice>
          <mc:Fallback xmlns="">
            <p:pic>
              <p:nvPicPr>
                <p:cNvPr id="1234" name="Ink 1233">
                  <a:extLst>
                    <a:ext uri="{FF2B5EF4-FFF2-40B4-BE49-F238E27FC236}">
                      <a16:creationId xmlns:a16="http://schemas.microsoft.com/office/drawing/2014/main" id="{CBF9E5C0-EB4C-B833-5FA5-79B193650097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8248832" y="3158363"/>
                  <a:ext cx="14796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1235" name="Ink 1234">
                  <a:extLst>
                    <a:ext uri="{FF2B5EF4-FFF2-40B4-BE49-F238E27FC236}">
                      <a16:creationId xmlns:a16="http://schemas.microsoft.com/office/drawing/2014/main" id="{6A8AD8AA-19D5-6C19-FA89-A1A2D5EF53B7}"/>
                    </a:ext>
                  </a:extLst>
                </p14:cNvPr>
                <p14:cNvContentPartPr/>
                <p14:nvPr/>
              </p14:nvContentPartPr>
              <p14:xfrm>
                <a:off x="8437832" y="3344123"/>
                <a:ext cx="42480" cy="117360"/>
              </p14:xfrm>
            </p:contentPart>
          </mc:Choice>
          <mc:Fallback xmlns="">
            <p:pic>
              <p:nvPicPr>
                <p:cNvPr id="1235" name="Ink 1234">
                  <a:extLst>
                    <a:ext uri="{FF2B5EF4-FFF2-40B4-BE49-F238E27FC236}">
                      <a16:creationId xmlns:a16="http://schemas.microsoft.com/office/drawing/2014/main" id="{6A8AD8AA-19D5-6C19-FA89-A1A2D5EF53B7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8419832" y="3326123"/>
                  <a:ext cx="7812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1236" name="Ink 1235">
                  <a:extLst>
                    <a:ext uri="{FF2B5EF4-FFF2-40B4-BE49-F238E27FC236}">
                      <a16:creationId xmlns:a16="http://schemas.microsoft.com/office/drawing/2014/main" id="{FB2A8954-A9D2-1563-673C-AC8A1B52664B}"/>
                    </a:ext>
                  </a:extLst>
                </p14:cNvPr>
                <p14:cNvContentPartPr/>
                <p14:nvPr/>
              </p14:nvContentPartPr>
              <p14:xfrm>
                <a:off x="8592272" y="3188603"/>
                <a:ext cx="163440" cy="194040"/>
              </p14:xfrm>
            </p:contentPart>
          </mc:Choice>
          <mc:Fallback xmlns="">
            <p:pic>
              <p:nvPicPr>
                <p:cNvPr id="1236" name="Ink 1235">
                  <a:extLst>
                    <a:ext uri="{FF2B5EF4-FFF2-40B4-BE49-F238E27FC236}">
                      <a16:creationId xmlns:a16="http://schemas.microsoft.com/office/drawing/2014/main" id="{FB2A8954-A9D2-1563-673C-AC8A1B52664B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8574632" y="3170963"/>
                  <a:ext cx="19908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1237" name="Ink 1236">
                  <a:extLst>
                    <a:ext uri="{FF2B5EF4-FFF2-40B4-BE49-F238E27FC236}">
                      <a16:creationId xmlns:a16="http://schemas.microsoft.com/office/drawing/2014/main" id="{1B88CBCC-9B70-BC8C-8A6F-44C4D9BF830E}"/>
                    </a:ext>
                  </a:extLst>
                </p14:cNvPr>
                <p14:cNvContentPartPr/>
                <p14:nvPr/>
              </p14:nvContentPartPr>
              <p14:xfrm>
                <a:off x="8596232" y="3305963"/>
                <a:ext cx="202320" cy="22320"/>
              </p14:xfrm>
            </p:contentPart>
          </mc:Choice>
          <mc:Fallback xmlns="">
            <p:pic>
              <p:nvPicPr>
                <p:cNvPr id="1237" name="Ink 1236">
                  <a:extLst>
                    <a:ext uri="{FF2B5EF4-FFF2-40B4-BE49-F238E27FC236}">
                      <a16:creationId xmlns:a16="http://schemas.microsoft.com/office/drawing/2014/main" id="{1B88CBCC-9B70-BC8C-8A6F-44C4D9BF830E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8578592" y="3287963"/>
                  <a:ext cx="23796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1238" name="Ink 1237">
                  <a:extLst>
                    <a:ext uri="{FF2B5EF4-FFF2-40B4-BE49-F238E27FC236}">
                      <a16:creationId xmlns:a16="http://schemas.microsoft.com/office/drawing/2014/main" id="{1AAC72D6-DDF3-6B28-043F-1BBD68E63C72}"/>
                    </a:ext>
                  </a:extLst>
                </p14:cNvPr>
                <p14:cNvContentPartPr/>
                <p14:nvPr/>
              </p14:nvContentPartPr>
              <p14:xfrm>
                <a:off x="8872352" y="3103283"/>
                <a:ext cx="119880" cy="349560"/>
              </p14:xfrm>
            </p:contentPart>
          </mc:Choice>
          <mc:Fallback xmlns="">
            <p:pic>
              <p:nvPicPr>
                <p:cNvPr id="1238" name="Ink 1237">
                  <a:extLst>
                    <a:ext uri="{FF2B5EF4-FFF2-40B4-BE49-F238E27FC236}">
                      <a16:creationId xmlns:a16="http://schemas.microsoft.com/office/drawing/2014/main" id="{1AAC72D6-DDF3-6B28-043F-1BBD68E63C72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8854352" y="3085283"/>
                  <a:ext cx="155520" cy="38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5" name="Group 1244">
            <a:extLst>
              <a:ext uri="{FF2B5EF4-FFF2-40B4-BE49-F238E27FC236}">
                <a16:creationId xmlns:a16="http://schemas.microsoft.com/office/drawing/2014/main" id="{25AEAEF1-3925-B06F-1362-6BC307FA544A}"/>
              </a:ext>
            </a:extLst>
          </p:cNvPr>
          <p:cNvGrpSpPr/>
          <p:nvPr/>
        </p:nvGrpSpPr>
        <p:grpSpPr>
          <a:xfrm>
            <a:off x="9359792" y="3117323"/>
            <a:ext cx="1020240" cy="406080"/>
            <a:chOff x="9359792" y="3117323"/>
            <a:chExt cx="1020240" cy="40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1239" name="Ink 1238">
                  <a:extLst>
                    <a:ext uri="{FF2B5EF4-FFF2-40B4-BE49-F238E27FC236}">
                      <a16:creationId xmlns:a16="http://schemas.microsoft.com/office/drawing/2014/main" id="{766EBE9D-90A4-592A-CBE1-A6FBC7D72F7D}"/>
                    </a:ext>
                  </a:extLst>
                </p14:cNvPr>
                <p14:cNvContentPartPr/>
                <p14:nvPr/>
              </p14:nvContentPartPr>
              <p14:xfrm>
                <a:off x="9359792" y="3167003"/>
                <a:ext cx="160920" cy="334440"/>
              </p14:xfrm>
            </p:contentPart>
          </mc:Choice>
          <mc:Fallback xmlns="">
            <p:pic>
              <p:nvPicPr>
                <p:cNvPr id="1239" name="Ink 1238">
                  <a:extLst>
                    <a:ext uri="{FF2B5EF4-FFF2-40B4-BE49-F238E27FC236}">
                      <a16:creationId xmlns:a16="http://schemas.microsoft.com/office/drawing/2014/main" id="{766EBE9D-90A4-592A-CBE1-A6FBC7D72F7D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9342152" y="3149003"/>
                  <a:ext cx="196560" cy="3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1241" name="Ink 1240">
                  <a:extLst>
                    <a:ext uri="{FF2B5EF4-FFF2-40B4-BE49-F238E27FC236}">
                      <a16:creationId xmlns:a16="http://schemas.microsoft.com/office/drawing/2014/main" id="{F430FC13-111B-5AB1-CBC8-8D49C8B81E3E}"/>
                    </a:ext>
                  </a:extLst>
                </p14:cNvPr>
                <p14:cNvContentPartPr/>
                <p14:nvPr/>
              </p14:nvContentPartPr>
              <p14:xfrm>
                <a:off x="9519272" y="3255203"/>
                <a:ext cx="272520" cy="164880"/>
              </p14:xfrm>
            </p:contentPart>
          </mc:Choice>
          <mc:Fallback xmlns="">
            <p:pic>
              <p:nvPicPr>
                <p:cNvPr id="1241" name="Ink 1240">
                  <a:extLst>
                    <a:ext uri="{FF2B5EF4-FFF2-40B4-BE49-F238E27FC236}">
                      <a16:creationId xmlns:a16="http://schemas.microsoft.com/office/drawing/2014/main" id="{F430FC13-111B-5AB1-CBC8-8D49C8B81E3E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9501272" y="3237203"/>
                  <a:ext cx="30816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1242" name="Ink 1241">
                  <a:extLst>
                    <a:ext uri="{FF2B5EF4-FFF2-40B4-BE49-F238E27FC236}">
                      <a16:creationId xmlns:a16="http://schemas.microsoft.com/office/drawing/2014/main" id="{D75DACF1-3D08-7973-DEE6-29BB30A879B2}"/>
                    </a:ext>
                  </a:extLst>
                </p14:cNvPr>
                <p14:cNvContentPartPr/>
                <p14:nvPr/>
              </p14:nvContentPartPr>
              <p14:xfrm>
                <a:off x="9883592" y="3371483"/>
                <a:ext cx="36360" cy="151920"/>
              </p14:xfrm>
            </p:contentPart>
          </mc:Choice>
          <mc:Fallback xmlns="">
            <p:pic>
              <p:nvPicPr>
                <p:cNvPr id="1242" name="Ink 1241">
                  <a:extLst>
                    <a:ext uri="{FF2B5EF4-FFF2-40B4-BE49-F238E27FC236}">
                      <a16:creationId xmlns:a16="http://schemas.microsoft.com/office/drawing/2014/main" id="{D75DACF1-3D08-7973-DEE6-29BB30A879B2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9865592" y="3353843"/>
                  <a:ext cx="7200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1243" name="Ink 1242">
                  <a:extLst>
                    <a:ext uri="{FF2B5EF4-FFF2-40B4-BE49-F238E27FC236}">
                      <a16:creationId xmlns:a16="http://schemas.microsoft.com/office/drawing/2014/main" id="{CCBD8FF2-6C09-BD60-96F2-B866FBD452D7}"/>
                    </a:ext>
                  </a:extLst>
                </p14:cNvPr>
                <p14:cNvContentPartPr/>
                <p14:nvPr/>
              </p14:nvContentPartPr>
              <p14:xfrm>
                <a:off x="10014992" y="3297683"/>
                <a:ext cx="146520" cy="25560"/>
              </p14:xfrm>
            </p:contentPart>
          </mc:Choice>
          <mc:Fallback xmlns="">
            <p:pic>
              <p:nvPicPr>
                <p:cNvPr id="1243" name="Ink 1242">
                  <a:extLst>
                    <a:ext uri="{FF2B5EF4-FFF2-40B4-BE49-F238E27FC236}">
                      <a16:creationId xmlns:a16="http://schemas.microsoft.com/office/drawing/2014/main" id="{CCBD8FF2-6C09-BD60-96F2-B866FBD452D7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9996992" y="3280043"/>
                  <a:ext cx="18216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1244" name="Ink 1243">
                  <a:extLst>
                    <a:ext uri="{FF2B5EF4-FFF2-40B4-BE49-F238E27FC236}">
                      <a16:creationId xmlns:a16="http://schemas.microsoft.com/office/drawing/2014/main" id="{F8F5ED4D-B562-F096-5A50-4528F6EC484B}"/>
                    </a:ext>
                  </a:extLst>
                </p14:cNvPr>
                <p14:cNvContentPartPr/>
                <p14:nvPr/>
              </p14:nvContentPartPr>
              <p14:xfrm>
                <a:off x="10270592" y="3117323"/>
                <a:ext cx="109440" cy="302400"/>
              </p14:xfrm>
            </p:contentPart>
          </mc:Choice>
          <mc:Fallback xmlns="">
            <p:pic>
              <p:nvPicPr>
                <p:cNvPr id="1244" name="Ink 1243">
                  <a:extLst>
                    <a:ext uri="{FF2B5EF4-FFF2-40B4-BE49-F238E27FC236}">
                      <a16:creationId xmlns:a16="http://schemas.microsoft.com/office/drawing/2014/main" id="{F8F5ED4D-B562-F096-5A50-4528F6EC484B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0252592" y="3099683"/>
                  <a:ext cx="145080" cy="33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9" name="Group 1248">
            <a:extLst>
              <a:ext uri="{FF2B5EF4-FFF2-40B4-BE49-F238E27FC236}">
                <a16:creationId xmlns:a16="http://schemas.microsoft.com/office/drawing/2014/main" id="{2647D16B-17CB-CD7D-00D2-46373D6B498E}"/>
              </a:ext>
            </a:extLst>
          </p:cNvPr>
          <p:cNvGrpSpPr/>
          <p:nvPr/>
        </p:nvGrpSpPr>
        <p:grpSpPr>
          <a:xfrm>
            <a:off x="2820392" y="3665963"/>
            <a:ext cx="835920" cy="366120"/>
            <a:chOff x="2820392" y="3665963"/>
            <a:chExt cx="835920" cy="36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1246" name="Ink 1245">
                  <a:extLst>
                    <a:ext uri="{FF2B5EF4-FFF2-40B4-BE49-F238E27FC236}">
                      <a16:creationId xmlns:a16="http://schemas.microsoft.com/office/drawing/2014/main" id="{C3619F61-1218-DE9E-67B2-22F4184D6647}"/>
                    </a:ext>
                  </a:extLst>
                </p14:cNvPr>
                <p14:cNvContentPartPr/>
                <p14:nvPr/>
              </p14:nvContentPartPr>
              <p14:xfrm>
                <a:off x="2820392" y="3665963"/>
                <a:ext cx="398880" cy="295560"/>
              </p14:xfrm>
            </p:contentPart>
          </mc:Choice>
          <mc:Fallback xmlns="">
            <p:pic>
              <p:nvPicPr>
                <p:cNvPr id="1246" name="Ink 1245">
                  <a:extLst>
                    <a:ext uri="{FF2B5EF4-FFF2-40B4-BE49-F238E27FC236}">
                      <a16:creationId xmlns:a16="http://schemas.microsoft.com/office/drawing/2014/main" id="{C3619F61-1218-DE9E-67B2-22F4184D6647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2811752" y="3656963"/>
                  <a:ext cx="41652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1247" name="Ink 1246">
                  <a:extLst>
                    <a:ext uri="{FF2B5EF4-FFF2-40B4-BE49-F238E27FC236}">
                      <a16:creationId xmlns:a16="http://schemas.microsoft.com/office/drawing/2014/main" id="{53403280-EC34-6A5B-8E03-D1504D81E8F3}"/>
                    </a:ext>
                  </a:extLst>
                </p14:cNvPr>
                <p14:cNvContentPartPr/>
                <p14:nvPr/>
              </p14:nvContentPartPr>
              <p14:xfrm>
                <a:off x="3266072" y="3797723"/>
                <a:ext cx="390240" cy="174960"/>
              </p14:xfrm>
            </p:contentPart>
          </mc:Choice>
          <mc:Fallback xmlns="">
            <p:pic>
              <p:nvPicPr>
                <p:cNvPr id="1247" name="Ink 1246">
                  <a:extLst>
                    <a:ext uri="{FF2B5EF4-FFF2-40B4-BE49-F238E27FC236}">
                      <a16:creationId xmlns:a16="http://schemas.microsoft.com/office/drawing/2014/main" id="{53403280-EC34-6A5B-8E03-D1504D81E8F3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3257432" y="3788723"/>
                  <a:ext cx="40788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1248" name="Ink 1247">
                  <a:extLst>
                    <a:ext uri="{FF2B5EF4-FFF2-40B4-BE49-F238E27FC236}">
                      <a16:creationId xmlns:a16="http://schemas.microsoft.com/office/drawing/2014/main" id="{15B8D841-91E4-BA42-B4CB-B1B74B6FF47F}"/>
                    </a:ext>
                  </a:extLst>
                </p14:cNvPr>
                <p14:cNvContentPartPr/>
                <p14:nvPr/>
              </p14:nvContentPartPr>
              <p14:xfrm>
                <a:off x="3428432" y="4024883"/>
                <a:ext cx="1080" cy="7200"/>
              </p14:xfrm>
            </p:contentPart>
          </mc:Choice>
          <mc:Fallback xmlns="">
            <p:pic>
              <p:nvPicPr>
                <p:cNvPr id="1248" name="Ink 1247">
                  <a:extLst>
                    <a:ext uri="{FF2B5EF4-FFF2-40B4-BE49-F238E27FC236}">
                      <a16:creationId xmlns:a16="http://schemas.microsoft.com/office/drawing/2014/main" id="{15B8D841-91E4-BA42-B4CB-B1B74B6FF47F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3419432" y="4015883"/>
                  <a:ext cx="18720" cy="24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0">
            <p14:nvContentPartPr>
              <p14:cNvPr id="1250" name="Ink 1249">
                <a:extLst>
                  <a:ext uri="{FF2B5EF4-FFF2-40B4-BE49-F238E27FC236}">
                    <a16:creationId xmlns:a16="http://schemas.microsoft.com/office/drawing/2014/main" id="{31135625-E983-2DB2-4E0E-3416E61F98E6}"/>
                  </a:ext>
                </a:extLst>
              </p14:cNvPr>
              <p14:cNvContentPartPr/>
              <p14:nvPr/>
            </p14:nvContentPartPr>
            <p14:xfrm>
              <a:off x="1677392" y="3888443"/>
              <a:ext cx="505800" cy="34920"/>
            </p14:xfrm>
          </p:contentPart>
        </mc:Choice>
        <mc:Fallback xmlns="">
          <p:pic>
            <p:nvPicPr>
              <p:cNvPr id="1250" name="Ink 1249">
                <a:extLst>
                  <a:ext uri="{FF2B5EF4-FFF2-40B4-BE49-F238E27FC236}">
                    <a16:creationId xmlns:a16="http://schemas.microsoft.com/office/drawing/2014/main" id="{31135625-E983-2DB2-4E0E-3416E61F98E6}"/>
                  </a:ext>
                </a:extLst>
              </p:cNvPr>
              <p:cNvPicPr/>
              <p:nvPr/>
            </p:nvPicPr>
            <p:blipFill>
              <a:blip r:embed="rId361"/>
              <a:stretch>
                <a:fillRect/>
              </a:stretch>
            </p:blipFill>
            <p:spPr>
              <a:xfrm>
                <a:off x="1659752" y="3870803"/>
                <a:ext cx="541440" cy="70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54" name="Group 1253">
            <a:extLst>
              <a:ext uri="{FF2B5EF4-FFF2-40B4-BE49-F238E27FC236}">
                <a16:creationId xmlns:a16="http://schemas.microsoft.com/office/drawing/2014/main" id="{9C66B215-7CF4-CB66-0DC9-B6B097AEEBD0}"/>
              </a:ext>
            </a:extLst>
          </p:cNvPr>
          <p:cNvGrpSpPr/>
          <p:nvPr/>
        </p:nvGrpSpPr>
        <p:grpSpPr>
          <a:xfrm>
            <a:off x="2790512" y="3577403"/>
            <a:ext cx="846000" cy="491760"/>
            <a:chOff x="2790512" y="3577403"/>
            <a:chExt cx="846000" cy="491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1251" name="Ink 1250">
                  <a:extLst>
                    <a:ext uri="{FF2B5EF4-FFF2-40B4-BE49-F238E27FC236}">
                      <a16:creationId xmlns:a16="http://schemas.microsoft.com/office/drawing/2014/main" id="{80B641A6-B9BA-B035-29CF-33ACACCD435B}"/>
                    </a:ext>
                  </a:extLst>
                </p14:cNvPr>
                <p14:cNvContentPartPr/>
                <p14:nvPr/>
              </p14:nvContentPartPr>
              <p14:xfrm>
                <a:off x="2790512" y="3577403"/>
                <a:ext cx="411120" cy="400680"/>
              </p14:xfrm>
            </p:contentPart>
          </mc:Choice>
          <mc:Fallback xmlns="">
            <p:pic>
              <p:nvPicPr>
                <p:cNvPr id="1251" name="Ink 1250">
                  <a:extLst>
                    <a:ext uri="{FF2B5EF4-FFF2-40B4-BE49-F238E27FC236}">
                      <a16:creationId xmlns:a16="http://schemas.microsoft.com/office/drawing/2014/main" id="{80B641A6-B9BA-B035-29CF-33ACACCD435B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2772872" y="3559763"/>
                  <a:ext cx="446760" cy="43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1252" name="Ink 1251">
                  <a:extLst>
                    <a:ext uri="{FF2B5EF4-FFF2-40B4-BE49-F238E27FC236}">
                      <a16:creationId xmlns:a16="http://schemas.microsoft.com/office/drawing/2014/main" id="{795E7E99-6CDA-D96E-2195-0EEA9F21B04A}"/>
                    </a:ext>
                  </a:extLst>
                </p14:cNvPr>
                <p14:cNvContentPartPr/>
                <p14:nvPr/>
              </p14:nvContentPartPr>
              <p14:xfrm>
                <a:off x="3279752" y="3788723"/>
                <a:ext cx="356760" cy="189000"/>
              </p14:xfrm>
            </p:contentPart>
          </mc:Choice>
          <mc:Fallback xmlns="">
            <p:pic>
              <p:nvPicPr>
                <p:cNvPr id="1252" name="Ink 1251">
                  <a:extLst>
                    <a:ext uri="{FF2B5EF4-FFF2-40B4-BE49-F238E27FC236}">
                      <a16:creationId xmlns:a16="http://schemas.microsoft.com/office/drawing/2014/main" id="{795E7E99-6CDA-D96E-2195-0EEA9F21B04A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3262112" y="3770723"/>
                  <a:ext cx="39240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1253" name="Ink 1252">
                  <a:extLst>
                    <a:ext uri="{FF2B5EF4-FFF2-40B4-BE49-F238E27FC236}">
                      <a16:creationId xmlns:a16="http://schemas.microsoft.com/office/drawing/2014/main" id="{D63F04C0-F926-C90B-EEA3-B48F78ABE64F}"/>
                    </a:ext>
                  </a:extLst>
                </p14:cNvPr>
                <p14:cNvContentPartPr/>
                <p14:nvPr/>
              </p14:nvContentPartPr>
              <p14:xfrm>
                <a:off x="3357512" y="4024163"/>
                <a:ext cx="11880" cy="45000"/>
              </p14:xfrm>
            </p:contentPart>
          </mc:Choice>
          <mc:Fallback xmlns="">
            <p:pic>
              <p:nvPicPr>
                <p:cNvPr id="1253" name="Ink 1252">
                  <a:extLst>
                    <a:ext uri="{FF2B5EF4-FFF2-40B4-BE49-F238E27FC236}">
                      <a16:creationId xmlns:a16="http://schemas.microsoft.com/office/drawing/2014/main" id="{D63F04C0-F926-C90B-EEA3-B48F78ABE64F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3339512" y="4006163"/>
                  <a:ext cx="47520" cy="8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0" name="Group 1259">
            <a:extLst>
              <a:ext uri="{FF2B5EF4-FFF2-40B4-BE49-F238E27FC236}">
                <a16:creationId xmlns:a16="http://schemas.microsoft.com/office/drawing/2014/main" id="{03D0689D-B479-4343-01A8-C188726BED5B}"/>
              </a:ext>
            </a:extLst>
          </p:cNvPr>
          <p:cNvGrpSpPr/>
          <p:nvPr/>
        </p:nvGrpSpPr>
        <p:grpSpPr>
          <a:xfrm>
            <a:off x="4069952" y="3683243"/>
            <a:ext cx="1072440" cy="402480"/>
            <a:chOff x="4069952" y="3683243"/>
            <a:chExt cx="1072440" cy="40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1255" name="Ink 1254">
                  <a:extLst>
                    <a:ext uri="{FF2B5EF4-FFF2-40B4-BE49-F238E27FC236}">
                      <a16:creationId xmlns:a16="http://schemas.microsoft.com/office/drawing/2014/main" id="{97ED064E-A832-0673-0B1C-269832D055C1}"/>
                    </a:ext>
                  </a:extLst>
                </p14:cNvPr>
                <p14:cNvContentPartPr/>
                <p14:nvPr/>
              </p14:nvContentPartPr>
              <p14:xfrm>
                <a:off x="4069952" y="3684683"/>
                <a:ext cx="124920" cy="323280"/>
              </p14:xfrm>
            </p:contentPart>
          </mc:Choice>
          <mc:Fallback xmlns="">
            <p:pic>
              <p:nvPicPr>
                <p:cNvPr id="1255" name="Ink 1254">
                  <a:extLst>
                    <a:ext uri="{FF2B5EF4-FFF2-40B4-BE49-F238E27FC236}">
                      <a16:creationId xmlns:a16="http://schemas.microsoft.com/office/drawing/2014/main" id="{97ED064E-A832-0673-0B1C-269832D055C1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4051952" y="3666683"/>
                  <a:ext cx="16056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1256" name="Ink 1255">
                  <a:extLst>
                    <a:ext uri="{FF2B5EF4-FFF2-40B4-BE49-F238E27FC236}">
                      <a16:creationId xmlns:a16="http://schemas.microsoft.com/office/drawing/2014/main" id="{8AD7D959-7C21-7BC9-8A68-F2506B9B01F3}"/>
                    </a:ext>
                  </a:extLst>
                </p14:cNvPr>
                <p14:cNvContentPartPr/>
                <p14:nvPr/>
              </p14:nvContentPartPr>
              <p14:xfrm>
                <a:off x="4171472" y="3752003"/>
                <a:ext cx="339840" cy="210600"/>
              </p14:xfrm>
            </p:contentPart>
          </mc:Choice>
          <mc:Fallback xmlns="">
            <p:pic>
              <p:nvPicPr>
                <p:cNvPr id="1256" name="Ink 1255">
                  <a:extLst>
                    <a:ext uri="{FF2B5EF4-FFF2-40B4-BE49-F238E27FC236}">
                      <a16:creationId xmlns:a16="http://schemas.microsoft.com/office/drawing/2014/main" id="{8AD7D959-7C21-7BC9-8A68-F2506B9B01F3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4153832" y="3734003"/>
                  <a:ext cx="37548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1257" name="Ink 1256">
                  <a:extLst>
                    <a:ext uri="{FF2B5EF4-FFF2-40B4-BE49-F238E27FC236}">
                      <a16:creationId xmlns:a16="http://schemas.microsoft.com/office/drawing/2014/main" id="{FCE1FE97-2816-B787-0A79-902706A5843C}"/>
                    </a:ext>
                  </a:extLst>
                </p14:cNvPr>
                <p14:cNvContentPartPr/>
                <p14:nvPr/>
              </p14:nvContentPartPr>
              <p14:xfrm>
                <a:off x="4551992" y="3901763"/>
                <a:ext cx="60840" cy="183960"/>
              </p14:xfrm>
            </p:contentPart>
          </mc:Choice>
          <mc:Fallback xmlns="">
            <p:pic>
              <p:nvPicPr>
                <p:cNvPr id="1257" name="Ink 1256">
                  <a:extLst>
                    <a:ext uri="{FF2B5EF4-FFF2-40B4-BE49-F238E27FC236}">
                      <a16:creationId xmlns:a16="http://schemas.microsoft.com/office/drawing/2014/main" id="{FCE1FE97-2816-B787-0A79-902706A5843C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4533992" y="3883763"/>
                  <a:ext cx="9648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1258" name="Ink 1257">
                  <a:extLst>
                    <a:ext uri="{FF2B5EF4-FFF2-40B4-BE49-F238E27FC236}">
                      <a16:creationId xmlns:a16="http://schemas.microsoft.com/office/drawing/2014/main" id="{F50B4AC4-3A7A-0C09-0D70-32532BC26BDB}"/>
                    </a:ext>
                  </a:extLst>
                </p14:cNvPr>
                <p14:cNvContentPartPr/>
                <p14:nvPr/>
              </p14:nvContentPartPr>
              <p14:xfrm>
                <a:off x="4800032" y="3763523"/>
                <a:ext cx="131040" cy="257760"/>
              </p14:xfrm>
            </p:contentPart>
          </mc:Choice>
          <mc:Fallback xmlns="">
            <p:pic>
              <p:nvPicPr>
                <p:cNvPr id="1258" name="Ink 1257">
                  <a:extLst>
                    <a:ext uri="{FF2B5EF4-FFF2-40B4-BE49-F238E27FC236}">
                      <a16:creationId xmlns:a16="http://schemas.microsoft.com/office/drawing/2014/main" id="{F50B4AC4-3A7A-0C09-0D70-32532BC26BDB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4782392" y="3745883"/>
                  <a:ext cx="16668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1259" name="Ink 1258">
                  <a:extLst>
                    <a:ext uri="{FF2B5EF4-FFF2-40B4-BE49-F238E27FC236}">
                      <a16:creationId xmlns:a16="http://schemas.microsoft.com/office/drawing/2014/main" id="{4ECE830C-D871-FA12-8832-7E5060662959}"/>
                    </a:ext>
                  </a:extLst>
                </p14:cNvPr>
                <p14:cNvContentPartPr/>
                <p14:nvPr/>
              </p14:nvContentPartPr>
              <p14:xfrm>
                <a:off x="5032232" y="3683243"/>
                <a:ext cx="110160" cy="349920"/>
              </p14:xfrm>
            </p:contentPart>
          </mc:Choice>
          <mc:Fallback xmlns="">
            <p:pic>
              <p:nvPicPr>
                <p:cNvPr id="1259" name="Ink 1258">
                  <a:extLst>
                    <a:ext uri="{FF2B5EF4-FFF2-40B4-BE49-F238E27FC236}">
                      <a16:creationId xmlns:a16="http://schemas.microsoft.com/office/drawing/2014/main" id="{4ECE830C-D871-FA12-8832-7E5060662959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5014232" y="3665243"/>
                  <a:ext cx="145800" cy="38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0" name="Group 1269">
            <a:extLst>
              <a:ext uri="{FF2B5EF4-FFF2-40B4-BE49-F238E27FC236}">
                <a16:creationId xmlns:a16="http://schemas.microsoft.com/office/drawing/2014/main" id="{73F1EECB-0FED-AAAC-3ABB-B1A2BCC5FE74}"/>
              </a:ext>
            </a:extLst>
          </p:cNvPr>
          <p:cNvGrpSpPr/>
          <p:nvPr/>
        </p:nvGrpSpPr>
        <p:grpSpPr>
          <a:xfrm>
            <a:off x="5408792" y="3656963"/>
            <a:ext cx="1001880" cy="407160"/>
            <a:chOff x="5408792" y="3656963"/>
            <a:chExt cx="1001880" cy="40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1261" name="Ink 1260">
                  <a:extLst>
                    <a:ext uri="{FF2B5EF4-FFF2-40B4-BE49-F238E27FC236}">
                      <a16:creationId xmlns:a16="http://schemas.microsoft.com/office/drawing/2014/main" id="{5EB12A22-1F6D-3027-4213-1CE4C20CB72D}"/>
                    </a:ext>
                  </a:extLst>
                </p14:cNvPr>
                <p14:cNvContentPartPr/>
                <p14:nvPr/>
              </p14:nvContentPartPr>
              <p14:xfrm>
                <a:off x="5456672" y="3784763"/>
                <a:ext cx="12960" cy="1440"/>
              </p14:xfrm>
            </p:contentPart>
          </mc:Choice>
          <mc:Fallback xmlns="">
            <p:pic>
              <p:nvPicPr>
                <p:cNvPr id="1261" name="Ink 1260">
                  <a:extLst>
                    <a:ext uri="{FF2B5EF4-FFF2-40B4-BE49-F238E27FC236}">
                      <a16:creationId xmlns:a16="http://schemas.microsoft.com/office/drawing/2014/main" id="{5EB12A22-1F6D-3027-4213-1CE4C20CB72D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5438672" y="3767123"/>
                  <a:ext cx="486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1262" name="Ink 1261">
                  <a:extLst>
                    <a:ext uri="{FF2B5EF4-FFF2-40B4-BE49-F238E27FC236}">
                      <a16:creationId xmlns:a16="http://schemas.microsoft.com/office/drawing/2014/main" id="{5F91F496-80C6-485A-9441-5B50FA6ADDBE}"/>
                    </a:ext>
                  </a:extLst>
                </p14:cNvPr>
                <p14:cNvContentPartPr/>
                <p14:nvPr/>
              </p14:nvContentPartPr>
              <p14:xfrm>
                <a:off x="5408792" y="3722483"/>
                <a:ext cx="128880" cy="341640"/>
              </p14:xfrm>
            </p:contentPart>
          </mc:Choice>
          <mc:Fallback xmlns="">
            <p:pic>
              <p:nvPicPr>
                <p:cNvPr id="1262" name="Ink 1261">
                  <a:extLst>
                    <a:ext uri="{FF2B5EF4-FFF2-40B4-BE49-F238E27FC236}">
                      <a16:creationId xmlns:a16="http://schemas.microsoft.com/office/drawing/2014/main" id="{5F91F496-80C6-485A-9441-5B50FA6ADDBE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5390792" y="3704483"/>
                  <a:ext cx="164520" cy="37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1264" name="Ink 1263">
                  <a:extLst>
                    <a:ext uri="{FF2B5EF4-FFF2-40B4-BE49-F238E27FC236}">
                      <a16:creationId xmlns:a16="http://schemas.microsoft.com/office/drawing/2014/main" id="{0A2DCF0A-85F7-B7CE-A9A9-A83EC4D9B98F}"/>
                    </a:ext>
                  </a:extLst>
                </p14:cNvPr>
                <p14:cNvContentPartPr/>
                <p14:nvPr/>
              </p14:nvContentPartPr>
              <p14:xfrm>
                <a:off x="5669072" y="3747683"/>
                <a:ext cx="23760" cy="221400"/>
              </p14:xfrm>
            </p:contentPart>
          </mc:Choice>
          <mc:Fallback xmlns="">
            <p:pic>
              <p:nvPicPr>
                <p:cNvPr id="1264" name="Ink 1263">
                  <a:extLst>
                    <a:ext uri="{FF2B5EF4-FFF2-40B4-BE49-F238E27FC236}">
                      <a16:creationId xmlns:a16="http://schemas.microsoft.com/office/drawing/2014/main" id="{0A2DCF0A-85F7-B7CE-A9A9-A83EC4D9B98F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5651432" y="3729683"/>
                  <a:ext cx="5940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1265" name="Ink 1264">
                  <a:extLst>
                    <a:ext uri="{FF2B5EF4-FFF2-40B4-BE49-F238E27FC236}">
                      <a16:creationId xmlns:a16="http://schemas.microsoft.com/office/drawing/2014/main" id="{098C00C5-2F77-27E4-CB45-536677A85EA5}"/>
                    </a:ext>
                  </a:extLst>
                </p14:cNvPr>
                <p14:cNvContentPartPr/>
                <p14:nvPr/>
              </p14:nvContentPartPr>
              <p14:xfrm>
                <a:off x="5745032" y="3778643"/>
                <a:ext cx="129960" cy="146880"/>
              </p14:xfrm>
            </p:contentPart>
          </mc:Choice>
          <mc:Fallback xmlns="">
            <p:pic>
              <p:nvPicPr>
                <p:cNvPr id="1265" name="Ink 1264">
                  <a:extLst>
                    <a:ext uri="{FF2B5EF4-FFF2-40B4-BE49-F238E27FC236}">
                      <a16:creationId xmlns:a16="http://schemas.microsoft.com/office/drawing/2014/main" id="{098C00C5-2F77-27E4-CB45-536677A85EA5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5727032" y="3761003"/>
                  <a:ext cx="16560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1266" name="Ink 1265">
                  <a:extLst>
                    <a:ext uri="{FF2B5EF4-FFF2-40B4-BE49-F238E27FC236}">
                      <a16:creationId xmlns:a16="http://schemas.microsoft.com/office/drawing/2014/main" id="{E328278A-E6A8-CD74-2DF4-FE8C11FDC213}"/>
                    </a:ext>
                  </a:extLst>
                </p14:cNvPr>
                <p14:cNvContentPartPr/>
                <p14:nvPr/>
              </p14:nvContentPartPr>
              <p14:xfrm>
                <a:off x="5942312" y="3870443"/>
                <a:ext cx="71280" cy="183240"/>
              </p14:xfrm>
            </p:contentPart>
          </mc:Choice>
          <mc:Fallback xmlns="">
            <p:pic>
              <p:nvPicPr>
                <p:cNvPr id="1266" name="Ink 1265">
                  <a:extLst>
                    <a:ext uri="{FF2B5EF4-FFF2-40B4-BE49-F238E27FC236}">
                      <a16:creationId xmlns:a16="http://schemas.microsoft.com/office/drawing/2014/main" id="{E328278A-E6A8-CD74-2DF4-FE8C11FDC213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5924312" y="3852803"/>
                  <a:ext cx="10692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1267" name="Ink 1266">
                  <a:extLst>
                    <a:ext uri="{FF2B5EF4-FFF2-40B4-BE49-F238E27FC236}">
                      <a16:creationId xmlns:a16="http://schemas.microsoft.com/office/drawing/2014/main" id="{CD5EFEC8-3E79-10E7-9920-5C2938DEAF9C}"/>
                    </a:ext>
                  </a:extLst>
                </p14:cNvPr>
                <p14:cNvContentPartPr/>
                <p14:nvPr/>
              </p14:nvContentPartPr>
              <p14:xfrm>
                <a:off x="6110072" y="3721403"/>
                <a:ext cx="122040" cy="235800"/>
              </p14:xfrm>
            </p:contentPart>
          </mc:Choice>
          <mc:Fallback xmlns="">
            <p:pic>
              <p:nvPicPr>
                <p:cNvPr id="1267" name="Ink 1266">
                  <a:extLst>
                    <a:ext uri="{FF2B5EF4-FFF2-40B4-BE49-F238E27FC236}">
                      <a16:creationId xmlns:a16="http://schemas.microsoft.com/office/drawing/2014/main" id="{CD5EFEC8-3E79-10E7-9920-5C2938DEAF9C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6092432" y="3703763"/>
                  <a:ext cx="15768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1268" name="Ink 1267">
                  <a:extLst>
                    <a:ext uri="{FF2B5EF4-FFF2-40B4-BE49-F238E27FC236}">
                      <a16:creationId xmlns:a16="http://schemas.microsoft.com/office/drawing/2014/main" id="{830373C0-BBC9-D41B-AC0B-DD0249191DEC}"/>
                    </a:ext>
                  </a:extLst>
                </p14:cNvPr>
                <p14:cNvContentPartPr/>
                <p14:nvPr/>
              </p14:nvContentPartPr>
              <p14:xfrm>
                <a:off x="6126272" y="3858203"/>
                <a:ext cx="141480" cy="10800"/>
              </p14:xfrm>
            </p:contentPart>
          </mc:Choice>
          <mc:Fallback xmlns="">
            <p:pic>
              <p:nvPicPr>
                <p:cNvPr id="1268" name="Ink 1267">
                  <a:extLst>
                    <a:ext uri="{FF2B5EF4-FFF2-40B4-BE49-F238E27FC236}">
                      <a16:creationId xmlns:a16="http://schemas.microsoft.com/office/drawing/2014/main" id="{830373C0-BBC9-D41B-AC0B-DD0249191DEC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6108632" y="3840563"/>
                  <a:ext cx="17712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1269" name="Ink 1268">
                  <a:extLst>
                    <a:ext uri="{FF2B5EF4-FFF2-40B4-BE49-F238E27FC236}">
                      <a16:creationId xmlns:a16="http://schemas.microsoft.com/office/drawing/2014/main" id="{85D15C4F-B54A-AA6A-7111-716482574B14}"/>
                    </a:ext>
                  </a:extLst>
                </p14:cNvPr>
                <p14:cNvContentPartPr/>
                <p14:nvPr/>
              </p14:nvContentPartPr>
              <p14:xfrm>
                <a:off x="6322472" y="3656963"/>
                <a:ext cx="88200" cy="383760"/>
              </p14:xfrm>
            </p:contentPart>
          </mc:Choice>
          <mc:Fallback xmlns="">
            <p:pic>
              <p:nvPicPr>
                <p:cNvPr id="1269" name="Ink 1268">
                  <a:extLst>
                    <a:ext uri="{FF2B5EF4-FFF2-40B4-BE49-F238E27FC236}">
                      <a16:creationId xmlns:a16="http://schemas.microsoft.com/office/drawing/2014/main" id="{85D15C4F-B54A-AA6A-7111-716482574B14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6304472" y="3639323"/>
                  <a:ext cx="123840" cy="419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94">
            <p14:nvContentPartPr>
              <p14:cNvPr id="1271" name="Ink 1270">
                <a:extLst>
                  <a:ext uri="{FF2B5EF4-FFF2-40B4-BE49-F238E27FC236}">
                    <a16:creationId xmlns:a16="http://schemas.microsoft.com/office/drawing/2014/main" id="{ECC552B9-C7C1-A20C-D69F-FB8B1A6053C3}"/>
                  </a:ext>
                </a:extLst>
              </p14:cNvPr>
              <p14:cNvContentPartPr/>
              <p14:nvPr/>
            </p14:nvContentPartPr>
            <p14:xfrm>
              <a:off x="6730712" y="3674603"/>
              <a:ext cx="108000" cy="330120"/>
            </p14:xfrm>
          </p:contentPart>
        </mc:Choice>
        <mc:Fallback xmlns="">
          <p:pic>
            <p:nvPicPr>
              <p:cNvPr id="1271" name="Ink 1270">
                <a:extLst>
                  <a:ext uri="{FF2B5EF4-FFF2-40B4-BE49-F238E27FC236}">
                    <a16:creationId xmlns:a16="http://schemas.microsoft.com/office/drawing/2014/main" id="{ECC552B9-C7C1-A20C-D69F-FB8B1A6053C3}"/>
                  </a:ext>
                </a:extLst>
              </p:cNvPr>
              <p:cNvPicPr/>
              <p:nvPr/>
            </p:nvPicPr>
            <p:blipFill>
              <a:blip r:embed="rId395"/>
              <a:stretch>
                <a:fillRect/>
              </a:stretch>
            </p:blipFill>
            <p:spPr>
              <a:xfrm>
                <a:off x="6713072" y="3656963"/>
                <a:ext cx="143640" cy="365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78" name="Group 1277">
            <a:extLst>
              <a:ext uri="{FF2B5EF4-FFF2-40B4-BE49-F238E27FC236}">
                <a16:creationId xmlns:a16="http://schemas.microsoft.com/office/drawing/2014/main" id="{C938C7F6-F1A4-A7E8-1014-8919CB8E2B2E}"/>
              </a:ext>
            </a:extLst>
          </p:cNvPr>
          <p:cNvGrpSpPr/>
          <p:nvPr/>
        </p:nvGrpSpPr>
        <p:grpSpPr>
          <a:xfrm>
            <a:off x="6926912" y="3657683"/>
            <a:ext cx="728640" cy="379080"/>
            <a:chOff x="6926912" y="3657683"/>
            <a:chExt cx="728640" cy="37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1272" name="Ink 1271">
                  <a:extLst>
                    <a:ext uri="{FF2B5EF4-FFF2-40B4-BE49-F238E27FC236}">
                      <a16:creationId xmlns:a16="http://schemas.microsoft.com/office/drawing/2014/main" id="{6A3D7E58-B1E5-8879-CD26-B95321FA68D8}"/>
                    </a:ext>
                  </a:extLst>
                </p14:cNvPr>
                <p14:cNvContentPartPr/>
                <p14:nvPr/>
              </p14:nvContentPartPr>
              <p14:xfrm>
                <a:off x="6926912" y="3732563"/>
                <a:ext cx="114840" cy="242640"/>
              </p14:xfrm>
            </p:contentPart>
          </mc:Choice>
          <mc:Fallback xmlns="">
            <p:pic>
              <p:nvPicPr>
                <p:cNvPr id="1272" name="Ink 1271">
                  <a:extLst>
                    <a:ext uri="{FF2B5EF4-FFF2-40B4-BE49-F238E27FC236}">
                      <a16:creationId xmlns:a16="http://schemas.microsoft.com/office/drawing/2014/main" id="{6A3D7E58-B1E5-8879-CD26-B95321FA68D8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6909272" y="3714923"/>
                  <a:ext cx="15048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1273" name="Ink 1272">
                  <a:extLst>
                    <a:ext uri="{FF2B5EF4-FFF2-40B4-BE49-F238E27FC236}">
                      <a16:creationId xmlns:a16="http://schemas.microsoft.com/office/drawing/2014/main" id="{1E5E4EE7-864C-8717-404A-3B6A972DD2BE}"/>
                    </a:ext>
                  </a:extLst>
                </p14:cNvPr>
                <p14:cNvContentPartPr/>
                <p14:nvPr/>
              </p14:nvContentPartPr>
              <p14:xfrm>
                <a:off x="6954992" y="3708443"/>
                <a:ext cx="181800" cy="29160"/>
              </p14:xfrm>
            </p:contentPart>
          </mc:Choice>
          <mc:Fallback xmlns="">
            <p:pic>
              <p:nvPicPr>
                <p:cNvPr id="1273" name="Ink 1272">
                  <a:extLst>
                    <a:ext uri="{FF2B5EF4-FFF2-40B4-BE49-F238E27FC236}">
                      <a16:creationId xmlns:a16="http://schemas.microsoft.com/office/drawing/2014/main" id="{1E5E4EE7-864C-8717-404A-3B6A972DD2BE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6937352" y="3690443"/>
                  <a:ext cx="2174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1274" name="Ink 1273">
                  <a:extLst>
                    <a:ext uri="{FF2B5EF4-FFF2-40B4-BE49-F238E27FC236}">
                      <a16:creationId xmlns:a16="http://schemas.microsoft.com/office/drawing/2014/main" id="{BD9EF91E-06DF-7C99-F0E0-F5E5E76D58F9}"/>
                    </a:ext>
                  </a:extLst>
                </p14:cNvPr>
                <p14:cNvContentPartPr/>
                <p14:nvPr/>
              </p14:nvContentPartPr>
              <p14:xfrm>
                <a:off x="7154072" y="3853163"/>
                <a:ext cx="42480" cy="183600"/>
              </p14:xfrm>
            </p:contentPart>
          </mc:Choice>
          <mc:Fallback xmlns="">
            <p:pic>
              <p:nvPicPr>
                <p:cNvPr id="1274" name="Ink 1273">
                  <a:extLst>
                    <a:ext uri="{FF2B5EF4-FFF2-40B4-BE49-F238E27FC236}">
                      <a16:creationId xmlns:a16="http://schemas.microsoft.com/office/drawing/2014/main" id="{BD9EF91E-06DF-7C99-F0E0-F5E5E76D58F9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7136072" y="3835163"/>
                  <a:ext cx="7812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1275" name="Ink 1274">
                  <a:extLst>
                    <a:ext uri="{FF2B5EF4-FFF2-40B4-BE49-F238E27FC236}">
                      <a16:creationId xmlns:a16="http://schemas.microsoft.com/office/drawing/2014/main" id="{B47A86C0-FE80-D123-B4A7-708A186A7852}"/>
                    </a:ext>
                  </a:extLst>
                </p14:cNvPr>
                <p14:cNvContentPartPr/>
                <p14:nvPr/>
              </p14:nvContentPartPr>
              <p14:xfrm>
                <a:off x="7325792" y="3724643"/>
                <a:ext cx="131400" cy="231120"/>
              </p14:xfrm>
            </p:contentPart>
          </mc:Choice>
          <mc:Fallback xmlns="">
            <p:pic>
              <p:nvPicPr>
                <p:cNvPr id="1275" name="Ink 1274">
                  <a:extLst>
                    <a:ext uri="{FF2B5EF4-FFF2-40B4-BE49-F238E27FC236}">
                      <a16:creationId xmlns:a16="http://schemas.microsoft.com/office/drawing/2014/main" id="{B47A86C0-FE80-D123-B4A7-708A186A7852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7308152" y="3707003"/>
                  <a:ext cx="16704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1276" name="Ink 1275">
                  <a:extLst>
                    <a:ext uri="{FF2B5EF4-FFF2-40B4-BE49-F238E27FC236}">
                      <a16:creationId xmlns:a16="http://schemas.microsoft.com/office/drawing/2014/main" id="{EF630922-0069-FBD8-DFC7-2FCCA7031F93}"/>
                    </a:ext>
                  </a:extLst>
                </p14:cNvPr>
                <p14:cNvContentPartPr/>
                <p14:nvPr/>
              </p14:nvContentPartPr>
              <p14:xfrm>
                <a:off x="7288352" y="3873683"/>
                <a:ext cx="212760" cy="24840"/>
              </p14:xfrm>
            </p:contentPart>
          </mc:Choice>
          <mc:Fallback xmlns="">
            <p:pic>
              <p:nvPicPr>
                <p:cNvPr id="1276" name="Ink 1275">
                  <a:extLst>
                    <a:ext uri="{FF2B5EF4-FFF2-40B4-BE49-F238E27FC236}">
                      <a16:creationId xmlns:a16="http://schemas.microsoft.com/office/drawing/2014/main" id="{EF630922-0069-FBD8-DFC7-2FCCA7031F93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7270712" y="3855683"/>
                  <a:ext cx="2484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1277" name="Ink 1276">
                  <a:extLst>
                    <a:ext uri="{FF2B5EF4-FFF2-40B4-BE49-F238E27FC236}">
                      <a16:creationId xmlns:a16="http://schemas.microsoft.com/office/drawing/2014/main" id="{3FC5A402-01ED-C3FC-C800-08AEC93919CC}"/>
                    </a:ext>
                  </a:extLst>
                </p14:cNvPr>
                <p14:cNvContentPartPr/>
                <p14:nvPr/>
              </p14:nvContentPartPr>
              <p14:xfrm>
                <a:off x="7539992" y="3657683"/>
                <a:ext cx="115560" cy="342720"/>
              </p14:xfrm>
            </p:contentPart>
          </mc:Choice>
          <mc:Fallback xmlns="">
            <p:pic>
              <p:nvPicPr>
                <p:cNvPr id="1277" name="Ink 1276">
                  <a:extLst>
                    <a:ext uri="{FF2B5EF4-FFF2-40B4-BE49-F238E27FC236}">
                      <a16:creationId xmlns:a16="http://schemas.microsoft.com/office/drawing/2014/main" id="{3FC5A402-01ED-C3FC-C800-08AEC93919CC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7522352" y="3640043"/>
                  <a:ext cx="151200" cy="378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8">
            <p14:nvContentPartPr>
              <p14:cNvPr id="1279" name="Ink 1278">
                <a:extLst>
                  <a:ext uri="{FF2B5EF4-FFF2-40B4-BE49-F238E27FC236}">
                    <a16:creationId xmlns:a16="http://schemas.microsoft.com/office/drawing/2014/main" id="{3BECE811-F71F-3554-F2C1-79839EAB8D62}"/>
                  </a:ext>
                </a:extLst>
              </p14:cNvPr>
              <p14:cNvContentPartPr/>
              <p14:nvPr/>
            </p14:nvContentPartPr>
            <p14:xfrm>
              <a:off x="8066312" y="3708083"/>
              <a:ext cx="167760" cy="381600"/>
            </p14:xfrm>
          </p:contentPart>
        </mc:Choice>
        <mc:Fallback xmlns="">
          <p:pic>
            <p:nvPicPr>
              <p:cNvPr id="1279" name="Ink 1278">
                <a:extLst>
                  <a:ext uri="{FF2B5EF4-FFF2-40B4-BE49-F238E27FC236}">
                    <a16:creationId xmlns:a16="http://schemas.microsoft.com/office/drawing/2014/main" id="{3BECE811-F71F-3554-F2C1-79839EAB8D62}"/>
                  </a:ext>
                </a:extLst>
              </p:cNvPr>
              <p:cNvPicPr/>
              <p:nvPr/>
            </p:nvPicPr>
            <p:blipFill>
              <a:blip r:embed="rId409"/>
              <a:stretch>
                <a:fillRect/>
              </a:stretch>
            </p:blipFill>
            <p:spPr>
              <a:xfrm>
                <a:off x="8048672" y="3690443"/>
                <a:ext cx="203400" cy="417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85" name="Group 1284">
            <a:extLst>
              <a:ext uri="{FF2B5EF4-FFF2-40B4-BE49-F238E27FC236}">
                <a16:creationId xmlns:a16="http://schemas.microsoft.com/office/drawing/2014/main" id="{6547F2DC-3BFA-5F54-84C2-753C6AFF2C50}"/>
              </a:ext>
            </a:extLst>
          </p:cNvPr>
          <p:cNvGrpSpPr/>
          <p:nvPr/>
        </p:nvGrpSpPr>
        <p:grpSpPr>
          <a:xfrm>
            <a:off x="8298512" y="3663803"/>
            <a:ext cx="780120" cy="402480"/>
            <a:chOff x="8298512" y="3663803"/>
            <a:chExt cx="780120" cy="40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1280" name="Ink 1279">
                  <a:extLst>
                    <a:ext uri="{FF2B5EF4-FFF2-40B4-BE49-F238E27FC236}">
                      <a16:creationId xmlns:a16="http://schemas.microsoft.com/office/drawing/2014/main" id="{BF7C14DE-B369-AB90-846B-5F484C9FB644}"/>
                    </a:ext>
                  </a:extLst>
                </p14:cNvPr>
                <p14:cNvContentPartPr/>
                <p14:nvPr/>
              </p14:nvContentPartPr>
              <p14:xfrm>
                <a:off x="8298512" y="3756683"/>
                <a:ext cx="123480" cy="253440"/>
              </p14:xfrm>
            </p:contentPart>
          </mc:Choice>
          <mc:Fallback xmlns="">
            <p:pic>
              <p:nvPicPr>
                <p:cNvPr id="1280" name="Ink 1279">
                  <a:extLst>
                    <a:ext uri="{FF2B5EF4-FFF2-40B4-BE49-F238E27FC236}">
                      <a16:creationId xmlns:a16="http://schemas.microsoft.com/office/drawing/2014/main" id="{BF7C14DE-B369-AB90-846B-5F484C9FB644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8280872" y="3738683"/>
                  <a:ext cx="15912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1281" name="Ink 1280">
                  <a:extLst>
                    <a:ext uri="{FF2B5EF4-FFF2-40B4-BE49-F238E27FC236}">
                      <a16:creationId xmlns:a16="http://schemas.microsoft.com/office/drawing/2014/main" id="{7D1C554A-E074-EE44-0DFD-276C10F72DD1}"/>
                    </a:ext>
                  </a:extLst>
                </p14:cNvPr>
                <p14:cNvContentPartPr/>
                <p14:nvPr/>
              </p14:nvContentPartPr>
              <p14:xfrm>
                <a:off x="8522072" y="3873323"/>
                <a:ext cx="50760" cy="182160"/>
              </p14:xfrm>
            </p:contentPart>
          </mc:Choice>
          <mc:Fallback xmlns="">
            <p:pic>
              <p:nvPicPr>
                <p:cNvPr id="1281" name="Ink 1280">
                  <a:extLst>
                    <a:ext uri="{FF2B5EF4-FFF2-40B4-BE49-F238E27FC236}">
                      <a16:creationId xmlns:a16="http://schemas.microsoft.com/office/drawing/2014/main" id="{7D1C554A-E074-EE44-0DFD-276C10F72DD1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8504432" y="3855683"/>
                  <a:ext cx="8640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1282" name="Ink 1281">
                  <a:extLst>
                    <a:ext uri="{FF2B5EF4-FFF2-40B4-BE49-F238E27FC236}">
                      <a16:creationId xmlns:a16="http://schemas.microsoft.com/office/drawing/2014/main" id="{8AF6D0DF-981C-911D-02E3-A2F6DCD1F3A7}"/>
                    </a:ext>
                  </a:extLst>
                </p14:cNvPr>
                <p14:cNvContentPartPr/>
                <p14:nvPr/>
              </p14:nvContentPartPr>
              <p14:xfrm>
                <a:off x="8688032" y="3725003"/>
                <a:ext cx="133920" cy="268920"/>
              </p14:xfrm>
            </p:contentPart>
          </mc:Choice>
          <mc:Fallback xmlns="">
            <p:pic>
              <p:nvPicPr>
                <p:cNvPr id="1282" name="Ink 1281">
                  <a:extLst>
                    <a:ext uri="{FF2B5EF4-FFF2-40B4-BE49-F238E27FC236}">
                      <a16:creationId xmlns:a16="http://schemas.microsoft.com/office/drawing/2014/main" id="{8AF6D0DF-981C-911D-02E3-A2F6DCD1F3A7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8670032" y="3707003"/>
                  <a:ext cx="16956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1283" name="Ink 1282">
                  <a:extLst>
                    <a:ext uri="{FF2B5EF4-FFF2-40B4-BE49-F238E27FC236}">
                      <a16:creationId xmlns:a16="http://schemas.microsoft.com/office/drawing/2014/main" id="{7AF5B5C7-BE9F-6B7F-B808-AACBD349A4D2}"/>
                    </a:ext>
                  </a:extLst>
                </p14:cNvPr>
                <p14:cNvContentPartPr/>
                <p14:nvPr/>
              </p14:nvContentPartPr>
              <p14:xfrm>
                <a:off x="8704232" y="3895283"/>
                <a:ext cx="173520" cy="5040"/>
              </p14:xfrm>
            </p:contentPart>
          </mc:Choice>
          <mc:Fallback xmlns="">
            <p:pic>
              <p:nvPicPr>
                <p:cNvPr id="1283" name="Ink 1282">
                  <a:extLst>
                    <a:ext uri="{FF2B5EF4-FFF2-40B4-BE49-F238E27FC236}">
                      <a16:creationId xmlns:a16="http://schemas.microsoft.com/office/drawing/2014/main" id="{7AF5B5C7-BE9F-6B7F-B808-AACBD349A4D2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8686592" y="3877643"/>
                  <a:ext cx="2091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1284" name="Ink 1283">
                  <a:extLst>
                    <a:ext uri="{FF2B5EF4-FFF2-40B4-BE49-F238E27FC236}">
                      <a16:creationId xmlns:a16="http://schemas.microsoft.com/office/drawing/2014/main" id="{425CBCC8-E85F-9E5A-BD27-DA0DC7FB6D32}"/>
                    </a:ext>
                  </a:extLst>
                </p14:cNvPr>
                <p14:cNvContentPartPr/>
                <p14:nvPr/>
              </p14:nvContentPartPr>
              <p14:xfrm>
                <a:off x="8961272" y="3663803"/>
                <a:ext cx="117360" cy="402480"/>
              </p14:xfrm>
            </p:contentPart>
          </mc:Choice>
          <mc:Fallback xmlns="">
            <p:pic>
              <p:nvPicPr>
                <p:cNvPr id="1284" name="Ink 1283">
                  <a:extLst>
                    <a:ext uri="{FF2B5EF4-FFF2-40B4-BE49-F238E27FC236}">
                      <a16:creationId xmlns:a16="http://schemas.microsoft.com/office/drawing/2014/main" id="{425CBCC8-E85F-9E5A-BD27-DA0DC7FB6D32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8943632" y="3646163"/>
                  <a:ext cx="153000" cy="43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1" name="Group 1290">
            <a:extLst>
              <a:ext uri="{FF2B5EF4-FFF2-40B4-BE49-F238E27FC236}">
                <a16:creationId xmlns:a16="http://schemas.microsoft.com/office/drawing/2014/main" id="{E1E9C8C8-ECD7-BA85-EF9B-D9B9BB361A2A}"/>
              </a:ext>
            </a:extLst>
          </p:cNvPr>
          <p:cNvGrpSpPr/>
          <p:nvPr/>
        </p:nvGrpSpPr>
        <p:grpSpPr>
          <a:xfrm>
            <a:off x="9369152" y="3668483"/>
            <a:ext cx="1030320" cy="419040"/>
            <a:chOff x="9369152" y="3668483"/>
            <a:chExt cx="1030320" cy="41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1286" name="Ink 1285">
                  <a:extLst>
                    <a:ext uri="{FF2B5EF4-FFF2-40B4-BE49-F238E27FC236}">
                      <a16:creationId xmlns:a16="http://schemas.microsoft.com/office/drawing/2014/main" id="{D5324B76-1453-22E1-9F49-FC10C7A2E23C}"/>
                    </a:ext>
                  </a:extLst>
                </p14:cNvPr>
                <p14:cNvContentPartPr/>
                <p14:nvPr/>
              </p14:nvContentPartPr>
              <p14:xfrm>
                <a:off x="9369152" y="3702683"/>
                <a:ext cx="133200" cy="306720"/>
              </p14:xfrm>
            </p:contentPart>
          </mc:Choice>
          <mc:Fallback xmlns="">
            <p:pic>
              <p:nvPicPr>
                <p:cNvPr id="1286" name="Ink 1285">
                  <a:extLst>
                    <a:ext uri="{FF2B5EF4-FFF2-40B4-BE49-F238E27FC236}">
                      <a16:creationId xmlns:a16="http://schemas.microsoft.com/office/drawing/2014/main" id="{D5324B76-1453-22E1-9F49-FC10C7A2E23C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9351152" y="3685043"/>
                  <a:ext cx="16884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1287" name="Ink 1286">
                  <a:extLst>
                    <a:ext uri="{FF2B5EF4-FFF2-40B4-BE49-F238E27FC236}">
                      <a16:creationId xmlns:a16="http://schemas.microsoft.com/office/drawing/2014/main" id="{FB31669A-EF95-3926-C0B2-BD23BE6A829A}"/>
                    </a:ext>
                  </a:extLst>
                </p14:cNvPr>
                <p14:cNvContentPartPr/>
                <p14:nvPr/>
              </p14:nvContentPartPr>
              <p14:xfrm>
                <a:off x="9506312" y="3763883"/>
                <a:ext cx="241920" cy="188640"/>
              </p14:xfrm>
            </p:contentPart>
          </mc:Choice>
          <mc:Fallback xmlns="">
            <p:pic>
              <p:nvPicPr>
                <p:cNvPr id="1287" name="Ink 1286">
                  <a:extLst>
                    <a:ext uri="{FF2B5EF4-FFF2-40B4-BE49-F238E27FC236}">
                      <a16:creationId xmlns:a16="http://schemas.microsoft.com/office/drawing/2014/main" id="{FB31669A-EF95-3926-C0B2-BD23BE6A829A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9488672" y="3745883"/>
                  <a:ext cx="27756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1288" name="Ink 1287">
                  <a:extLst>
                    <a:ext uri="{FF2B5EF4-FFF2-40B4-BE49-F238E27FC236}">
                      <a16:creationId xmlns:a16="http://schemas.microsoft.com/office/drawing/2014/main" id="{4621ECE0-5657-07D8-A62E-18E09B12237E}"/>
                    </a:ext>
                  </a:extLst>
                </p14:cNvPr>
                <p14:cNvContentPartPr/>
                <p14:nvPr/>
              </p14:nvContentPartPr>
              <p14:xfrm>
                <a:off x="9832472" y="3920843"/>
                <a:ext cx="63720" cy="166680"/>
              </p14:xfrm>
            </p:contentPart>
          </mc:Choice>
          <mc:Fallback xmlns="">
            <p:pic>
              <p:nvPicPr>
                <p:cNvPr id="1288" name="Ink 1287">
                  <a:extLst>
                    <a:ext uri="{FF2B5EF4-FFF2-40B4-BE49-F238E27FC236}">
                      <a16:creationId xmlns:a16="http://schemas.microsoft.com/office/drawing/2014/main" id="{4621ECE0-5657-07D8-A62E-18E09B12237E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9814472" y="3902843"/>
                  <a:ext cx="9936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1289" name="Ink 1288">
                  <a:extLst>
                    <a:ext uri="{FF2B5EF4-FFF2-40B4-BE49-F238E27FC236}">
                      <a16:creationId xmlns:a16="http://schemas.microsoft.com/office/drawing/2014/main" id="{CFD4486E-2B5D-A300-CD58-748670F1F82A}"/>
                    </a:ext>
                  </a:extLst>
                </p14:cNvPr>
                <p14:cNvContentPartPr/>
                <p14:nvPr/>
              </p14:nvContentPartPr>
              <p14:xfrm>
                <a:off x="10052432" y="3877283"/>
                <a:ext cx="148680" cy="23400"/>
              </p14:xfrm>
            </p:contentPart>
          </mc:Choice>
          <mc:Fallback xmlns="">
            <p:pic>
              <p:nvPicPr>
                <p:cNvPr id="1289" name="Ink 1288">
                  <a:extLst>
                    <a:ext uri="{FF2B5EF4-FFF2-40B4-BE49-F238E27FC236}">
                      <a16:creationId xmlns:a16="http://schemas.microsoft.com/office/drawing/2014/main" id="{CFD4486E-2B5D-A300-CD58-748670F1F82A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10034432" y="3859643"/>
                  <a:ext cx="18432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1290" name="Ink 1289">
                  <a:extLst>
                    <a:ext uri="{FF2B5EF4-FFF2-40B4-BE49-F238E27FC236}">
                      <a16:creationId xmlns:a16="http://schemas.microsoft.com/office/drawing/2014/main" id="{BA607AF6-85B5-56D8-56E5-6E63C52EE2C6}"/>
                    </a:ext>
                  </a:extLst>
                </p14:cNvPr>
                <p14:cNvContentPartPr/>
                <p14:nvPr/>
              </p14:nvContentPartPr>
              <p14:xfrm>
                <a:off x="10262312" y="3668483"/>
                <a:ext cx="137160" cy="358200"/>
              </p14:xfrm>
            </p:contentPart>
          </mc:Choice>
          <mc:Fallback xmlns="">
            <p:pic>
              <p:nvPicPr>
                <p:cNvPr id="1290" name="Ink 1289">
                  <a:extLst>
                    <a:ext uri="{FF2B5EF4-FFF2-40B4-BE49-F238E27FC236}">
                      <a16:creationId xmlns:a16="http://schemas.microsoft.com/office/drawing/2014/main" id="{BA607AF6-85B5-56D8-56E5-6E63C52EE2C6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10244672" y="3650483"/>
                  <a:ext cx="172800" cy="393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30">
            <p14:nvContentPartPr>
              <p14:cNvPr id="1292" name="Ink 1291">
                <a:extLst>
                  <a:ext uri="{FF2B5EF4-FFF2-40B4-BE49-F238E27FC236}">
                    <a16:creationId xmlns:a16="http://schemas.microsoft.com/office/drawing/2014/main" id="{BBA726F2-F54B-B1D5-85AA-6D4E57D9CA36}"/>
                  </a:ext>
                </a:extLst>
              </p14:cNvPr>
              <p14:cNvContentPartPr/>
              <p14:nvPr/>
            </p14:nvContentPartPr>
            <p14:xfrm>
              <a:off x="1775312" y="4407923"/>
              <a:ext cx="364680" cy="24840"/>
            </p14:xfrm>
          </p:contentPart>
        </mc:Choice>
        <mc:Fallback xmlns="">
          <p:pic>
            <p:nvPicPr>
              <p:cNvPr id="1292" name="Ink 1291">
                <a:extLst>
                  <a:ext uri="{FF2B5EF4-FFF2-40B4-BE49-F238E27FC236}">
                    <a16:creationId xmlns:a16="http://schemas.microsoft.com/office/drawing/2014/main" id="{BBA726F2-F54B-B1D5-85AA-6D4E57D9CA36}"/>
                  </a:ext>
                </a:extLst>
              </p:cNvPr>
              <p:cNvPicPr/>
              <p:nvPr/>
            </p:nvPicPr>
            <p:blipFill>
              <a:blip r:embed="rId431"/>
              <a:stretch>
                <a:fillRect/>
              </a:stretch>
            </p:blipFill>
            <p:spPr>
              <a:xfrm>
                <a:off x="1757672" y="4390283"/>
                <a:ext cx="400320" cy="6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2">
            <p14:nvContentPartPr>
              <p14:cNvPr id="1293" name="Ink 1292">
                <a:extLst>
                  <a:ext uri="{FF2B5EF4-FFF2-40B4-BE49-F238E27FC236}">
                    <a16:creationId xmlns:a16="http://schemas.microsoft.com/office/drawing/2014/main" id="{0491E6C2-9821-BC73-D44A-BF9AC2EE34C9}"/>
                  </a:ext>
                </a:extLst>
              </p14:cNvPr>
              <p14:cNvContentPartPr/>
              <p14:nvPr/>
            </p14:nvContentPartPr>
            <p14:xfrm>
              <a:off x="3002192" y="4383443"/>
              <a:ext cx="526320" cy="29160"/>
            </p14:xfrm>
          </p:contentPart>
        </mc:Choice>
        <mc:Fallback xmlns="">
          <p:pic>
            <p:nvPicPr>
              <p:cNvPr id="1293" name="Ink 1292">
                <a:extLst>
                  <a:ext uri="{FF2B5EF4-FFF2-40B4-BE49-F238E27FC236}">
                    <a16:creationId xmlns:a16="http://schemas.microsoft.com/office/drawing/2014/main" id="{0491E6C2-9821-BC73-D44A-BF9AC2EE34C9}"/>
                  </a:ext>
                </a:extLst>
              </p:cNvPr>
              <p:cNvPicPr/>
              <p:nvPr/>
            </p:nvPicPr>
            <p:blipFill>
              <a:blip r:embed="rId433"/>
              <a:stretch>
                <a:fillRect/>
              </a:stretch>
            </p:blipFill>
            <p:spPr>
              <a:xfrm>
                <a:off x="2984552" y="4365443"/>
                <a:ext cx="561960" cy="64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97" name="Group 1296">
            <a:extLst>
              <a:ext uri="{FF2B5EF4-FFF2-40B4-BE49-F238E27FC236}">
                <a16:creationId xmlns:a16="http://schemas.microsoft.com/office/drawing/2014/main" id="{0382681C-AC36-32C7-96C2-1B408EE0DD85}"/>
              </a:ext>
            </a:extLst>
          </p:cNvPr>
          <p:cNvGrpSpPr/>
          <p:nvPr/>
        </p:nvGrpSpPr>
        <p:grpSpPr>
          <a:xfrm>
            <a:off x="6828632" y="4208843"/>
            <a:ext cx="767160" cy="354600"/>
            <a:chOff x="6828632" y="4208843"/>
            <a:chExt cx="767160" cy="35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1294" name="Ink 1293">
                  <a:extLst>
                    <a:ext uri="{FF2B5EF4-FFF2-40B4-BE49-F238E27FC236}">
                      <a16:creationId xmlns:a16="http://schemas.microsoft.com/office/drawing/2014/main" id="{FADD65E6-47BB-A6BC-DCE3-462AFBB34902}"/>
                    </a:ext>
                  </a:extLst>
                </p14:cNvPr>
                <p14:cNvContentPartPr/>
                <p14:nvPr/>
              </p14:nvContentPartPr>
              <p14:xfrm>
                <a:off x="6828632" y="4208843"/>
                <a:ext cx="392400" cy="272880"/>
              </p14:xfrm>
            </p:contentPart>
          </mc:Choice>
          <mc:Fallback xmlns="">
            <p:pic>
              <p:nvPicPr>
                <p:cNvPr id="1294" name="Ink 1293">
                  <a:extLst>
                    <a:ext uri="{FF2B5EF4-FFF2-40B4-BE49-F238E27FC236}">
                      <a16:creationId xmlns:a16="http://schemas.microsoft.com/office/drawing/2014/main" id="{FADD65E6-47BB-A6BC-DCE3-462AFBB34902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6810992" y="4191203"/>
                  <a:ext cx="42804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1295" name="Ink 1294">
                  <a:extLst>
                    <a:ext uri="{FF2B5EF4-FFF2-40B4-BE49-F238E27FC236}">
                      <a16:creationId xmlns:a16="http://schemas.microsoft.com/office/drawing/2014/main" id="{8E58C62A-A0F1-6CEC-3A1E-E050DCFA0171}"/>
                    </a:ext>
                  </a:extLst>
                </p14:cNvPr>
                <p14:cNvContentPartPr/>
                <p14:nvPr/>
              </p14:nvContentPartPr>
              <p14:xfrm>
                <a:off x="7280432" y="4339163"/>
                <a:ext cx="315360" cy="152280"/>
              </p14:xfrm>
            </p:contentPart>
          </mc:Choice>
          <mc:Fallback xmlns="">
            <p:pic>
              <p:nvPicPr>
                <p:cNvPr id="1295" name="Ink 1294">
                  <a:extLst>
                    <a:ext uri="{FF2B5EF4-FFF2-40B4-BE49-F238E27FC236}">
                      <a16:creationId xmlns:a16="http://schemas.microsoft.com/office/drawing/2014/main" id="{8E58C62A-A0F1-6CEC-3A1E-E050DCFA0171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7262432" y="4321523"/>
                  <a:ext cx="35100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1296" name="Ink 1295">
                  <a:extLst>
                    <a:ext uri="{FF2B5EF4-FFF2-40B4-BE49-F238E27FC236}">
                      <a16:creationId xmlns:a16="http://schemas.microsoft.com/office/drawing/2014/main" id="{F70E047F-97D8-5878-6E6D-399E5FC397C3}"/>
                    </a:ext>
                  </a:extLst>
                </p14:cNvPr>
                <p14:cNvContentPartPr/>
                <p14:nvPr/>
              </p14:nvContentPartPr>
              <p14:xfrm>
                <a:off x="7373312" y="4542203"/>
                <a:ext cx="36360" cy="21240"/>
              </p14:xfrm>
            </p:contentPart>
          </mc:Choice>
          <mc:Fallback xmlns="">
            <p:pic>
              <p:nvPicPr>
                <p:cNvPr id="1296" name="Ink 1295">
                  <a:extLst>
                    <a:ext uri="{FF2B5EF4-FFF2-40B4-BE49-F238E27FC236}">
                      <a16:creationId xmlns:a16="http://schemas.microsoft.com/office/drawing/2014/main" id="{F70E047F-97D8-5878-6E6D-399E5FC397C3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7355312" y="4524203"/>
                  <a:ext cx="72000" cy="56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40">
            <p14:nvContentPartPr>
              <p14:cNvPr id="1298" name="Ink 1297">
                <a:extLst>
                  <a:ext uri="{FF2B5EF4-FFF2-40B4-BE49-F238E27FC236}">
                    <a16:creationId xmlns:a16="http://schemas.microsoft.com/office/drawing/2014/main" id="{5F7772C0-CA74-B79A-4C39-D81FF997334F}"/>
                  </a:ext>
                </a:extLst>
              </p14:cNvPr>
              <p14:cNvContentPartPr/>
              <p14:nvPr/>
            </p14:nvContentPartPr>
            <p14:xfrm>
              <a:off x="4065992" y="4220723"/>
              <a:ext cx="117360" cy="377640"/>
            </p14:xfrm>
          </p:contentPart>
        </mc:Choice>
        <mc:Fallback xmlns="">
          <p:pic>
            <p:nvPicPr>
              <p:cNvPr id="1298" name="Ink 1297">
                <a:extLst>
                  <a:ext uri="{FF2B5EF4-FFF2-40B4-BE49-F238E27FC236}">
                    <a16:creationId xmlns:a16="http://schemas.microsoft.com/office/drawing/2014/main" id="{5F7772C0-CA74-B79A-4C39-D81FF997334F}"/>
                  </a:ext>
                </a:extLst>
              </p:cNvPr>
              <p:cNvPicPr/>
              <p:nvPr/>
            </p:nvPicPr>
            <p:blipFill>
              <a:blip r:embed="rId441"/>
              <a:stretch>
                <a:fillRect/>
              </a:stretch>
            </p:blipFill>
            <p:spPr>
              <a:xfrm>
                <a:off x="4048352" y="4203083"/>
                <a:ext cx="153000" cy="413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05" name="Group 1304">
            <a:extLst>
              <a:ext uri="{FF2B5EF4-FFF2-40B4-BE49-F238E27FC236}">
                <a16:creationId xmlns:a16="http://schemas.microsoft.com/office/drawing/2014/main" id="{752EBD40-F0A2-4FD9-E62E-7D95639CF8C2}"/>
              </a:ext>
            </a:extLst>
          </p:cNvPr>
          <p:cNvGrpSpPr/>
          <p:nvPr/>
        </p:nvGrpSpPr>
        <p:grpSpPr>
          <a:xfrm>
            <a:off x="4237352" y="4243763"/>
            <a:ext cx="944280" cy="348120"/>
            <a:chOff x="4237352" y="4243763"/>
            <a:chExt cx="944280" cy="34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1299" name="Ink 1298">
                  <a:extLst>
                    <a:ext uri="{FF2B5EF4-FFF2-40B4-BE49-F238E27FC236}">
                      <a16:creationId xmlns:a16="http://schemas.microsoft.com/office/drawing/2014/main" id="{6C7F2EB2-11E3-D85B-BEC3-F5E8967BDC01}"/>
                    </a:ext>
                  </a:extLst>
                </p14:cNvPr>
                <p14:cNvContentPartPr/>
                <p14:nvPr/>
              </p14:nvContentPartPr>
              <p14:xfrm>
                <a:off x="4237352" y="4295963"/>
                <a:ext cx="305640" cy="215280"/>
              </p14:xfrm>
            </p:contentPart>
          </mc:Choice>
          <mc:Fallback xmlns="">
            <p:pic>
              <p:nvPicPr>
                <p:cNvPr id="1299" name="Ink 1298">
                  <a:extLst>
                    <a:ext uri="{FF2B5EF4-FFF2-40B4-BE49-F238E27FC236}">
                      <a16:creationId xmlns:a16="http://schemas.microsoft.com/office/drawing/2014/main" id="{6C7F2EB2-11E3-D85B-BEC3-F5E8967BDC01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4219712" y="4277963"/>
                  <a:ext cx="34128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1300" name="Ink 1299">
                  <a:extLst>
                    <a:ext uri="{FF2B5EF4-FFF2-40B4-BE49-F238E27FC236}">
                      <a16:creationId xmlns:a16="http://schemas.microsoft.com/office/drawing/2014/main" id="{0383C075-C1E6-DA1C-2F21-1F94A64815A0}"/>
                    </a:ext>
                  </a:extLst>
                </p14:cNvPr>
                <p14:cNvContentPartPr/>
                <p14:nvPr/>
              </p14:nvContentPartPr>
              <p14:xfrm>
                <a:off x="4670432" y="4445003"/>
                <a:ext cx="3960" cy="146880"/>
              </p14:xfrm>
            </p:contentPart>
          </mc:Choice>
          <mc:Fallback xmlns="">
            <p:pic>
              <p:nvPicPr>
                <p:cNvPr id="1300" name="Ink 1299">
                  <a:extLst>
                    <a:ext uri="{FF2B5EF4-FFF2-40B4-BE49-F238E27FC236}">
                      <a16:creationId xmlns:a16="http://schemas.microsoft.com/office/drawing/2014/main" id="{0383C075-C1E6-DA1C-2F21-1F94A64815A0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4652432" y="4427003"/>
                  <a:ext cx="3960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1301" name="Ink 1300">
                  <a:extLst>
                    <a:ext uri="{FF2B5EF4-FFF2-40B4-BE49-F238E27FC236}">
                      <a16:creationId xmlns:a16="http://schemas.microsoft.com/office/drawing/2014/main" id="{D915CC41-BDAA-E326-89D7-40ED7D33C2C1}"/>
                    </a:ext>
                  </a:extLst>
                </p14:cNvPr>
                <p14:cNvContentPartPr/>
                <p14:nvPr/>
              </p14:nvContentPartPr>
              <p14:xfrm>
                <a:off x="4876352" y="4321163"/>
                <a:ext cx="135360" cy="254520"/>
              </p14:xfrm>
            </p:contentPart>
          </mc:Choice>
          <mc:Fallback xmlns="">
            <p:pic>
              <p:nvPicPr>
                <p:cNvPr id="1301" name="Ink 1300">
                  <a:extLst>
                    <a:ext uri="{FF2B5EF4-FFF2-40B4-BE49-F238E27FC236}">
                      <a16:creationId xmlns:a16="http://schemas.microsoft.com/office/drawing/2014/main" id="{D915CC41-BDAA-E326-89D7-40ED7D33C2C1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4858712" y="4303523"/>
                  <a:ext cx="17100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1302" name="Ink 1301">
                  <a:extLst>
                    <a:ext uri="{FF2B5EF4-FFF2-40B4-BE49-F238E27FC236}">
                      <a16:creationId xmlns:a16="http://schemas.microsoft.com/office/drawing/2014/main" id="{AC7FBC0E-EF02-EA3C-2CD7-449C14E74DE3}"/>
                    </a:ext>
                  </a:extLst>
                </p14:cNvPr>
                <p14:cNvContentPartPr/>
                <p14:nvPr/>
              </p14:nvContentPartPr>
              <p14:xfrm>
                <a:off x="5093792" y="4243763"/>
                <a:ext cx="87840" cy="347400"/>
              </p14:xfrm>
            </p:contentPart>
          </mc:Choice>
          <mc:Fallback xmlns="">
            <p:pic>
              <p:nvPicPr>
                <p:cNvPr id="1302" name="Ink 1301">
                  <a:extLst>
                    <a:ext uri="{FF2B5EF4-FFF2-40B4-BE49-F238E27FC236}">
                      <a16:creationId xmlns:a16="http://schemas.microsoft.com/office/drawing/2014/main" id="{AC7FBC0E-EF02-EA3C-2CD7-449C14E74DE3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5076152" y="4225763"/>
                  <a:ext cx="123480" cy="383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50">
            <p14:nvContentPartPr>
              <p14:cNvPr id="1303" name="Ink 1302">
                <a:extLst>
                  <a:ext uri="{FF2B5EF4-FFF2-40B4-BE49-F238E27FC236}">
                    <a16:creationId xmlns:a16="http://schemas.microsoft.com/office/drawing/2014/main" id="{1A300969-A79B-98FC-A167-5D938364A66B}"/>
                  </a:ext>
                </a:extLst>
              </p14:cNvPr>
              <p14:cNvContentPartPr/>
              <p14:nvPr/>
            </p14:nvContentPartPr>
            <p14:xfrm>
              <a:off x="5498432" y="4248443"/>
              <a:ext cx="105120" cy="347040"/>
            </p14:xfrm>
          </p:contentPart>
        </mc:Choice>
        <mc:Fallback xmlns="">
          <p:pic>
            <p:nvPicPr>
              <p:cNvPr id="1303" name="Ink 1302">
                <a:extLst>
                  <a:ext uri="{FF2B5EF4-FFF2-40B4-BE49-F238E27FC236}">
                    <a16:creationId xmlns:a16="http://schemas.microsoft.com/office/drawing/2014/main" id="{1A300969-A79B-98FC-A167-5D938364A66B}"/>
                  </a:ext>
                </a:extLst>
              </p:cNvPr>
              <p:cNvPicPr/>
              <p:nvPr/>
            </p:nvPicPr>
            <p:blipFill>
              <a:blip r:embed="rId451"/>
              <a:stretch>
                <a:fillRect/>
              </a:stretch>
            </p:blipFill>
            <p:spPr>
              <a:xfrm>
                <a:off x="5480432" y="4230803"/>
                <a:ext cx="140760" cy="382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12" name="Group 1311">
            <a:extLst>
              <a:ext uri="{FF2B5EF4-FFF2-40B4-BE49-F238E27FC236}">
                <a16:creationId xmlns:a16="http://schemas.microsoft.com/office/drawing/2014/main" id="{80B359C4-378A-C662-B595-C82E71CB3E76}"/>
              </a:ext>
            </a:extLst>
          </p:cNvPr>
          <p:cNvGrpSpPr/>
          <p:nvPr/>
        </p:nvGrpSpPr>
        <p:grpSpPr>
          <a:xfrm>
            <a:off x="5703632" y="4232603"/>
            <a:ext cx="745920" cy="397440"/>
            <a:chOff x="5703632" y="4232603"/>
            <a:chExt cx="745920" cy="39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1306" name="Ink 1305">
                  <a:extLst>
                    <a:ext uri="{FF2B5EF4-FFF2-40B4-BE49-F238E27FC236}">
                      <a16:creationId xmlns:a16="http://schemas.microsoft.com/office/drawing/2014/main" id="{EBF493B6-369B-6E58-E279-80F3D0EA866E}"/>
                    </a:ext>
                  </a:extLst>
                </p14:cNvPr>
                <p14:cNvContentPartPr/>
                <p14:nvPr/>
              </p14:nvContentPartPr>
              <p14:xfrm>
                <a:off x="5703632" y="4286243"/>
                <a:ext cx="29520" cy="213480"/>
              </p14:xfrm>
            </p:contentPart>
          </mc:Choice>
          <mc:Fallback xmlns="">
            <p:pic>
              <p:nvPicPr>
                <p:cNvPr id="1306" name="Ink 1305">
                  <a:extLst>
                    <a:ext uri="{FF2B5EF4-FFF2-40B4-BE49-F238E27FC236}">
                      <a16:creationId xmlns:a16="http://schemas.microsoft.com/office/drawing/2014/main" id="{EBF493B6-369B-6E58-E279-80F3D0EA866E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5685632" y="4268243"/>
                  <a:ext cx="6516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1307" name="Ink 1306">
                  <a:extLst>
                    <a:ext uri="{FF2B5EF4-FFF2-40B4-BE49-F238E27FC236}">
                      <a16:creationId xmlns:a16="http://schemas.microsoft.com/office/drawing/2014/main" id="{9C99D7D9-30E3-C0B4-EF85-BF19685FD66C}"/>
                    </a:ext>
                  </a:extLst>
                </p14:cNvPr>
                <p14:cNvContentPartPr/>
                <p14:nvPr/>
              </p14:nvContentPartPr>
              <p14:xfrm>
                <a:off x="5787872" y="4343843"/>
                <a:ext cx="117360" cy="151920"/>
              </p14:xfrm>
            </p:contentPart>
          </mc:Choice>
          <mc:Fallback xmlns="">
            <p:pic>
              <p:nvPicPr>
                <p:cNvPr id="1307" name="Ink 1306">
                  <a:extLst>
                    <a:ext uri="{FF2B5EF4-FFF2-40B4-BE49-F238E27FC236}">
                      <a16:creationId xmlns:a16="http://schemas.microsoft.com/office/drawing/2014/main" id="{9C99D7D9-30E3-C0B4-EF85-BF19685FD66C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5770232" y="4325843"/>
                  <a:ext cx="15300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1308" name="Ink 1307">
                  <a:extLst>
                    <a:ext uri="{FF2B5EF4-FFF2-40B4-BE49-F238E27FC236}">
                      <a16:creationId xmlns:a16="http://schemas.microsoft.com/office/drawing/2014/main" id="{D401A566-D943-227D-A21C-CD869F32688D}"/>
                    </a:ext>
                  </a:extLst>
                </p14:cNvPr>
                <p14:cNvContentPartPr/>
                <p14:nvPr/>
              </p14:nvContentPartPr>
              <p14:xfrm>
                <a:off x="5973632" y="4454723"/>
                <a:ext cx="45720" cy="175320"/>
              </p14:xfrm>
            </p:contentPart>
          </mc:Choice>
          <mc:Fallback xmlns="">
            <p:pic>
              <p:nvPicPr>
                <p:cNvPr id="1308" name="Ink 1307">
                  <a:extLst>
                    <a:ext uri="{FF2B5EF4-FFF2-40B4-BE49-F238E27FC236}">
                      <a16:creationId xmlns:a16="http://schemas.microsoft.com/office/drawing/2014/main" id="{D401A566-D943-227D-A21C-CD869F32688D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5955992" y="4436723"/>
                  <a:ext cx="8136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1309" name="Ink 1308">
                  <a:extLst>
                    <a:ext uri="{FF2B5EF4-FFF2-40B4-BE49-F238E27FC236}">
                      <a16:creationId xmlns:a16="http://schemas.microsoft.com/office/drawing/2014/main" id="{42213C94-7A47-B739-FFFE-A6328335A8EE}"/>
                    </a:ext>
                  </a:extLst>
                </p14:cNvPr>
                <p14:cNvContentPartPr/>
                <p14:nvPr/>
              </p14:nvContentPartPr>
              <p14:xfrm>
                <a:off x="6126272" y="4339163"/>
                <a:ext cx="138240" cy="193320"/>
              </p14:xfrm>
            </p:contentPart>
          </mc:Choice>
          <mc:Fallback xmlns="">
            <p:pic>
              <p:nvPicPr>
                <p:cNvPr id="1309" name="Ink 1308">
                  <a:extLst>
                    <a:ext uri="{FF2B5EF4-FFF2-40B4-BE49-F238E27FC236}">
                      <a16:creationId xmlns:a16="http://schemas.microsoft.com/office/drawing/2014/main" id="{42213C94-7A47-B739-FFFE-A6328335A8EE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6108632" y="4321163"/>
                  <a:ext cx="17388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1310" name="Ink 1309">
                  <a:extLst>
                    <a:ext uri="{FF2B5EF4-FFF2-40B4-BE49-F238E27FC236}">
                      <a16:creationId xmlns:a16="http://schemas.microsoft.com/office/drawing/2014/main" id="{EC70DA08-06FA-61AF-167E-4F6EADB949AA}"/>
                    </a:ext>
                  </a:extLst>
                </p14:cNvPr>
                <p14:cNvContentPartPr/>
                <p14:nvPr/>
              </p14:nvContentPartPr>
              <p14:xfrm>
                <a:off x="6152192" y="4439963"/>
                <a:ext cx="149760" cy="34920"/>
              </p14:xfrm>
            </p:contentPart>
          </mc:Choice>
          <mc:Fallback xmlns="">
            <p:pic>
              <p:nvPicPr>
                <p:cNvPr id="1310" name="Ink 1309">
                  <a:extLst>
                    <a:ext uri="{FF2B5EF4-FFF2-40B4-BE49-F238E27FC236}">
                      <a16:creationId xmlns:a16="http://schemas.microsoft.com/office/drawing/2014/main" id="{EC70DA08-06FA-61AF-167E-4F6EADB949AA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6134192" y="4422323"/>
                  <a:ext cx="18540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1311" name="Ink 1310">
                  <a:extLst>
                    <a:ext uri="{FF2B5EF4-FFF2-40B4-BE49-F238E27FC236}">
                      <a16:creationId xmlns:a16="http://schemas.microsoft.com/office/drawing/2014/main" id="{F32AD79D-CF37-1FD6-C384-B92A253D700A}"/>
                    </a:ext>
                  </a:extLst>
                </p14:cNvPr>
                <p14:cNvContentPartPr/>
                <p14:nvPr/>
              </p14:nvContentPartPr>
              <p14:xfrm>
                <a:off x="6372512" y="4232603"/>
                <a:ext cx="77040" cy="366480"/>
              </p14:xfrm>
            </p:contentPart>
          </mc:Choice>
          <mc:Fallback xmlns="">
            <p:pic>
              <p:nvPicPr>
                <p:cNvPr id="1311" name="Ink 1310">
                  <a:extLst>
                    <a:ext uri="{FF2B5EF4-FFF2-40B4-BE49-F238E27FC236}">
                      <a16:creationId xmlns:a16="http://schemas.microsoft.com/office/drawing/2014/main" id="{F32AD79D-CF37-1FD6-C384-B92A253D700A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6354872" y="4214603"/>
                  <a:ext cx="112680" cy="40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9" name="Group 1318">
            <a:extLst>
              <a:ext uri="{FF2B5EF4-FFF2-40B4-BE49-F238E27FC236}">
                <a16:creationId xmlns:a16="http://schemas.microsoft.com/office/drawing/2014/main" id="{5B770575-E5DB-7878-EC3B-77836A0E613E}"/>
              </a:ext>
            </a:extLst>
          </p:cNvPr>
          <p:cNvGrpSpPr/>
          <p:nvPr/>
        </p:nvGrpSpPr>
        <p:grpSpPr>
          <a:xfrm>
            <a:off x="8069192" y="4206323"/>
            <a:ext cx="998280" cy="396000"/>
            <a:chOff x="8069192" y="4206323"/>
            <a:chExt cx="998280" cy="39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1313" name="Ink 1312">
                  <a:extLst>
                    <a:ext uri="{FF2B5EF4-FFF2-40B4-BE49-F238E27FC236}">
                      <a16:creationId xmlns:a16="http://schemas.microsoft.com/office/drawing/2014/main" id="{F58E7DF6-5E9E-59CA-BC58-EFCB1FBFACC1}"/>
                    </a:ext>
                  </a:extLst>
                </p14:cNvPr>
                <p14:cNvContentPartPr/>
                <p14:nvPr/>
              </p14:nvContentPartPr>
              <p14:xfrm>
                <a:off x="8069192" y="4224683"/>
                <a:ext cx="150840" cy="306360"/>
              </p14:xfrm>
            </p:contentPart>
          </mc:Choice>
          <mc:Fallback xmlns="">
            <p:pic>
              <p:nvPicPr>
                <p:cNvPr id="1313" name="Ink 1312">
                  <a:extLst>
                    <a:ext uri="{FF2B5EF4-FFF2-40B4-BE49-F238E27FC236}">
                      <a16:creationId xmlns:a16="http://schemas.microsoft.com/office/drawing/2014/main" id="{F58E7DF6-5E9E-59CA-BC58-EFCB1FBFACC1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8051552" y="4207043"/>
                  <a:ext cx="18648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1314" name="Ink 1313">
                  <a:extLst>
                    <a:ext uri="{FF2B5EF4-FFF2-40B4-BE49-F238E27FC236}">
                      <a16:creationId xmlns:a16="http://schemas.microsoft.com/office/drawing/2014/main" id="{A5126D33-3D22-1642-1948-7E11EE1D576B}"/>
                    </a:ext>
                  </a:extLst>
                </p14:cNvPr>
                <p14:cNvContentPartPr/>
                <p14:nvPr/>
              </p14:nvContentPartPr>
              <p14:xfrm>
                <a:off x="8295992" y="4266803"/>
                <a:ext cx="121320" cy="245520"/>
              </p14:xfrm>
            </p:contentPart>
          </mc:Choice>
          <mc:Fallback xmlns="">
            <p:pic>
              <p:nvPicPr>
                <p:cNvPr id="1314" name="Ink 1313">
                  <a:extLst>
                    <a:ext uri="{FF2B5EF4-FFF2-40B4-BE49-F238E27FC236}">
                      <a16:creationId xmlns:a16="http://schemas.microsoft.com/office/drawing/2014/main" id="{A5126D33-3D22-1642-1948-7E11EE1D576B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8278352" y="4249163"/>
                  <a:ext cx="15696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1315" name="Ink 1314">
                  <a:extLst>
                    <a:ext uri="{FF2B5EF4-FFF2-40B4-BE49-F238E27FC236}">
                      <a16:creationId xmlns:a16="http://schemas.microsoft.com/office/drawing/2014/main" id="{202C2D98-767A-E48C-F270-C89BA8302108}"/>
                    </a:ext>
                  </a:extLst>
                </p14:cNvPr>
                <p14:cNvContentPartPr/>
                <p14:nvPr/>
              </p14:nvContentPartPr>
              <p14:xfrm>
                <a:off x="8502632" y="4420523"/>
                <a:ext cx="60120" cy="181800"/>
              </p14:xfrm>
            </p:contentPart>
          </mc:Choice>
          <mc:Fallback xmlns="">
            <p:pic>
              <p:nvPicPr>
                <p:cNvPr id="1315" name="Ink 1314">
                  <a:extLst>
                    <a:ext uri="{FF2B5EF4-FFF2-40B4-BE49-F238E27FC236}">
                      <a16:creationId xmlns:a16="http://schemas.microsoft.com/office/drawing/2014/main" id="{202C2D98-767A-E48C-F270-C89BA8302108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8484992" y="4402523"/>
                  <a:ext cx="9576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1316" name="Ink 1315">
                  <a:extLst>
                    <a:ext uri="{FF2B5EF4-FFF2-40B4-BE49-F238E27FC236}">
                      <a16:creationId xmlns:a16="http://schemas.microsoft.com/office/drawing/2014/main" id="{6277806F-2072-BEA3-0290-13DA6FCEFFFD}"/>
                    </a:ext>
                  </a:extLst>
                </p14:cNvPr>
                <p14:cNvContentPartPr/>
                <p14:nvPr/>
              </p14:nvContentPartPr>
              <p14:xfrm>
                <a:off x="8697392" y="4298123"/>
                <a:ext cx="113040" cy="205920"/>
              </p14:xfrm>
            </p:contentPart>
          </mc:Choice>
          <mc:Fallback xmlns="">
            <p:pic>
              <p:nvPicPr>
                <p:cNvPr id="1316" name="Ink 1315">
                  <a:extLst>
                    <a:ext uri="{FF2B5EF4-FFF2-40B4-BE49-F238E27FC236}">
                      <a16:creationId xmlns:a16="http://schemas.microsoft.com/office/drawing/2014/main" id="{6277806F-2072-BEA3-0290-13DA6FCEFFFD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8679392" y="4280123"/>
                  <a:ext cx="14868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1317" name="Ink 1316">
                  <a:extLst>
                    <a:ext uri="{FF2B5EF4-FFF2-40B4-BE49-F238E27FC236}">
                      <a16:creationId xmlns:a16="http://schemas.microsoft.com/office/drawing/2014/main" id="{9E61B6FF-DED9-49EF-4C1E-D9157D2419EB}"/>
                    </a:ext>
                  </a:extLst>
                </p14:cNvPr>
                <p14:cNvContentPartPr/>
                <p14:nvPr/>
              </p14:nvContentPartPr>
              <p14:xfrm>
                <a:off x="8662832" y="4417283"/>
                <a:ext cx="197640" cy="15120"/>
              </p14:xfrm>
            </p:contentPart>
          </mc:Choice>
          <mc:Fallback xmlns="">
            <p:pic>
              <p:nvPicPr>
                <p:cNvPr id="1317" name="Ink 1316">
                  <a:extLst>
                    <a:ext uri="{FF2B5EF4-FFF2-40B4-BE49-F238E27FC236}">
                      <a16:creationId xmlns:a16="http://schemas.microsoft.com/office/drawing/2014/main" id="{9E61B6FF-DED9-49EF-4C1E-D9157D2419EB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8644832" y="4399643"/>
                  <a:ext cx="23328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1318" name="Ink 1317">
                  <a:extLst>
                    <a:ext uri="{FF2B5EF4-FFF2-40B4-BE49-F238E27FC236}">
                      <a16:creationId xmlns:a16="http://schemas.microsoft.com/office/drawing/2014/main" id="{CE1BB42F-D64F-DD44-0695-26C08FF87F91}"/>
                    </a:ext>
                  </a:extLst>
                </p14:cNvPr>
                <p14:cNvContentPartPr/>
                <p14:nvPr/>
              </p14:nvContentPartPr>
              <p14:xfrm>
                <a:off x="8953712" y="4206323"/>
                <a:ext cx="113760" cy="319320"/>
              </p14:xfrm>
            </p:contentPart>
          </mc:Choice>
          <mc:Fallback xmlns="">
            <p:pic>
              <p:nvPicPr>
                <p:cNvPr id="1318" name="Ink 1317">
                  <a:extLst>
                    <a:ext uri="{FF2B5EF4-FFF2-40B4-BE49-F238E27FC236}">
                      <a16:creationId xmlns:a16="http://schemas.microsoft.com/office/drawing/2014/main" id="{CE1BB42F-D64F-DD44-0695-26C08FF87F91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8936072" y="4188683"/>
                  <a:ext cx="149400" cy="35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5" name="Group 1324">
            <a:extLst>
              <a:ext uri="{FF2B5EF4-FFF2-40B4-BE49-F238E27FC236}">
                <a16:creationId xmlns:a16="http://schemas.microsoft.com/office/drawing/2014/main" id="{63B60D1F-021F-8E8A-70F0-0386888A6D15}"/>
              </a:ext>
            </a:extLst>
          </p:cNvPr>
          <p:cNvGrpSpPr/>
          <p:nvPr/>
        </p:nvGrpSpPr>
        <p:grpSpPr>
          <a:xfrm>
            <a:off x="9354752" y="4220723"/>
            <a:ext cx="1072080" cy="419760"/>
            <a:chOff x="9354752" y="4220723"/>
            <a:chExt cx="1072080" cy="41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1320" name="Ink 1319">
                  <a:extLst>
                    <a:ext uri="{FF2B5EF4-FFF2-40B4-BE49-F238E27FC236}">
                      <a16:creationId xmlns:a16="http://schemas.microsoft.com/office/drawing/2014/main" id="{033A6C90-9E24-0393-8EA5-272265BD3EEF}"/>
                    </a:ext>
                  </a:extLst>
                </p14:cNvPr>
                <p14:cNvContentPartPr/>
                <p14:nvPr/>
              </p14:nvContentPartPr>
              <p14:xfrm>
                <a:off x="9354752" y="4230803"/>
                <a:ext cx="137880" cy="363600"/>
              </p14:xfrm>
            </p:contentPart>
          </mc:Choice>
          <mc:Fallback xmlns="">
            <p:pic>
              <p:nvPicPr>
                <p:cNvPr id="1320" name="Ink 1319">
                  <a:extLst>
                    <a:ext uri="{FF2B5EF4-FFF2-40B4-BE49-F238E27FC236}">
                      <a16:creationId xmlns:a16="http://schemas.microsoft.com/office/drawing/2014/main" id="{033A6C90-9E24-0393-8EA5-272265BD3EEF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9337112" y="4212803"/>
                  <a:ext cx="173520" cy="39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1321" name="Ink 1320">
                  <a:extLst>
                    <a:ext uri="{FF2B5EF4-FFF2-40B4-BE49-F238E27FC236}">
                      <a16:creationId xmlns:a16="http://schemas.microsoft.com/office/drawing/2014/main" id="{1DE46628-DE81-2667-F092-F1E8C789F803}"/>
                    </a:ext>
                  </a:extLst>
                </p14:cNvPr>
                <p14:cNvContentPartPr/>
                <p14:nvPr/>
              </p14:nvContentPartPr>
              <p14:xfrm>
                <a:off x="9503432" y="4300643"/>
                <a:ext cx="261000" cy="196920"/>
              </p14:xfrm>
            </p:contentPart>
          </mc:Choice>
          <mc:Fallback xmlns="">
            <p:pic>
              <p:nvPicPr>
                <p:cNvPr id="1321" name="Ink 1320">
                  <a:extLst>
                    <a:ext uri="{FF2B5EF4-FFF2-40B4-BE49-F238E27FC236}">
                      <a16:creationId xmlns:a16="http://schemas.microsoft.com/office/drawing/2014/main" id="{1DE46628-DE81-2667-F092-F1E8C789F803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9485432" y="4283003"/>
                  <a:ext cx="29664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1322" name="Ink 1321">
                  <a:extLst>
                    <a:ext uri="{FF2B5EF4-FFF2-40B4-BE49-F238E27FC236}">
                      <a16:creationId xmlns:a16="http://schemas.microsoft.com/office/drawing/2014/main" id="{6BBE89D2-BFCD-7812-21C0-A1FCD6EB9BCB}"/>
                    </a:ext>
                  </a:extLst>
                </p14:cNvPr>
                <p14:cNvContentPartPr/>
                <p14:nvPr/>
              </p14:nvContentPartPr>
              <p14:xfrm>
                <a:off x="9822752" y="4484963"/>
                <a:ext cx="65880" cy="155520"/>
              </p14:xfrm>
            </p:contentPart>
          </mc:Choice>
          <mc:Fallback xmlns="">
            <p:pic>
              <p:nvPicPr>
                <p:cNvPr id="1322" name="Ink 1321">
                  <a:extLst>
                    <a:ext uri="{FF2B5EF4-FFF2-40B4-BE49-F238E27FC236}">
                      <a16:creationId xmlns:a16="http://schemas.microsoft.com/office/drawing/2014/main" id="{6BBE89D2-BFCD-7812-21C0-A1FCD6EB9BCB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9804752" y="4466963"/>
                  <a:ext cx="10152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1323" name="Ink 1322">
                  <a:extLst>
                    <a:ext uri="{FF2B5EF4-FFF2-40B4-BE49-F238E27FC236}">
                      <a16:creationId xmlns:a16="http://schemas.microsoft.com/office/drawing/2014/main" id="{0031562C-C5D3-4343-80E3-9ADB1F465888}"/>
                    </a:ext>
                  </a:extLst>
                </p14:cNvPr>
                <p14:cNvContentPartPr/>
                <p14:nvPr/>
              </p14:nvContentPartPr>
              <p14:xfrm>
                <a:off x="10036952" y="4421243"/>
                <a:ext cx="147600" cy="11520"/>
              </p14:xfrm>
            </p:contentPart>
          </mc:Choice>
          <mc:Fallback xmlns="">
            <p:pic>
              <p:nvPicPr>
                <p:cNvPr id="1323" name="Ink 1322">
                  <a:extLst>
                    <a:ext uri="{FF2B5EF4-FFF2-40B4-BE49-F238E27FC236}">
                      <a16:creationId xmlns:a16="http://schemas.microsoft.com/office/drawing/2014/main" id="{0031562C-C5D3-4343-80E3-9ADB1F465888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10018952" y="4403603"/>
                  <a:ext cx="18324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1324" name="Ink 1323">
                  <a:extLst>
                    <a:ext uri="{FF2B5EF4-FFF2-40B4-BE49-F238E27FC236}">
                      <a16:creationId xmlns:a16="http://schemas.microsoft.com/office/drawing/2014/main" id="{9DB6F879-4C29-8E8A-83AE-25765C6A033E}"/>
                    </a:ext>
                  </a:extLst>
                </p14:cNvPr>
                <p14:cNvContentPartPr/>
                <p14:nvPr/>
              </p14:nvContentPartPr>
              <p14:xfrm>
                <a:off x="10304792" y="4220723"/>
                <a:ext cx="122040" cy="339120"/>
              </p14:xfrm>
            </p:contentPart>
          </mc:Choice>
          <mc:Fallback xmlns="">
            <p:pic>
              <p:nvPicPr>
                <p:cNvPr id="1324" name="Ink 1323">
                  <a:extLst>
                    <a:ext uri="{FF2B5EF4-FFF2-40B4-BE49-F238E27FC236}">
                      <a16:creationId xmlns:a16="http://schemas.microsoft.com/office/drawing/2014/main" id="{9DB6F879-4C29-8E8A-83AE-25765C6A033E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10287152" y="4202723"/>
                  <a:ext cx="157680" cy="374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86">
            <p14:nvContentPartPr>
              <p14:cNvPr id="1326" name="Ink 1325">
                <a:extLst>
                  <a:ext uri="{FF2B5EF4-FFF2-40B4-BE49-F238E27FC236}">
                    <a16:creationId xmlns:a16="http://schemas.microsoft.com/office/drawing/2014/main" id="{25AA0FE1-4CB7-7311-F551-873BC4F63395}"/>
                  </a:ext>
                </a:extLst>
              </p14:cNvPr>
              <p14:cNvContentPartPr/>
              <p14:nvPr/>
            </p14:nvContentPartPr>
            <p14:xfrm>
              <a:off x="1698632" y="4975283"/>
              <a:ext cx="833400" cy="49320"/>
            </p14:xfrm>
          </p:contentPart>
        </mc:Choice>
        <mc:Fallback xmlns="">
          <p:pic>
            <p:nvPicPr>
              <p:cNvPr id="1326" name="Ink 1325">
                <a:extLst>
                  <a:ext uri="{FF2B5EF4-FFF2-40B4-BE49-F238E27FC236}">
                    <a16:creationId xmlns:a16="http://schemas.microsoft.com/office/drawing/2014/main" id="{25AA0FE1-4CB7-7311-F551-873BC4F63395}"/>
                  </a:ext>
                </a:extLst>
              </p:cNvPr>
              <p:cNvPicPr/>
              <p:nvPr/>
            </p:nvPicPr>
            <p:blipFill>
              <a:blip r:embed="rId487"/>
              <a:stretch>
                <a:fillRect/>
              </a:stretch>
            </p:blipFill>
            <p:spPr>
              <a:xfrm>
                <a:off x="1680992" y="4957283"/>
                <a:ext cx="869040" cy="8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8">
            <p14:nvContentPartPr>
              <p14:cNvPr id="1327" name="Ink 1326">
                <a:extLst>
                  <a:ext uri="{FF2B5EF4-FFF2-40B4-BE49-F238E27FC236}">
                    <a16:creationId xmlns:a16="http://schemas.microsoft.com/office/drawing/2014/main" id="{163A2FA2-6EC2-7B4F-F7E3-EFD4C7DEDEEE}"/>
                  </a:ext>
                </a:extLst>
              </p14:cNvPr>
              <p14:cNvContentPartPr/>
              <p14:nvPr/>
            </p14:nvContentPartPr>
            <p14:xfrm>
              <a:off x="3091112" y="5003723"/>
              <a:ext cx="569520" cy="8280"/>
            </p14:xfrm>
          </p:contentPart>
        </mc:Choice>
        <mc:Fallback xmlns="">
          <p:pic>
            <p:nvPicPr>
              <p:cNvPr id="1327" name="Ink 1326">
                <a:extLst>
                  <a:ext uri="{FF2B5EF4-FFF2-40B4-BE49-F238E27FC236}">
                    <a16:creationId xmlns:a16="http://schemas.microsoft.com/office/drawing/2014/main" id="{163A2FA2-6EC2-7B4F-F7E3-EFD4C7DEDEEE}"/>
                  </a:ext>
                </a:extLst>
              </p:cNvPr>
              <p:cNvPicPr/>
              <p:nvPr/>
            </p:nvPicPr>
            <p:blipFill>
              <a:blip r:embed="rId489"/>
              <a:stretch>
                <a:fillRect/>
              </a:stretch>
            </p:blipFill>
            <p:spPr>
              <a:xfrm>
                <a:off x="3073472" y="4985723"/>
                <a:ext cx="605160" cy="43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30" name="Group 1329">
            <a:extLst>
              <a:ext uri="{FF2B5EF4-FFF2-40B4-BE49-F238E27FC236}">
                <a16:creationId xmlns:a16="http://schemas.microsoft.com/office/drawing/2014/main" id="{7D373FB3-3791-6BD1-2611-FA1BECF5F124}"/>
              </a:ext>
            </a:extLst>
          </p:cNvPr>
          <p:cNvGrpSpPr/>
          <p:nvPr/>
        </p:nvGrpSpPr>
        <p:grpSpPr>
          <a:xfrm>
            <a:off x="8060552" y="4759643"/>
            <a:ext cx="817920" cy="399240"/>
            <a:chOff x="8060552" y="4759643"/>
            <a:chExt cx="817920" cy="39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1328" name="Ink 1327">
                  <a:extLst>
                    <a:ext uri="{FF2B5EF4-FFF2-40B4-BE49-F238E27FC236}">
                      <a16:creationId xmlns:a16="http://schemas.microsoft.com/office/drawing/2014/main" id="{FFFF6464-B9AC-994B-BAC3-10492C7742A6}"/>
                    </a:ext>
                  </a:extLst>
                </p14:cNvPr>
                <p14:cNvContentPartPr/>
                <p14:nvPr/>
              </p14:nvContentPartPr>
              <p14:xfrm>
                <a:off x="8060552" y="4759643"/>
                <a:ext cx="817920" cy="289800"/>
              </p14:xfrm>
            </p:contentPart>
          </mc:Choice>
          <mc:Fallback xmlns="">
            <p:pic>
              <p:nvPicPr>
                <p:cNvPr id="1328" name="Ink 1327">
                  <a:extLst>
                    <a:ext uri="{FF2B5EF4-FFF2-40B4-BE49-F238E27FC236}">
                      <a16:creationId xmlns:a16="http://schemas.microsoft.com/office/drawing/2014/main" id="{FFFF6464-B9AC-994B-BAC3-10492C7742A6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8042552" y="4742003"/>
                  <a:ext cx="85356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1329" name="Ink 1328">
                  <a:extLst>
                    <a:ext uri="{FF2B5EF4-FFF2-40B4-BE49-F238E27FC236}">
                      <a16:creationId xmlns:a16="http://schemas.microsoft.com/office/drawing/2014/main" id="{D65BB329-F07A-AC80-DE94-31D9DE28A96D}"/>
                    </a:ext>
                  </a:extLst>
                </p14:cNvPr>
                <p14:cNvContentPartPr/>
                <p14:nvPr/>
              </p14:nvContentPartPr>
              <p14:xfrm>
                <a:off x="8701352" y="5093003"/>
                <a:ext cx="24120" cy="65880"/>
              </p14:xfrm>
            </p:contentPart>
          </mc:Choice>
          <mc:Fallback xmlns="">
            <p:pic>
              <p:nvPicPr>
                <p:cNvPr id="1329" name="Ink 1328">
                  <a:extLst>
                    <a:ext uri="{FF2B5EF4-FFF2-40B4-BE49-F238E27FC236}">
                      <a16:creationId xmlns:a16="http://schemas.microsoft.com/office/drawing/2014/main" id="{D65BB329-F07A-AC80-DE94-31D9DE28A96D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8683712" y="5075003"/>
                  <a:ext cx="59760" cy="101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94">
            <p14:nvContentPartPr>
              <p14:cNvPr id="1331" name="Ink 1330">
                <a:extLst>
                  <a:ext uri="{FF2B5EF4-FFF2-40B4-BE49-F238E27FC236}">
                    <a16:creationId xmlns:a16="http://schemas.microsoft.com/office/drawing/2014/main" id="{377F6FE3-45DD-FC3D-EE30-6A76C6F21A65}"/>
                  </a:ext>
                </a:extLst>
              </p14:cNvPr>
              <p14:cNvContentPartPr/>
              <p14:nvPr/>
            </p14:nvContentPartPr>
            <p14:xfrm>
              <a:off x="6839792" y="4982843"/>
              <a:ext cx="776880" cy="59400"/>
            </p14:xfrm>
          </p:contentPart>
        </mc:Choice>
        <mc:Fallback xmlns="">
          <p:pic>
            <p:nvPicPr>
              <p:cNvPr id="1331" name="Ink 1330">
                <a:extLst>
                  <a:ext uri="{FF2B5EF4-FFF2-40B4-BE49-F238E27FC236}">
                    <a16:creationId xmlns:a16="http://schemas.microsoft.com/office/drawing/2014/main" id="{377F6FE3-45DD-FC3D-EE30-6A76C6F21A65}"/>
                  </a:ext>
                </a:extLst>
              </p:cNvPr>
              <p:cNvPicPr/>
              <p:nvPr/>
            </p:nvPicPr>
            <p:blipFill>
              <a:blip r:embed="rId495"/>
              <a:stretch>
                <a:fillRect/>
              </a:stretch>
            </p:blipFill>
            <p:spPr>
              <a:xfrm>
                <a:off x="6821792" y="4964843"/>
                <a:ext cx="812520" cy="95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37" name="Group 1336">
            <a:extLst>
              <a:ext uri="{FF2B5EF4-FFF2-40B4-BE49-F238E27FC236}">
                <a16:creationId xmlns:a16="http://schemas.microsoft.com/office/drawing/2014/main" id="{6A768CF0-039A-A713-13E2-2771C444CC41}"/>
              </a:ext>
            </a:extLst>
          </p:cNvPr>
          <p:cNvGrpSpPr/>
          <p:nvPr/>
        </p:nvGrpSpPr>
        <p:grpSpPr>
          <a:xfrm>
            <a:off x="4112072" y="4744163"/>
            <a:ext cx="527040" cy="367200"/>
            <a:chOff x="4112072" y="4744163"/>
            <a:chExt cx="527040" cy="36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1332" name="Ink 1331">
                  <a:extLst>
                    <a:ext uri="{FF2B5EF4-FFF2-40B4-BE49-F238E27FC236}">
                      <a16:creationId xmlns:a16="http://schemas.microsoft.com/office/drawing/2014/main" id="{5FEC1269-A4E8-4E49-DF4D-D077F46F6DEC}"/>
                    </a:ext>
                  </a:extLst>
                </p14:cNvPr>
                <p14:cNvContentPartPr/>
                <p14:nvPr/>
              </p14:nvContentPartPr>
              <p14:xfrm>
                <a:off x="4112072" y="4744163"/>
                <a:ext cx="132480" cy="312480"/>
              </p14:xfrm>
            </p:contentPart>
          </mc:Choice>
          <mc:Fallback xmlns="">
            <p:pic>
              <p:nvPicPr>
                <p:cNvPr id="1332" name="Ink 1331">
                  <a:extLst>
                    <a:ext uri="{FF2B5EF4-FFF2-40B4-BE49-F238E27FC236}">
                      <a16:creationId xmlns:a16="http://schemas.microsoft.com/office/drawing/2014/main" id="{5FEC1269-A4E8-4E49-DF4D-D077F46F6DEC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4094432" y="4726163"/>
                  <a:ext cx="16812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1333" name="Ink 1332">
                  <a:extLst>
                    <a:ext uri="{FF2B5EF4-FFF2-40B4-BE49-F238E27FC236}">
                      <a16:creationId xmlns:a16="http://schemas.microsoft.com/office/drawing/2014/main" id="{C8DC1C74-DB2B-4C26-CC51-9249386808A2}"/>
                    </a:ext>
                  </a:extLst>
                </p14:cNvPr>
                <p14:cNvContentPartPr/>
                <p14:nvPr/>
              </p14:nvContentPartPr>
              <p14:xfrm>
                <a:off x="4311152" y="4788443"/>
                <a:ext cx="6480" cy="183240"/>
              </p14:xfrm>
            </p:contentPart>
          </mc:Choice>
          <mc:Fallback xmlns="">
            <p:pic>
              <p:nvPicPr>
                <p:cNvPr id="1333" name="Ink 1332">
                  <a:extLst>
                    <a:ext uri="{FF2B5EF4-FFF2-40B4-BE49-F238E27FC236}">
                      <a16:creationId xmlns:a16="http://schemas.microsoft.com/office/drawing/2014/main" id="{C8DC1C74-DB2B-4C26-CC51-9249386808A2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4293152" y="4770803"/>
                  <a:ext cx="4212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1334" name="Ink 1333">
                  <a:extLst>
                    <a:ext uri="{FF2B5EF4-FFF2-40B4-BE49-F238E27FC236}">
                      <a16:creationId xmlns:a16="http://schemas.microsoft.com/office/drawing/2014/main" id="{B2D0A6CE-5198-840E-90B2-70D48211F93D}"/>
                    </a:ext>
                  </a:extLst>
                </p14:cNvPr>
                <p14:cNvContentPartPr/>
                <p14:nvPr/>
              </p14:nvContentPartPr>
              <p14:xfrm>
                <a:off x="4407992" y="4793483"/>
                <a:ext cx="81360" cy="262800"/>
              </p14:xfrm>
            </p:contentPart>
          </mc:Choice>
          <mc:Fallback xmlns="">
            <p:pic>
              <p:nvPicPr>
                <p:cNvPr id="1334" name="Ink 1333">
                  <a:extLst>
                    <a:ext uri="{FF2B5EF4-FFF2-40B4-BE49-F238E27FC236}">
                      <a16:creationId xmlns:a16="http://schemas.microsoft.com/office/drawing/2014/main" id="{B2D0A6CE-5198-840E-90B2-70D48211F93D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4390352" y="4775483"/>
                  <a:ext cx="11700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1335" name="Ink 1334">
                  <a:extLst>
                    <a:ext uri="{FF2B5EF4-FFF2-40B4-BE49-F238E27FC236}">
                      <a16:creationId xmlns:a16="http://schemas.microsoft.com/office/drawing/2014/main" id="{188A27C2-2837-AE2B-A791-39F81854F521}"/>
                    </a:ext>
                  </a:extLst>
                </p14:cNvPr>
                <p14:cNvContentPartPr/>
                <p14:nvPr/>
              </p14:nvContentPartPr>
              <p14:xfrm>
                <a:off x="4396472" y="4799963"/>
                <a:ext cx="191880" cy="29520"/>
              </p14:xfrm>
            </p:contentPart>
          </mc:Choice>
          <mc:Fallback xmlns="">
            <p:pic>
              <p:nvPicPr>
                <p:cNvPr id="1335" name="Ink 1334">
                  <a:extLst>
                    <a:ext uri="{FF2B5EF4-FFF2-40B4-BE49-F238E27FC236}">
                      <a16:creationId xmlns:a16="http://schemas.microsoft.com/office/drawing/2014/main" id="{188A27C2-2837-AE2B-A791-39F81854F521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4378832" y="4781963"/>
                  <a:ext cx="22752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1336" name="Ink 1335">
                  <a:extLst>
                    <a:ext uri="{FF2B5EF4-FFF2-40B4-BE49-F238E27FC236}">
                      <a16:creationId xmlns:a16="http://schemas.microsoft.com/office/drawing/2014/main" id="{921E4528-0FD0-8789-9412-46FB112BE406}"/>
                    </a:ext>
                  </a:extLst>
                </p14:cNvPr>
                <p14:cNvContentPartPr/>
                <p14:nvPr/>
              </p14:nvContentPartPr>
              <p14:xfrm>
                <a:off x="4627232" y="4952963"/>
                <a:ext cx="11880" cy="158400"/>
              </p14:xfrm>
            </p:contentPart>
          </mc:Choice>
          <mc:Fallback xmlns="">
            <p:pic>
              <p:nvPicPr>
                <p:cNvPr id="1336" name="Ink 1335">
                  <a:extLst>
                    <a:ext uri="{FF2B5EF4-FFF2-40B4-BE49-F238E27FC236}">
                      <a16:creationId xmlns:a16="http://schemas.microsoft.com/office/drawing/2014/main" id="{921E4528-0FD0-8789-9412-46FB112BE406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4609592" y="4934963"/>
                  <a:ext cx="47520" cy="19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0" name="Group 1339">
            <a:extLst>
              <a:ext uri="{FF2B5EF4-FFF2-40B4-BE49-F238E27FC236}">
                <a16:creationId xmlns:a16="http://schemas.microsoft.com/office/drawing/2014/main" id="{F9A0D93D-9A23-3B75-B8B5-D5799B9C04FD}"/>
              </a:ext>
            </a:extLst>
          </p:cNvPr>
          <p:cNvGrpSpPr/>
          <p:nvPr/>
        </p:nvGrpSpPr>
        <p:grpSpPr>
          <a:xfrm>
            <a:off x="4877792" y="4734803"/>
            <a:ext cx="316440" cy="378360"/>
            <a:chOff x="4877792" y="4734803"/>
            <a:chExt cx="316440" cy="37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1338" name="Ink 1337">
                  <a:extLst>
                    <a:ext uri="{FF2B5EF4-FFF2-40B4-BE49-F238E27FC236}">
                      <a16:creationId xmlns:a16="http://schemas.microsoft.com/office/drawing/2014/main" id="{09D830D1-D429-6DAA-11DD-ADACEED90DEF}"/>
                    </a:ext>
                  </a:extLst>
                </p14:cNvPr>
                <p14:cNvContentPartPr/>
                <p14:nvPr/>
              </p14:nvContentPartPr>
              <p14:xfrm>
                <a:off x="4877792" y="4824803"/>
                <a:ext cx="148680" cy="219240"/>
              </p14:xfrm>
            </p:contentPart>
          </mc:Choice>
          <mc:Fallback xmlns="">
            <p:pic>
              <p:nvPicPr>
                <p:cNvPr id="1338" name="Ink 1337">
                  <a:extLst>
                    <a:ext uri="{FF2B5EF4-FFF2-40B4-BE49-F238E27FC236}">
                      <a16:creationId xmlns:a16="http://schemas.microsoft.com/office/drawing/2014/main" id="{09D830D1-D429-6DAA-11DD-ADACEED90DEF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4859792" y="4807163"/>
                  <a:ext cx="18432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1339" name="Ink 1338">
                  <a:extLst>
                    <a:ext uri="{FF2B5EF4-FFF2-40B4-BE49-F238E27FC236}">
                      <a16:creationId xmlns:a16="http://schemas.microsoft.com/office/drawing/2014/main" id="{2664238D-0D5A-26DD-D081-3DD12FAD2135}"/>
                    </a:ext>
                  </a:extLst>
                </p14:cNvPr>
                <p14:cNvContentPartPr/>
                <p14:nvPr/>
              </p14:nvContentPartPr>
              <p14:xfrm>
                <a:off x="5101352" y="4734803"/>
                <a:ext cx="92880" cy="378360"/>
              </p14:xfrm>
            </p:contentPart>
          </mc:Choice>
          <mc:Fallback xmlns="">
            <p:pic>
              <p:nvPicPr>
                <p:cNvPr id="1339" name="Ink 1338">
                  <a:extLst>
                    <a:ext uri="{FF2B5EF4-FFF2-40B4-BE49-F238E27FC236}">
                      <a16:creationId xmlns:a16="http://schemas.microsoft.com/office/drawing/2014/main" id="{2664238D-0D5A-26DD-D081-3DD12FAD2135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5083352" y="4716803"/>
                  <a:ext cx="128520" cy="41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8" name="Group 1347">
            <a:extLst>
              <a:ext uri="{FF2B5EF4-FFF2-40B4-BE49-F238E27FC236}">
                <a16:creationId xmlns:a16="http://schemas.microsoft.com/office/drawing/2014/main" id="{B6A93CF3-556A-64E3-F9EA-C75DD9E5FDB2}"/>
              </a:ext>
            </a:extLst>
          </p:cNvPr>
          <p:cNvGrpSpPr/>
          <p:nvPr/>
        </p:nvGrpSpPr>
        <p:grpSpPr>
          <a:xfrm>
            <a:off x="5482232" y="4744883"/>
            <a:ext cx="1023840" cy="438120"/>
            <a:chOff x="5482232" y="4744883"/>
            <a:chExt cx="1023840" cy="43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1341" name="Ink 1340">
                  <a:extLst>
                    <a:ext uri="{FF2B5EF4-FFF2-40B4-BE49-F238E27FC236}">
                      <a16:creationId xmlns:a16="http://schemas.microsoft.com/office/drawing/2014/main" id="{172EBB5B-2D19-0B01-EE36-7196ED1333C7}"/>
                    </a:ext>
                  </a:extLst>
                </p14:cNvPr>
                <p14:cNvContentPartPr/>
                <p14:nvPr/>
              </p14:nvContentPartPr>
              <p14:xfrm>
                <a:off x="5482232" y="4744883"/>
                <a:ext cx="108000" cy="374760"/>
              </p14:xfrm>
            </p:contentPart>
          </mc:Choice>
          <mc:Fallback xmlns="">
            <p:pic>
              <p:nvPicPr>
                <p:cNvPr id="1341" name="Ink 1340">
                  <a:extLst>
                    <a:ext uri="{FF2B5EF4-FFF2-40B4-BE49-F238E27FC236}">
                      <a16:creationId xmlns:a16="http://schemas.microsoft.com/office/drawing/2014/main" id="{172EBB5B-2D19-0B01-EE36-7196ED1333C7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5464592" y="4727243"/>
                  <a:ext cx="143640" cy="41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1342" name="Ink 1341">
                  <a:extLst>
                    <a:ext uri="{FF2B5EF4-FFF2-40B4-BE49-F238E27FC236}">
                      <a16:creationId xmlns:a16="http://schemas.microsoft.com/office/drawing/2014/main" id="{BD5E2FF3-4290-12A7-B4D1-B6C9CA214451}"/>
                    </a:ext>
                  </a:extLst>
                </p14:cNvPr>
                <p14:cNvContentPartPr/>
                <p14:nvPr/>
              </p14:nvContentPartPr>
              <p14:xfrm>
                <a:off x="5644232" y="4843523"/>
                <a:ext cx="11880" cy="210960"/>
              </p14:xfrm>
            </p:contentPart>
          </mc:Choice>
          <mc:Fallback xmlns="">
            <p:pic>
              <p:nvPicPr>
                <p:cNvPr id="1342" name="Ink 1341">
                  <a:extLst>
                    <a:ext uri="{FF2B5EF4-FFF2-40B4-BE49-F238E27FC236}">
                      <a16:creationId xmlns:a16="http://schemas.microsoft.com/office/drawing/2014/main" id="{BD5E2FF3-4290-12A7-B4D1-B6C9CA214451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5626232" y="4825883"/>
                  <a:ext cx="4752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1343" name="Ink 1342">
                  <a:extLst>
                    <a:ext uri="{FF2B5EF4-FFF2-40B4-BE49-F238E27FC236}">
                      <a16:creationId xmlns:a16="http://schemas.microsoft.com/office/drawing/2014/main" id="{3D2D2841-4C82-95F2-A2C7-963A129EEA56}"/>
                    </a:ext>
                  </a:extLst>
                </p14:cNvPr>
                <p14:cNvContentPartPr/>
                <p14:nvPr/>
              </p14:nvContentPartPr>
              <p14:xfrm>
                <a:off x="5727032" y="4866563"/>
                <a:ext cx="166320" cy="161640"/>
              </p14:xfrm>
            </p:contentPart>
          </mc:Choice>
          <mc:Fallback xmlns="">
            <p:pic>
              <p:nvPicPr>
                <p:cNvPr id="1343" name="Ink 1342">
                  <a:extLst>
                    <a:ext uri="{FF2B5EF4-FFF2-40B4-BE49-F238E27FC236}">
                      <a16:creationId xmlns:a16="http://schemas.microsoft.com/office/drawing/2014/main" id="{3D2D2841-4C82-95F2-A2C7-963A129EEA56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5709392" y="4848563"/>
                  <a:ext cx="20196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1344" name="Ink 1343">
                  <a:extLst>
                    <a:ext uri="{FF2B5EF4-FFF2-40B4-BE49-F238E27FC236}">
                      <a16:creationId xmlns:a16="http://schemas.microsoft.com/office/drawing/2014/main" id="{A8A63F4E-3185-9538-AFB4-4334F07B8E8B}"/>
                    </a:ext>
                  </a:extLst>
                </p14:cNvPr>
                <p14:cNvContentPartPr/>
                <p14:nvPr/>
              </p14:nvContentPartPr>
              <p14:xfrm>
                <a:off x="5934752" y="4970963"/>
                <a:ext cx="63360" cy="212040"/>
              </p14:xfrm>
            </p:contentPart>
          </mc:Choice>
          <mc:Fallback xmlns="">
            <p:pic>
              <p:nvPicPr>
                <p:cNvPr id="1344" name="Ink 1343">
                  <a:extLst>
                    <a:ext uri="{FF2B5EF4-FFF2-40B4-BE49-F238E27FC236}">
                      <a16:creationId xmlns:a16="http://schemas.microsoft.com/office/drawing/2014/main" id="{A8A63F4E-3185-9538-AFB4-4334F07B8E8B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5917112" y="4952963"/>
                  <a:ext cx="9900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1345" name="Ink 1344">
                  <a:extLst>
                    <a:ext uri="{FF2B5EF4-FFF2-40B4-BE49-F238E27FC236}">
                      <a16:creationId xmlns:a16="http://schemas.microsoft.com/office/drawing/2014/main" id="{9A3F5563-15CE-93AB-43F4-EE6F50A09055}"/>
                    </a:ext>
                  </a:extLst>
                </p14:cNvPr>
                <p14:cNvContentPartPr/>
                <p14:nvPr/>
              </p14:nvContentPartPr>
              <p14:xfrm>
                <a:off x="6143192" y="4847843"/>
                <a:ext cx="172800" cy="246960"/>
              </p14:xfrm>
            </p:contentPart>
          </mc:Choice>
          <mc:Fallback xmlns="">
            <p:pic>
              <p:nvPicPr>
                <p:cNvPr id="1345" name="Ink 1344">
                  <a:extLst>
                    <a:ext uri="{FF2B5EF4-FFF2-40B4-BE49-F238E27FC236}">
                      <a16:creationId xmlns:a16="http://schemas.microsoft.com/office/drawing/2014/main" id="{9A3F5563-15CE-93AB-43F4-EE6F50A09055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6125192" y="4830203"/>
                  <a:ext cx="20844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1346" name="Ink 1345">
                  <a:extLst>
                    <a:ext uri="{FF2B5EF4-FFF2-40B4-BE49-F238E27FC236}">
                      <a16:creationId xmlns:a16="http://schemas.microsoft.com/office/drawing/2014/main" id="{DF770611-EED2-2BBD-E59A-6FFF01C98B7C}"/>
                    </a:ext>
                  </a:extLst>
                </p14:cNvPr>
                <p14:cNvContentPartPr/>
                <p14:nvPr/>
              </p14:nvContentPartPr>
              <p14:xfrm>
                <a:off x="6173072" y="4986083"/>
                <a:ext cx="182520" cy="14400"/>
              </p14:xfrm>
            </p:contentPart>
          </mc:Choice>
          <mc:Fallback xmlns="">
            <p:pic>
              <p:nvPicPr>
                <p:cNvPr id="1346" name="Ink 1345">
                  <a:extLst>
                    <a:ext uri="{FF2B5EF4-FFF2-40B4-BE49-F238E27FC236}">
                      <a16:creationId xmlns:a16="http://schemas.microsoft.com/office/drawing/2014/main" id="{DF770611-EED2-2BBD-E59A-6FFF01C98B7C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6155432" y="4968443"/>
                  <a:ext cx="21816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1347" name="Ink 1346">
                  <a:extLst>
                    <a:ext uri="{FF2B5EF4-FFF2-40B4-BE49-F238E27FC236}">
                      <a16:creationId xmlns:a16="http://schemas.microsoft.com/office/drawing/2014/main" id="{D9E348E4-53C7-7AA5-BE2D-7490D141D634}"/>
                    </a:ext>
                  </a:extLst>
                </p14:cNvPr>
                <p14:cNvContentPartPr/>
                <p14:nvPr/>
              </p14:nvContentPartPr>
              <p14:xfrm>
                <a:off x="6379712" y="4769363"/>
                <a:ext cx="126360" cy="341640"/>
              </p14:xfrm>
            </p:contentPart>
          </mc:Choice>
          <mc:Fallback xmlns="">
            <p:pic>
              <p:nvPicPr>
                <p:cNvPr id="1347" name="Ink 1346">
                  <a:extLst>
                    <a:ext uri="{FF2B5EF4-FFF2-40B4-BE49-F238E27FC236}">
                      <a16:creationId xmlns:a16="http://schemas.microsoft.com/office/drawing/2014/main" id="{D9E348E4-53C7-7AA5-BE2D-7490D141D634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6362072" y="4751363"/>
                  <a:ext cx="162000" cy="37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5" name="Group 1354">
            <a:extLst>
              <a:ext uri="{FF2B5EF4-FFF2-40B4-BE49-F238E27FC236}">
                <a16:creationId xmlns:a16="http://schemas.microsoft.com/office/drawing/2014/main" id="{1B69FC9D-57F7-1A05-89E8-66275C38EE7A}"/>
              </a:ext>
            </a:extLst>
          </p:cNvPr>
          <p:cNvGrpSpPr/>
          <p:nvPr/>
        </p:nvGrpSpPr>
        <p:grpSpPr>
          <a:xfrm>
            <a:off x="9317672" y="4859003"/>
            <a:ext cx="492120" cy="325080"/>
            <a:chOff x="9317672" y="4859003"/>
            <a:chExt cx="492120" cy="32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1349" name="Ink 1348">
                  <a:extLst>
                    <a:ext uri="{FF2B5EF4-FFF2-40B4-BE49-F238E27FC236}">
                      <a16:creationId xmlns:a16="http://schemas.microsoft.com/office/drawing/2014/main" id="{B889272E-896A-AF6B-C9A8-185DEA17501B}"/>
                    </a:ext>
                  </a:extLst>
                </p14:cNvPr>
                <p14:cNvContentPartPr/>
                <p14:nvPr/>
              </p14:nvContentPartPr>
              <p14:xfrm>
                <a:off x="9317672" y="4859003"/>
                <a:ext cx="108360" cy="259560"/>
              </p14:xfrm>
            </p:contentPart>
          </mc:Choice>
          <mc:Fallback xmlns="">
            <p:pic>
              <p:nvPicPr>
                <p:cNvPr id="1349" name="Ink 1348">
                  <a:extLst>
                    <a:ext uri="{FF2B5EF4-FFF2-40B4-BE49-F238E27FC236}">
                      <a16:creationId xmlns:a16="http://schemas.microsoft.com/office/drawing/2014/main" id="{B889272E-896A-AF6B-C9A8-185DEA17501B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9300032" y="4841003"/>
                  <a:ext cx="14400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1350" name="Ink 1349">
                  <a:extLst>
                    <a:ext uri="{FF2B5EF4-FFF2-40B4-BE49-F238E27FC236}">
                      <a16:creationId xmlns:a16="http://schemas.microsoft.com/office/drawing/2014/main" id="{9A3E2C1A-B605-2D39-AE6E-E5010AA70D14}"/>
                    </a:ext>
                  </a:extLst>
                </p14:cNvPr>
                <p14:cNvContentPartPr/>
                <p14:nvPr/>
              </p14:nvContentPartPr>
              <p14:xfrm>
                <a:off x="9440072" y="4865483"/>
                <a:ext cx="246240" cy="209160"/>
              </p14:xfrm>
            </p:contentPart>
          </mc:Choice>
          <mc:Fallback xmlns="">
            <p:pic>
              <p:nvPicPr>
                <p:cNvPr id="1350" name="Ink 1349">
                  <a:extLst>
                    <a:ext uri="{FF2B5EF4-FFF2-40B4-BE49-F238E27FC236}">
                      <a16:creationId xmlns:a16="http://schemas.microsoft.com/office/drawing/2014/main" id="{9A3E2C1A-B605-2D39-AE6E-E5010AA70D14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9422072" y="4847843"/>
                  <a:ext cx="28188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1351" name="Ink 1350">
                  <a:extLst>
                    <a:ext uri="{FF2B5EF4-FFF2-40B4-BE49-F238E27FC236}">
                      <a16:creationId xmlns:a16="http://schemas.microsoft.com/office/drawing/2014/main" id="{EC62E976-C2FE-5E57-42D6-DF7D7E20DB61}"/>
                    </a:ext>
                  </a:extLst>
                </p14:cNvPr>
                <p14:cNvContentPartPr/>
                <p14:nvPr/>
              </p14:nvContentPartPr>
              <p14:xfrm>
                <a:off x="9755432" y="5015243"/>
                <a:ext cx="54360" cy="168840"/>
              </p14:xfrm>
            </p:contentPart>
          </mc:Choice>
          <mc:Fallback xmlns="">
            <p:pic>
              <p:nvPicPr>
                <p:cNvPr id="1351" name="Ink 1350">
                  <a:extLst>
                    <a:ext uri="{FF2B5EF4-FFF2-40B4-BE49-F238E27FC236}">
                      <a16:creationId xmlns:a16="http://schemas.microsoft.com/office/drawing/2014/main" id="{EC62E976-C2FE-5E57-42D6-DF7D7E20DB61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9737432" y="4997243"/>
                  <a:ext cx="90000" cy="20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4" name="Group 1353">
            <a:extLst>
              <a:ext uri="{FF2B5EF4-FFF2-40B4-BE49-F238E27FC236}">
                <a16:creationId xmlns:a16="http://schemas.microsoft.com/office/drawing/2014/main" id="{2F0A97BC-01D7-9887-9944-9F431993B4AD}"/>
              </a:ext>
            </a:extLst>
          </p:cNvPr>
          <p:cNvGrpSpPr/>
          <p:nvPr/>
        </p:nvGrpSpPr>
        <p:grpSpPr>
          <a:xfrm>
            <a:off x="10029032" y="4811123"/>
            <a:ext cx="303120" cy="309960"/>
            <a:chOff x="10029032" y="4811123"/>
            <a:chExt cx="303120" cy="30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1352" name="Ink 1351">
                  <a:extLst>
                    <a:ext uri="{FF2B5EF4-FFF2-40B4-BE49-F238E27FC236}">
                      <a16:creationId xmlns:a16="http://schemas.microsoft.com/office/drawing/2014/main" id="{4FCE57BA-D2F8-072C-40BC-D87B9C39A779}"/>
                    </a:ext>
                  </a:extLst>
                </p14:cNvPr>
                <p14:cNvContentPartPr/>
                <p14:nvPr/>
              </p14:nvContentPartPr>
              <p14:xfrm>
                <a:off x="10029032" y="4992923"/>
                <a:ext cx="136080" cy="5760"/>
              </p14:xfrm>
            </p:contentPart>
          </mc:Choice>
          <mc:Fallback xmlns="">
            <p:pic>
              <p:nvPicPr>
                <p:cNvPr id="1352" name="Ink 1351">
                  <a:extLst>
                    <a:ext uri="{FF2B5EF4-FFF2-40B4-BE49-F238E27FC236}">
                      <a16:creationId xmlns:a16="http://schemas.microsoft.com/office/drawing/2014/main" id="{4FCE57BA-D2F8-072C-40BC-D87B9C39A779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10011032" y="4974923"/>
                  <a:ext cx="1717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1353" name="Ink 1352">
                  <a:extLst>
                    <a:ext uri="{FF2B5EF4-FFF2-40B4-BE49-F238E27FC236}">
                      <a16:creationId xmlns:a16="http://schemas.microsoft.com/office/drawing/2014/main" id="{CFDABEFA-975B-C5E3-878E-041FFF8CAE86}"/>
                    </a:ext>
                  </a:extLst>
                </p14:cNvPr>
                <p14:cNvContentPartPr/>
                <p14:nvPr/>
              </p14:nvContentPartPr>
              <p14:xfrm>
                <a:off x="10205432" y="4811123"/>
                <a:ext cx="126720" cy="309960"/>
              </p14:xfrm>
            </p:contentPart>
          </mc:Choice>
          <mc:Fallback xmlns="">
            <p:pic>
              <p:nvPicPr>
                <p:cNvPr id="1353" name="Ink 1352">
                  <a:extLst>
                    <a:ext uri="{FF2B5EF4-FFF2-40B4-BE49-F238E27FC236}">
                      <a16:creationId xmlns:a16="http://schemas.microsoft.com/office/drawing/2014/main" id="{CFDABEFA-975B-C5E3-878E-041FFF8CAE86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10187792" y="4793123"/>
                  <a:ext cx="162360" cy="345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34">
            <p14:nvContentPartPr>
              <p14:cNvPr id="1356" name="Ink 1355">
                <a:extLst>
                  <a:ext uri="{FF2B5EF4-FFF2-40B4-BE49-F238E27FC236}">
                    <a16:creationId xmlns:a16="http://schemas.microsoft.com/office/drawing/2014/main" id="{E614BFB6-27BD-7D2D-B030-998AE6AEA4FD}"/>
                  </a:ext>
                </a:extLst>
              </p14:cNvPr>
              <p14:cNvContentPartPr/>
              <p14:nvPr/>
            </p14:nvContentPartPr>
            <p14:xfrm>
              <a:off x="1765952" y="5452643"/>
              <a:ext cx="705240" cy="69120"/>
            </p14:xfrm>
          </p:contentPart>
        </mc:Choice>
        <mc:Fallback xmlns="">
          <p:pic>
            <p:nvPicPr>
              <p:cNvPr id="1356" name="Ink 1355">
                <a:extLst>
                  <a:ext uri="{FF2B5EF4-FFF2-40B4-BE49-F238E27FC236}">
                    <a16:creationId xmlns:a16="http://schemas.microsoft.com/office/drawing/2014/main" id="{E614BFB6-27BD-7D2D-B030-998AE6AEA4FD}"/>
                  </a:ext>
                </a:extLst>
              </p:cNvPr>
              <p:cNvPicPr/>
              <p:nvPr/>
            </p:nvPicPr>
            <p:blipFill>
              <a:blip r:embed="rId535"/>
              <a:stretch>
                <a:fillRect/>
              </a:stretch>
            </p:blipFill>
            <p:spPr>
              <a:xfrm>
                <a:off x="1748312" y="5434643"/>
                <a:ext cx="740880" cy="10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6">
            <p14:nvContentPartPr>
              <p14:cNvPr id="1357" name="Ink 1356">
                <a:extLst>
                  <a:ext uri="{FF2B5EF4-FFF2-40B4-BE49-F238E27FC236}">
                    <a16:creationId xmlns:a16="http://schemas.microsoft.com/office/drawing/2014/main" id="{9A85D430-4C1B-9F76-03A3-974333436EE9}"/>
                  </a:ext>
                </a:extLst>
              </p14:cNvPr>
              <p14:cNvContentPartPr/>
              <p14:nvPr/>
            </p14:nvContentPartPr>
            <p14:xfrm>
              <a:off x="3111992" y="5545523"/>
              <a:ext cx="514080" cy="17280"/>
            </p14:xfrm>
          </p:contentPart>
        </mc:Choice>
        <mc:Fallback xmlns="">
          <p:pic>
            <p:nvPicPr>
              <p:cNvPr id="1357" name="Ink 1356">
                <a:extLst>
                  <a:ext uri="{FF2B5EF4-FFF2-40B4-BE49-F238E27FC236}">
                    <a16:creationId xmlns:a16="http://schemas.microsoft.com/office/drawing/2014/main" id="{9A85D430-4C1B-9F76-03A3-974333436EE9}"/>
                  </a:ext>
                </a:extLst>
              </p:cNvPr>
              <p:cNvPicPr/>
              <p:nvPr/>
            </p:nvPicPr>
            <p:blipFill>
              <a:blip r:embed="rId537"/>
              <a:stretch>
                <a:fillRect/>
              </a:stretch>
            </p:blipFill>
            <p:spPr>
              <a:xfrm>
                <a:off x="3094352" y="5527883"/>
                <a:ext cx="549720" cy="52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62" name="Group 1361">
            <a:extLst>
              <a:ext uri="{FF2B5EF4-FFF2-40B4-BE49-F238E27FC236}">
                <a16:creationId xmlns:a16="http://schemas.microsoft.com/office/drawing/2014/main" id="{1C3809D7-C8A5-AFB2-020D-F5F71481F37E}"/>
              </a:ext>
            </a:extLst>
          </p:cNvPr>
          <p:cNvGrpSpPr/>
          <p:nvPr/>
        </p:nvGrpSpPr>
        <p:grpSpPr>
          <a:xfrm>
            <a:off x="6908192" y="5509163"/>
            <a:ext cx="622080" cy="43560"/>
            <a:chOff x="6908192" y="5509163"/>
            <a:chExt cx="622080" cy="4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1358" name="Ink 1357">
                  <a:extLst>
                    <a:ext uri="{FF2B5EF4-FFF2-40B4-BE49-F238E27FC236}">
                      <a16:creationId xmlns:a16="http://schemas.microsoft.com/office/drawing/2014/main" id="{9EA1095E-13DB-F1DF-8C05-C902398C4423}"/>
                    </a:ext>
                  </a:extLst>
                </p14:cNvPr>
                <p14:cNvContentPartPr/>
                <p14:nvPr/>
              </p14:nvContentPartPr>
              <p14:xfrm>
                <a:off x="7008632" y="5531843"/>
                <a:ext cx="2520" cy="360"/>
              </p14:xfrm>
            </p:contentPart>
          </mc:Choice>
          <mc:Fallback xmlns="">
            <p:pic>
              <p:nvPicPr>
                <p:cNvPr id="1358" name="Ink 1357">
                  <a:extLst>
                    <a:ext uri="{FF2B5EF4-FFF2-40B4-BE49-F238E27FC236}">
                      <a16:creationId xmlns:a16="http://schemas.microsoft.com/office/drawing/2014/main" id="{9EA1095E-13DB-F1DF-8C05-C902398C4423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6990632" y="5514203"/>
                  <a:ext cx="381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1359" name="Ink 1358">
                  <a:extLst>
                    <a:ext uri="{FF2B5EF4-FFF2-40B4-BE49-F238E27FC236}">
                      <a16:creationId xmlns:a16="http://schemas.microsoft.com/office/drawing/2014/main" id="{D5C22D76-F333-5E4C-0B6A-E45E2E587277}"/>
                    </a:ext>
                  </a:extLst>
                </p14:cNvPr>
                <p14:cNvContentPartPr/>
                <p14:nvPr/>
              </p14:nvContentPartPr>
              <p14:xfrm>
                <a:off x="7006472" y="5531123"/>
                <a:ext cx="360" cy="360"/>
              </p14:xfrm>
            </p:contentPart>
          </mc:Choice>
          <mc:Fallback xmlns="">
            <p:pic>
              <p:nvPicPr>
                <p:cNvPr id="1359" name="Ink 1358">
                  <a:extLst>
                    <a:ext uri="{FF2B5EF4-FFF2-40B4-BE49-F238E27FC236}">
                      <a16:creationId xmlns:a16="http://schemas.microsoft.com/office/drawing/2014/main" id="{D5C22D76-F333-5E4C-0B6A-E45E2E587277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6988832" y="551312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1360" name="Ink 1359">
                  <a:extLst>
                    <a:ext uri="{FF2B5EF4-FFF2-40B4-BE49-F238E27FC236}">
                      <a16:creationId xmlns:a16="http://schemas.microsoft.com/office/drawing/2014/main" id="{FE9A1B55-6B17-8F19-BCF1-AB817529383A}"/>
                    </a:ext>
                  </a:extLst>
                </p14:cNvPr>
                <p14:cNvContentPartPr/>
                <p14:nvPr/>
              </p14:nvContentPartPr>
              <p14:xfrm>
                <a:off x="6908192" y="5509163"/>
                <a:ext cx="622080" cy="43560"/>
              </p14:xfrm>
            </p:contentPart>
          </mc:Choice>
          <mc:Fallback xmlns="">
            <p:pic>
              <p:nvPicPr>
                <p:cNvPr id="1360" name="Ink 1359">
                  <a:extLst>
                    <a:ext uri="{FF2B5EF4-FFF2-40B4-BE49-F238E27FC236}">
                      <a16:creationId xmlns:a16="http://schemas.microsoft.com/office/drawing/2014/main" id="{FE9A1B55-6B17-8F19-BCF1-AB817529383A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6890552" y="5491163"/>
                  <a:ext cx="657720" cy="79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44">
            <p14:nvContentPartPr>
              <p14:cNvPr id="1361" name="Ink 1360">
                <a:extLst>
                  <a:ext uri="{FF2B5EF4-FFF2-40B4-BE49-F238E27FC236}">
                    <a16:creationId xmlns:a16="http://schemas.microsoft.com/office/drawing/2014/main" id="{CFCE8330-95A4-263A-AC55-238DB480B3B8}"/>
                  </a:ext>
                </a:extLst>
              </p14:cNvPr>
              <p14:cNvContentPartPr/>
              <p14:nvPr/>
            </p14:nvContentPartPr>
            <p14:xfrm>
              <a:off x="8278352" y="5561003"/>
              <a:ext cx="662400" cy="32400"/>
            </p14:xfrm>
          </p:contentPart>
        </mc:Choice>
        <mc:Fallback xmlns="">
          <p:pic>
            <p:nvPicPr>
              <p:cNvPr id="1361" name="Ink 1360">
                <a:extLst>
                  <a:ext uri="{FF2B5EF4-FFF2-40B4-BE49-F238E27FC236}">
                    <a16:creationId xmlns:a16="http://schemas.microsoft.com/office/drawing/2014/main" id="{CFCE8330-95A4-263A-AC55-238DB480B3B8}"/>
                  </a:ext>
                </a:extLst>
              </p:cNvPr>
              <p:cNvPicPr/>
              <p:nvPr/>
            </p:nvPicPr>
            <p:blipFill>
              <a:blip r:embed="rId545"/>
              <a:stretch>
                <a:fillRect/>
              </a:stretch>
            </p:blipFill>
            <p:spPr>
              <a:xfrm>
                <a:off x="8260712" y="5543363"/>
                <a:ext cx="698040" cy="68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65" name="Group 1364">
            <a:extLst>
              <a:ext uri="{FF2B5EF4-FFF2-40B4-BE49-F238E27FC236}">
                <a16:creationId xmlns:a16="http://schemas.microsoft.com/office/drawing/2014/main" id="{CE8F4960-194D-ED81-F586-1A0D7ADB2209}"/>
              </a:ext>
            </a:extLst>
          </p:cNvPr>
          <p:cNvGrpSpPr/>
          <p:nvPr/>
        </p:nvGrpSpPr>
        <p:grpSpPr>
          <a:xfrm>
            <a:off x="5468192" y="5347523"/>
            <a:ext cx="833760" cy="381960"/>
            <a:chOff x="5468192" y="5347523"/>
            <a:chExt cx="833760" cy="38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1363" name="Ink 1362">
                  <a:extLst>
                    <a:ext uri="{FF2B5EF4-FFF2-40B4-BE49-F238E27FC236}">
                      <a16:creationId xmlns:a16="http://schemas.microsoft.com/office/drawing/2014/main" id="{5833821C-E115-FD81-AE19-B10AD8646621}"/>
                    </a:ext>
                  </a:extLst>
                </p14:cNvPr>
                <p14:cNvContentPartPr/>
                <p14:nvPr/>
              </p14:nvContentPartPr>
              <p14:xfrm>
                <a:off x="5468192" y="5347523"/>
                <a:ext cx="833760" cy="317520"/>
              </p14:xfrm>
            </p:contentPart>
          </mc:Choice>
          <mc:Fallback xmlns="">
            <p:pic>
              <p:nvPicPr>
                <p:cNvPr id="1363" name="Ink 1362">
                  <a:extLst>
                    <a:ext uri="{FF2B5EF4-FFF2-40B4-BE49-F238E27FC236}">
                      <a16:creationId xmlns:a16="http://schemas.microsoft.com/office/drawing/2014/main" id="{5833821C-E115-FD81-AE19-B10AD8646621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5450192" y="5329883"/>
                  <a:ext cx="86940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1364" name="Ink 1363">
                  <a:extLst>
                    <a:ext uri="{FF2B5EF4-FFF2-40B4-BE49-F238E27FC236}">
                      <a16:creationId xmlns:a16="http://schemas.microsoft.com/office/drawing/2014/main" id="{6ED9967E-1BC5-C8CA-0105-4F83A2469380}"/>
                    </a:ext>
                  </a:extLst>
                </p14:cNvPr>
                <p14:cNvContentPartPr/>
                <p14:nvPr/>
              </p14:nvContentPartPr>
              <p14:xfrm>
                <a:off x="6040952" y="5725163"/>
                <a:ext cx="43200" cy="4320"/>
              </p14:xfrm>
            </p:contentPart>
          </mc:Choice>
          <mc:Fallback xmlns="">
            <p:pic>
              <p:nvPicPr>
                <p:cNvPr id="1364" name="Ink 1363">
                  <a:extLst>
                    <a:ext uri="{FF2B5EF4-FFF2-40B4-BE49-F238E27FC236}">
                      <a16:creationId xmlns:a16="http://schemas.microsoft.com/office/drawing/2014/main" id="{6ED9967E-1BC5-C8CA-0105-4F83A2469380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6023312" y="5707523"/>
                  <a:ext cx="78840" cy="3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1" name="Group 1370">
            <a:extLst>
              <a:ext uri="{FF2B5EF4-FFF2-40B4-BE49-F238E27FC236}">
                <a16:creationId xmlns:a16="http://schemas.microsoft.com/office/drawing/2014/main" id="{2F2DC9D8-DA58-E2FA-9E73-8393C1E69667}"/>
              </a:ext>
            </a:extLst>
          </p:cNvPr>
          <p:cNvGrpSpPr/>
          <p:nvPr/>
        </p:nvGrpSpPr>
        <p:grpSpPr>
          <a:xfrm>
            <a:off x="4100912" y="5301443"/>
            <a:ext cx="529560" cy="376560"/>
            <a:chOff x="4100912" y="5301443"/>
            <a:chExt cx="529560" cy="37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1366" name="Ink 1365">
                  <a:extLst>
                    <a:ext uri="{FF2B5EF4-FFF2-40B4-BE49-F238E27FC236}">
                      <a16:creationId xmlns:a16="http://schemas.microsoft.com/office/drawing/2014/main" id="{70B73994-8DDA-9DE6-3057-B7C9C90736AE}"/>
                    </a:ext>
                  </a:extLst>
                </p14:cNvPr>
                <p14:cNvContentPartPr/>
                <p14:nvPr/>
              </p14:nvContentPartPr>
              <p14:xfrm>
                <a:off x="4100912" y="5301443"/>
                <a:ext cx="124200" cy="355320"/>
              </p14:xfrm>
            </p:contentPart>
          </mc:Choice>
          <mc:Fallback xmlns="">
            <p:pic>
              <p:nvPicPr>
                <p:cNvPr id="1366" name="Ink 1365">
                  <a:extLst>
                    <a:ext uri="{FF2B5EF4-FFF2-40B4-BE49-F238E27FC236}">
                      <a16:creationId xmlns:a16="http://schemas.microsoft.com/office/drawing/2014/main" id="{70B73994-8DDA-9DE6-3057-B7C9C90736AE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4082912" y="5283443"/>
                  <a:ext cx="159840" cy="39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1367" name="Ink 1366">
                  <a:extLst>
                    <a:ext uri="{FF2B5EF4-FFF2-40B4-BE49-F238E27FC236}">
                      <a16:creationId xmlns:a16="http://schemas.microsoft.com/office/drawing/2014/main" id="{F3FC2216-D7DA-7397-6CA5-5F04B0B258D4}"/>
                    </a:ext>
                  </a:extLst>
                </p14:cNvPr>
                <p14:cNvContentPartPr/>
                <p14:nvPr/>
              </p14:nvContentPartPr>
              <p14:xfrm>
                <a:off x="4279112" y="5354003"/>
                <a:ext cx="22320" cy="231840"/>
              </p14:xfrm>
            </p:contentPart>
          </mc:Choice>
          <mc:Fallback xmlns="">
            <p:pic>
              <p:nvPicPr>
                <p:cNvPr id="1367" name="Ink 1366">
                  <a:extLst>
                    <a:ext uri="{FF2B5EF4-FFF2-40B4-BE49-F238E27FC236}">
                      <a16:creationId xmlns:a16="http://schemas.microsoft.com/office/drawing/2014/main" id="{F3FC2216-D7DA-7397-6CA5-5F04B0B258D4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4261112" y="5336003"/>
                  <a:ext cx="5796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1368" name="Ink 1367">
                  <a:extLst>
                    <a:ext uri="{FF2B5EF4-FFF2-40B4-BE49-F238E27FC236}">
                      <a16:creationId xmlns:a16="http://schemas.microsoft.com/office/drawing/2014/main" id="{819A435B-8102-39F7-2777-2F75E2427894}"/>
                    </a:ext>
                  </a:extLst>
                </p14:cNvPr>
                <p14:cNvContentPartPr/>
                <p14:nvPr/>
              </p14:nvContentPartPr>
              <p14:xfrm>
                <a:off x="4366592" y="5365163"/>
                <a:ext cx="169560" cy="170640"/>
              </p14:xfrm>
            </p:contentPart>
          </mc:Choice>
          <mc:Fallback xmlns="">
            <p:pic>
              <p:nvPicPr>
                <p:cNvPr id="1368" name="Ink 1367">
                  <a:extLst>
                    <a:ext uri="{FF2B5EF4-FFF2-40B4-BE49-F238E27FC236}">
                      <a16:creationId xmlns:a16="http://schemas.microsoft.com/office/drawing/2014/main" id="{819A435B-8102-39F7-2777-2F75E2427894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4348592" y="5347523"/>
                  <a:ext cx="20520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1369" name="Ink 1368">
                  <a:extLst>
                    <a:ext uri="{FF2B5EF4-FFF2-40B4-BE49-F238E27FC236}">
                      <a16:creationId xmlns:a16="http://schemas.microsoft.com/office/drawing/2014/main" id="{69B3164F-A829-297F-CE5D-6954670E12B1}"/>
                    </a:ext>
                  </a:extLst>
                </p14:cNvPr>
                <p14:cNvContentPartPr/>
                <p14:nvPr/>
              </p14:nvContentPartPr>
              <p14:xfrm>
                <a:off x="4499792" y="5446883"/>
                <a:ext cx="39240" cy="219240"/>
              </p14:xfrm>
            </p:contentPart>
          </mc:Choice>
          <mc:Fallback xmlns="">
            <p:pic>
              <p:nvPicPr>
                <p:cNvPr id="1369" name="Ink 1368">
                  <a:extLst>
                    <a:ext uri="{FF2B5EF4-FFF2-40B4-BE49-F238E27FC236}">
                      <a16:creationId xmlns:a16="http://schemas.microsoft.com/office/drawing/2014/main" id="{69B3164F-A829-297F-CE5D-6954670E12B1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4481792" y="5429243"/>
                  <a:ext cx="7488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1370" name="Ink 1369">
                  <a:extLst>
                    <a:ext uri="{FF2B5EF4-FFF2-40B4-BE49-F238E27FC236}">
                      <a16:creationId xmlns:a16="http://schemas.microsoft.com/office/drawing/2014/main" id="{6B817BF0-A76A-0C20-5ACF-FC5C0D4F65CF}"/>
                    </a:ext>
                  </a:extLst>
                </p14:cNvPr>
                <p14:cNvContentPartPr/>
                <p14:nvPr/>
              </p14:nvContentPartPr>
              <p14:xfrm>
                <a:off x="4625432" y="5519243"/>
                <a:ext cx="5040" cy="158760"/>
              </p14:xfrm>
            </p:contentPart>
          </mc:Choice>
          <mc:Fallback xmlns="">
            <p:pic>
              <p:nvPicPr>
                <p:cNvPr id="1370" name="Ink 1369">
                  <a:extLst>
                    <a:ext uri="{FF2B5EF4-FFF2-40B4-BE49-F238E27FC236}">
                      <a16:creationId xmlns:a16="http://schemas.microsoft.com/office/drawing/2014/main" id="{6B817BF0-A76A-0C20-5ACF-FC5C0D4F65CF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4607792" y="5501243"/>
                  <a:ext cx="40680" cy="19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6" name="Group 1375">
            <a:extLst>
              <a:ext uri="{FF2B5EF4-FFF2-40B4-BE49-F238E27FC236}">
                <a16:creationId xmlns:a16="http://schemas.microsoft.com/office/drawing/2014/main" id="{65E3F164-1D0A-66B2-C9CF-911187313616}"/>
              </a:ext>
            </a:extLst>
          </p:cNvPr>
          <p:cNvGrpSpPr/>
          <p:nvPr/>
        </p:nvGrpSpPr>
        <p:grpSpPr>
          <a:xfrm>
            <a:off x="4859072" y="5297843"/>
            <a:ext cx="268920" cy="357480"/>
            <a:chOff x="4859072" y="5297843"/>
            <a:chExt cx="268920" cy="35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1372" name="Ink 1371">
                  <a:extLst>
                    <a:ext uri="{FF2B5EF4-FFF2-40B4-BE49-F238E27FC236}">
                      <a16:creationId xmlns:a16="http://schemas.microsoft.com/office/drawing/2014/main" id="{B2B63302-1201-144D-F27A-AC51B7DEB2A2}"/>
                    </a:ext>
                  </a:extLst>
                </p14:cNvPr>
                <p14:cNvContentPartPr/>
                <p14:nvPr/>
              </p14:nvContentPartPr>
              <p14:xfrm>
                <a:off x="4887152" y="5429963"/>
                <a:ext cx="360" cy="360"/>
              </p14:xfrm>
            </p:contentPart>
          </mc:Choice>
          <mc:Fallback xmlns="">
            <p:pic>
              <p:nvPicPr>
                <p:cNvPr id="1372" name="Ink 1371">
                  <a:extLst>
                    <a:ext uri="{FF2B5EF4-FFF2-40B4-BE49-F238E27FC236}">
                      <a16:creationId xmlns:a16="http://schemas.microsoft.com/office/drawing/2014/main" id="{B2B63302-1201-144D-F27A-AC51B7DEB2A2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4869152" y="541196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1">
              <p14:nvContentPartPr>
                <p14:cNvPr id="1373" name="Ink 1372">
                  <a:extLst>
                    <a:ext uri="{FF2B5EF4-FFF2-40B4-BE49-F238E27FC236}">
                      <a16:creationId xmlns:a16="http://schemas.microsoft.com/office/drawing/2014/main" id="{00E033E0-FB28-963D-51C7-66C8F83C7817}"/>
                    </a:ext>
                  </a:extLst>
                </p14:cNvPr>
                <p14:cNvContentPartPr/>
                <p14:nvPr/>
              </p14:nvContentPartPr>
              <p14:xfrm>
                <a:off x="4865192" y="5379563"/>
                <a:ext cx="18000" cy="185760"/>
              </p14:xfrm>
            </p:contentPart>
          </mc:Choice>
          <mc:Fallback xmlns="">
            <p:pic>
              <p:nvPicPr>
                <p:cNvPr id="1373" name="Ink 1372">
                  <a:extLst>
                    <a:ext uri="{FF2B5EF4-FFF2-40B4-BE49-F238E27FC236}">
                      <a16:creationId xmlns:a16="http://schemas.microsoft.com/office/drawing/2014/main" id="{00E033E0-FB28-963D-51C7-66C8F83C7817}"/>
                    </a:ext>
                  </a:extLst>
                </p:cNvPr>
                <p:cNvPicPr/>
                <p:nvPr/>
              </p:nvPicPr>
              <p:blipFill>
                <a:blip r:embed="rId562"/>
                <a:stretch>
                  <a:fillRect/>
                </a:stretch>
              </p:blipFill>
              <p:spPr>
                <a:xfrm>
                  <a:off x="4847552" y="5361563"/>
                  <a:ext cx="5364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3">
              <p14:nvContentPartPr>
                <p14:cNvPr id="1374" name="Ink 1373">
                  <a:extLst>
                    <a:ext uri="{FF2B5EF4-FFF2-40B4-BE49-F238E27FC236}">
                      <a16:creationId xmlns:a16="http://schemas.microsoft.com/office/drawing/2014/main" id="{70AEB22E-D9DA-195E-E548-E6EC5AE335AE}"/>
                    </a:ext>
                  </a:extLst>
                </p14:cNvPr>
                <p14:cNvContentPartPr/>
                <p14:nvPr/>
              </p14:nvContentPartPr>
              <p14:xfrm>
                <a:off x="4859072" y="5365883"/>
                <a:ext cx="136800" cy="218520"/>
              </p14:xfrm>
            </p:contentPart>
          </mc:Choice>
          <mc:Fallback xmlns="">
            <p:pic>
              <p:nvPicPr>
                <p:cNvPr id="1374" name="Ink 1373">
                  <a:extLst>
                    <a:ext uri="{FF2B5EF4-FFF2-40B4-BE49-F238E27FC236}">
                      <a16:creationId xmlns:a16="http://schemas.microsoft.com/office/drawing/2014/main" id="{70AEB22E-D9DA-195E-E548-E6EC5AE335AE}"/>
                    </a:ext>
                  </a:extLst>
                </p:cNvPr>
                <p:cNvPicPr/>
                <p:nvPr/>
              </p:nvPicPr>
              <p:blipFill>
                <a:blip r:embed="rId564"/>
                <a:stretch>
                  <a:fillRect/>
                </a:stretch>
              </p:blipFill>
              <p:spPr>
                <a:xfrm>
                  <a:off x="4841072" y="5348243"/>
                  <a:ext cx="17244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5">
              <p14:nvContentPartPr>
                <p14:cNvPr id="1375" name="Ink 1374">
                  <a:extLst>
                    <a:ext uri="{FF2B5EF4-FFF2-40B4-BE49-F238E27FC236}">
                      <a16:creationId xmlns:a16="http://schemas.microsoft.com/office/drawing/2014/main" id="{231341C3-3652-914B-FFC4-AA427490E4F2}"/>
                    </a:ext>
                  </a:extLst>
                </p14:cNvPr>
                <p14:cNvContentPartPr/>
                <p14:nvPr/>
              </p14:nvContentPartPr>
              <p14:xfrm>
                <a:off x="5016752" y="5297843"/>
                <a:ext cx="111240" cy="357480"/>
              </p14:xfrm>
            </p:contentPart>
          </mc:Choice>
          <mc:Fallback xmlns="">
            <p:pic>
              <p:nvPicPr>
                <p:cNvPr id="1375" name="Ink 1374">
                  <a:extLst>
                    <a:ext uri="{FF2B5EF4-FFF2-40B4-BE49-F238E27FC236}">
                      <a16:creationId xmlns:a16="http://schemas.microsoft.com/office/drawing/2014/main" id="{231341C3-3652-914B-FFC4-AA427490E4F2}"/>
                    </a:ext>
                  </a:extLst>
                </p:cNvPr>
                <p:cNvPicPr/>
                <p:nvPr/>
              </p:nvPicPr>
              <p:blipFill>
                <a:blip r:embed="rId566"/>
                <a:stretch>
                  <a:fillRect/>
                </a:stretch>
              </p:blipFill>
              <p:spPr>
                <a:xfrm>
                  <a:off x="4999112" y="5280203"/>
                  <a:ext cx="146880" cy="393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67">
            <p14:nvContentPartPr>
              <p14:cNvPr id="1377" name="Ink 1376">
                <a:extLst>
                  <a:ext uri="{FF2B5EF4-FFF2-40B4-BE49-F238E27FC236}">
                    <a16:creationId xmlns:a16="http://schemas.microsoft.com/office/drawing/2014/main" id="{C0165275-06A5-50E0-526E-C91658614496}"/>
                  </a:ext>
                </a:extLst>
              </p14:cNvPr>
              <p14:cNvContentPartPr/>
              <p14:nvPr/>
            </p14:nvContentPartPr>
            <p14:xfrm>
              <a:off x="9380312" y="5350043"/>
              <a:ext cx="91080" cy="335160"/>
            </p14:xfrm>
          </p:contentPart>
        </mc:Choice>
        <mc:Fallback xmlns="">
          <p:pic>
            <p:nvPicPr>
              <p:cNvPr id="1377" name="Ink 1376">
                <a:extLst>
                  <a:ext uri="{FF2B5EF4-FFF2-40B4-BE49-F238E27FC236}">
                    <a16:creationId xmlns:a16="http://schemas.microsoft.com/office/drawing/2014/main" id="{C0165275-06A5-50E0-526E-C91658614496}"/>
                  </a:ext>
                </a:extLst>
              </p:cNvPr>
              <p:cNvPicPr/>
              <p:nvPr/>
            </p:nvPicPr>
            <p:blipFill>
              <a:blip r:embed="rId568"/>
              <a:stretch>
                <a:fillRect/>
              </a:stretch>
            </p:blipFill>
            <p:spPr>
              <a:xfrm>
                <a:off x="9362312" y="5332403"/>
                <a:ext cx="126720" cy="370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85" name="Group 1384">
            <a:extLst>
              <a:ext uri="{FF2B5EF4-FFF2-40B4-BE49-F238E27FC236}">
                <a16:creationId xmlns:a16="http://schemas.microsoft.com/office/drawing/2014/main" id="{423799C7-F4BE-461B-7965-4D2AE215BFD9}"/>
              </a:ext>
            </a:extLst>
          </p:cNvPr>
          <p:cNvGrpSpPr/>
          <p:nvPr/>
        </p:nvGrpSpPr>
        <p:grpSpPr>
          <a:xfrm>
            <a:off x="9520352" y="5387123"/>
            <a:ext cx="929520" cy="308520"/>
            <a:chOff x="9520352" y="5387123"/>
            <a:chExt cx="929520" cy="30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9">
              <p14:nvContentPartPr>
                <p14:cNvPr id="1378" name="Ink 1377">
                  <a:extLst>
                    <a:ext uri="{FF2B5EF4-FFF2-40B4-BE49-F238E27FC236}">
                      <a16:creationId xmlns:a16="http://schemas.microsoft.com/office/drawing/2014/main" id="{DBF141D6-67EC-1376-141D-ADDFB26C733D}"/>
                    </a:ext>
                  </a:extLst>
                </p14:cNvPr>
                <p14:cNvContentPartPr/>
                <p14:nvPr/>
              </p14:nvContentPartPr>
              <p14:xfrm>
                <a:off x="9520352" y="5406563"/>
                <a:ext cx="87840" cy="227160"/>
              </p14:xfrm>
            </p:contentPart>
          </mc:Choice>
          <mc:Fallback xmlns="">
            <p:pic>
              <p:nvPicPr>
                <p:cNvPr id="1378" name="Ink 1377">
                  <a:extLst>
                    <a:ext uri="{FF2B5EF4-FFF2-40B4-BE49-F238E27FC236}">
                      <a16:creationId xmlns:a16="http://schemas.microsoft.com/office/drawing/2014/main" id="{DBF141D6-67EC-1376-141D-ADDFB26C733D}"/>
                    </a:ext>
                  </a:extLst>
                </p:cNvPr>
                <p:cNvPicPr/>
                <p:nvPr/>
              </p:nvPicPr>
              <p:blipFill>
                <a:blip r:embed="rId570"/>
                <a:stretch>
                  <a:fillRect/>
                </a:stretch>
              </p:blipFill>
              <p:spPr>
                <a:xfrm>
                  <a:off x="9502712" y="5388563"/>
                  <a:ext cx="12348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1">
              <p14:nvContentPartPr>
                <p14:cNvPr id="1379" name="Ink 1378">
                  <a:extLst>
                    <a:ext uri="{FF2B5EF4-FFF2-40B4-BE49-F238E27FC236}">
                      <a16:creationId xmlns:a16="http://schemas.microsoft.com/office/drawing/2014/main" id="{E4D840FB-5BD7-E625-538F-21D2196B98B5}"/>
                    </a:ext>
                  </a:extLst>
                </p14:cNvPr>
                <p14:cNvContentPartPr/>
                <p14:nvPr/>
              </p14:nvContentPartPr>
              <p14:xfrm>
                <a:off x="9690272" y="5450843"/>
                <a:ext cx="153360" cy="156960"/>
              </p14:xfrm>
            </p:contentPart>
          </mc:Choice>
          <mc:Fallback xmlns="">
            <p:pic>
              <p:nvPicPr>
                <p:cNvPr id="1379" name="Ink 1378">
                  <a:extLst>
                    <a:ext uri="{FF2B5EF4-FFF2-40B4-BE49-F238E27FC236}">
                      <a16:creationId xmlns:a16="http://schemas.microsoft.com/office/drawing/2014/main" id="{E4D840FB-5BD7-E625-538F-21D2196B98B5}"/>
                    </a:ext>
                  </a:extLst>
                </p:cNvPr>
                <p:cNvPicPr/>
                <p:nvPr/>
              </p:nvPicPr>
              <p:blipFill>
                <a:blip r:embed="rId572"/>
                <a:stretch>
                  <a:fillRect/>
                </a:stretch>
              </p:blipFill>
              <p:spPr>
                <a:xfrm>
                  <a:off x="9672632" y="5433203"/>
                  <a:ext cx="18900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3">
              <p14:nvContentPartPr>
                <p14:cNvPr id="1380" name="Ink 1379">
                  <a:extLst>
                    <a:ext uri="{FF2B5EF4-FFF2-40B4-BE49-F238E27FC236}">
                      <a16:creationId xmlns:a16="http://schemas.microsoft.com/office/drawing/2014/main" id="{CD24A4C7-8C35-72B9-6380-C880DECCBA5D}"/>
                    </a:ext>
                  </a:extLst>
                </p14:cNvPr>
                <p14:cNvContentPartPr/>
                <p14:nvPr/>
              </p14:nvContentPartPr>
              <p14:xfrm>
                <a:off x="9861992" y="5551283"/>
                <a:ext cx="68040" cy="144360"/>
              </p14:xfrm>
            </p:contentPart>
          </mc:Choice>
          <mc:Fallback xmlns="">
            <p:pic>
              <p:nvPicPr>
                <p:cNvPr id="1380" name="Ink 1379">
                  <a:extLst>
                    <a:ext uri="{FF2B5EF4-FFF2-40B4-BE49-F238E27FC236}">
                      <a16:creationId xmlns:a16="http://schemas.microsoft.com/office/drawing/2014/main" id="{CD24A4C7-8C35-72B9-6380-C880DECCBA5D}"/>
                    </a:ext>
                  </a:extLst>
                </p:cNvPr>
                <p:cNvPicPr/>
                <p:nvPr/>
              </p:nvPicPr>
              <p:blipFill>
                <a:blip r:embed="rId574"/>
                <a:stretch>
                  <a:fillRect/>
                </a:stretch>
              </p:blipFill>
              <p:spPr>
                <a:xfrm>
                  <a:off x="9844352" y="5533283"/>
                  <a:ext cx="10368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5">
              <p14:nvContentPartPr>
                <p14:cNvPr id="1382" name="Ink 1381">
                  <a:extLst>
                    <a:ext uri="{FF2B5EF4-FFF2-40B4-BE49-F238E27FC236}">
                      <a16:creationId xmlns:a16="http://schemas.microsoft.com/office/drawing/2014/main" id="{548C2EBF-87A5-6B8C-1E79-63F674327348}"/>
                    </a:ext>
                  </a:extLst>
                </p14:cNvPr>
                <p14:cNvContentPartPr/>
                <p14:nvPr/>
              </p14:nvContentPartPr>
              <p14:xfrm>
                <a:off x="10108592" y="5432483"/>
                <a:ext cx="2520" cy="216360"/>
              </p14:xfrm>
            </p:contentPart>
          </mc:Choice>
          <mc:Fallback xmlns="">
            <p:pic>
              <p:nvPicPr>
                <p:cNvPr id="1382" name="Ink 1381">
                  <a:extLst>
                    <a:ext uri="{FF2B5EF4-FFF2-40B4-BE49-F238E27FC236}">
                      <a16:creationId xmlns:a16="http://schemas.microsoft.com/office/drawing/2014/main" id="{548C2EBF-87A5-6B8C-1E79-63F674327348}"/>
                    </a:ext>
                  </a:extLst>
                </p:cNvPr>
                <p:cNvPicPr/>
                <p:nvPr/>
              </p:nvPicPr>
              <p:blipFill>
                <a:blip r:embed="rId576"/>
                <a:stretch>
                  <a:fillRect/>
                </a:stretch>
              </p:blipFill>
              <p:spPr>
                <a:xfrm>
                  <a:off x="10090952" y="5414483"/>
                  <a:ext cx="3816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7">
              <p14:nvContentPartPr>
                <p14:cNvPr id="1383" name="Ink 1382">
                  <a:extLst>
                    <a:ext uri="{FF2B5EF4-FFF2-40B4-BE49-F238E27FC236}">
                      <a16:creationId xmlns:a16="http://schemas.microsoft.com/office/drawing/2014/main" id="{83EAB02F-C753-81D2-A98C-A12F1DEC0E86}"/>
                    </a:ext>
                  </a:extLst>
                </p14:cNvPr>
                <p14:cNvContentPartPr/>
                <p14:nvPr/>
              </p14:nvContentPartPr>
              <p14:xfrm>
                <a:off x="10111832" y="5407643"/>
                <a:ext cx="147240" cy="263520"/>
              </p14:xfrm>
            </p:contentPart>
          </mc:Choice>
          <mc:Fallback xmlns="">
            <p:pic>
              <p:nvPicPr>
                <p:cNvPr id="1383" name="Ink 1382">
                  <a:extLst>
                    <a:ext uri="{FF2B5EF4-FFF2-40B4-BE49-F238E27FC236}">
                      <a16:creationId xmlns:a16="http://schemas.microsoft.com/office/drawing/2014/main" id="{83EAB02F-C753-81D2-A98C-A12F1DEC0E86}"/>
                    </a:ext>
                  </a:extLst>
                </p:cNvPr>
                <p:cNvPicPr/>
                <p:nvPr/>
              </p:nvPicPr>
              <p:blipFill>
                <a:blip r:embed="rId578"/>
                <a:stretch>
                  <a:fillRect/>
                </a:stretch>
              </p:blipFill>
              <p:spPr>
                <a:xfrm>
                  <a:off x="10094192" y="5389643"/>
                  <a:ext cx="18288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9">
              <p14:nvContentPartPr>
                <p14:cNvPr id="1384" name="Ink 1383">
                  <a:extLst>
                    <a:ext uri="{FF2B5EF4-FFF2-40B4-BE49-F238E27FC236}">
                      <a16:creationId xmlns:a16="http://schemas.microsoft.com/office/drawing/2014/main" id="{E07BCE23-112C-B40C-A793-BD6A4AD9511D}"/>
                    </a:ext>
                  </a:extLst>
                </p14:cNvPr>
                <p14:cNvContentPartPr/>
                <p14:nvPr/>
              </p14:nvContentPartPr>
              <p14:xfrm>
                <a:off x="10294352" y="5387123"/>
                <a:ext cx="155520" cy="277200"/>
              </p14:xfrm>
            </p:contentPart>
          </mc:Choice>
          <mc:Fallback xmlns="">
            <p:pic>
              <p:nvPicPr>
                <p:cNvPr id="1384" name="Ink 1383">
                  <a:extLst>
                    <a:ext uri="{FF2B5EF4-FFF2-40B4-BE49-F238E27FC236}">
                      <a16:creationId xmlns:a16="http://schemas.microsoft.com/office/drawing/2014/main" id="{E07BCE23-112C-B40C-A793-BD6A4AD9511D}"/>
                    </a:ext>
                  </a:extLst>
                </p:cNvPr>
                <p:cNvPicPr/>
                <p:nvPr/>
              </p:nvPicPr>
              <p:blipFill>
                <a:blip r:embed="rId580"/>
                <a:stretch>
                  <a:fillRect/>
                </a:stretch>
              </p:blipFill>
              <p:spPr>
                <a:xfrm>
                  <a:off x="10276712" y="5369123"/>
                  <a:ext cx="191160" cy="312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81">
            <p14:nvContentPartPr>
              <p14:cNvPr id="1386" name="Ink 1385">
                <a:extLst>
                  <a:ext uri="{FF2B5EF4-FFF2-40B4-BE49-F238E27FC236}">
                    <a16:creationId xmlns:a16="http://schemas.microsoft.com/office/drawing/2014/main" id="{AF2E857D-455D-E974-754E-EAB9CBBFFCFC}"/>
                  </a:ext>
                </a:extLst>
              </p14:cNvPr>
              <p14:cNvContentPartPr/>
              <p14:nvPr/>
            </p14:nvContentPartPr>
            <p14:xfrm>
              <a:off x="1755512" y="6054203"/>
              <a:ext cx="508320" cy="27720"/>
            </p14:xfrm>
          </p:contentPart>
        </mc:Choice>
        <mc:Fallback xmlns="">
          <p:pic>
            <p:nvPicPr>
              <p:cNvPr id="1386" name="Ink 1385">
                <a:extLst>
                  <a:ext uri="{FF2B5EF4-FFF2-40B4-BE49-F238E27FC236}">
                    <a16:creationId xmlns:a16="http://schemas.microsoft.com/office/drawing/2014/main" id="{AF2E857D-455D-E974-754E-EAB9CBBFFCFC}"/>
                  </a:ext>
                </a:extLst>
              </p:cNvPr>
              <p:cNvPicPr/>
              <p:nvPr/>
            </p:nvPicPr>
            <p:blipFill>
              <a:blip r:embed="rId582"/>
              <a:stretch>
                <a:fillRect/>
              </a:stretch>
            </p:blipFill>
            <p:spPr>
              <a:xfrm>
                <a:off x="1737872" y="6036563"/>
                <a:ext cx="54396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3">
            <p14:nvContentPartPr>
              <p14:cNvPr id="1387" name="Ink 1386">
                <a:extLst>
                  <a:ext uri="{FF2B5EF4-FFF2-40B4-BE49-F238E27FC236}">
                    <a16:creationId xmlns:a16="http://schemas.microsoft.com/office/drawing/2014/main" id="{61530743-CD01-DA24-0D01-B42C1266E630}"/>
                  </a:ext>
                </a:extLst>
              </p14:cNvPr>
              <p14:cNvContentPartPr/>
              <p14:nvPr/>
            </p14:nvContentPartPr>
            <p14:xfrm>
              <a:off x="3088592" y="6063203"/>
              <a:ext cx="405000" cy="38880"/>
            </p14:xfrm>
          </p:contentPart>
        </mc:Choice>
        <mc:Fallback xmlns="">
          <p:pic>
            <p:nvPicPr>
              <p:cNvPr id="1387" name="Ink 1386">
                <a:extLst>
                  <a:ext uri="{FF2B5EF4-FFF2-40B4-BE49-F238E27FC236}">
                    <a16:creationId xmlns:a16="http://schemas.microsoft.com/office/drawing/2014/main" id="{61530743-CD01-DA24-0D01-B42C1266E630}"/>
                  </a:ext>
                </a:extLst>
              </p:cNvPr>
              <p:cNvPicPr/>
              <p:nvPr/>
            </p:nvPicPr>
            <p:blipFill>
              <a:blip r:embed="rId584"/>
              <a:stretch>
                <a:fillRect/>
              </a:stretch>
            </p:blipFill>
            <p:spPr>
              <a:xfrm>
                <a:off x="3070952" y="6045563"/>
                <a:ext cx="440640" cy="74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93" name="Group 1392">
            <a:extLst>
              <a:ext uri="{FF2B5EF4-FFF2-40B4-BE49-F238E27FC236}">
                <a16:creationId xmlns:a16="http://schemas.microsoft.com/office/drawing/2014/main" id="{76BD1F14-EE30-9EA5-194A-4F0E9E7988A0}"/>
              </a:ext>
            </a:extLst>
          </p:cNvPr>
          <p:cNvGrpSpPr/>
          <p:nvPr/>
        </p:nvGrpSpPr>
        <p:grpSpPr>
          <a:xfrm>
            <a:off x="4245632" y="5894003"/>
            <a:ext cx="713520" cy="367560"/>
            <a:chOff x="4245632" y="5894003"/>
            <a:chExt cx="713520" cy="36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5">
              <p14:nvContentPartPr>
                <p14:cNvPr id="1388" name="Ink 1387">
                  <a:extLst>
                    <a:ext uri="{FF2B5EF4-FFF2-40B4-BE49-F238E27FC236}">
                      <a16:creationId xmlns:a16="http://schemas.microsoft.com/office/drawing/2014/main" id="{3A995859-AB83-EBE0-05E2-5C195257A0CC}"/>
                    </a:ext>
                  </a:extLst>
                </p14:cNvPr>
                <p14:cNvContentPartPr/>
                <p14:nvPr/>
              </p14:nvContentPartPr>
              <p14:xfrm>
                <a:off x="4245632" y="5894003"/>
                <a:ext cx="713520" cy="289440"/>
              </p14:xfrm>
            </p:contentPart>
          </mc:Choice>
          <mc:Fallback xmlns="">
            <p:pic>
              <p:nvPicPr>
                <p:cNvPr id="1388" name="Ink 1387">
                  <a:extLst>
                    <a:ext uri="{FF2B5EF4-FFF2-40B4-BE49-F238E27FC236}">
                      <a16:creationId xmlns:a16="http://schemas.microsoft.com/office/drawing/2014/main" id="{3A995859-AB83-EBE0-05E2-5C195257A0CC}"/>
                    </a:ext>
                  </a:extLst>
                </p:cNvPr>
                <p:cNvPicPr/>
                <p:nvPr/>
              </p:nvPicPr>
              <p:blipFill>
                <a:blip r:embed="rId586"/>
                <a:stretch>
                  <a:fillRect/>
                </a:stretch>
              </p:blipFill>
              <p:spPr>
                <a:xfrm>
                  <a:off x="4227992" y="5876363"/>
                  <a:ext cx="74916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7">
              <p14:nvContentPartPr>
                <p14:cNvPr id="1389" name="Ink 1388">
                  <a:extLst>
                    <a:ext uri="{FF2B5EF4-FFF2-40B4-BE49-F238E27FC236}">
                      <a16:creationId xmlns:a16="http://schemas.microsoft.com/office/drawing/2014/main" id="{EFC61789-00A9-B165-8063-D297606D3181}"/>
                    </a:ext>
                  </a:extLst>
                </p14:cNvPr>
                <p14:cNvContentPartPr/>
                <p14:nvPr/>
              </p14:nvContentPartPr>
              <p14:xfrm>
                <a:off x="4792112" y="6245723"/>
                <a:ext cx="1440" cy="15840"/>
              </p14:xfrm>
            </p:contentPart>
          </mc:Choice>
          <mc:Fallback xmlns="">
            <p:pic>
              <p:nvPicPr>
                <p:cNvPr id="1389" name="Ink 1388">
                  <a:extLst>
                    <a:ext uri="{FF2B5EF4-FFF2-40B4-BE49-F238E27FC236}">
                      <a16:creationId xmlns:a16="http://schemas.microsoft.com/office/drawing/2014/main" id="{EFC61789-00A9-B165-8063-D297606D3181}"/>
                    </a:ext>
                  </a:extLst>
                </p:cNvPr>
                <p:cNvPicPr/>
                <p:nvPr/>
              </p:nvPicPr>
              <p:blipFill>
                <a:blip r:embed="rId588"/>
                <a:stretch>
                  <a:fillRect/>
                </a:stretch>
              </p:blipFill>
              <p:spPr>
                <a:xfrm>
                  <a:off x="4774112" y="6227723"/>
                  <a:ext cx="37080" cy="51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89">
            <p14:nvContentPartPr>
              <p14:cNvPr id="1390" name="Ink 1389">
                <a:extLst>
                  <a:ext uri="{FF2B5EF4-FFF2-40B4-BE49-F238E27FC236}">
                    <a16:creationId xmlns:a16="http://schemas.microsoft.com/office/drawing/2014/main" id="{8374F5DF-EC56-E4BD-498D-C91A3B2FDAE4}"/>
                  </a:ext>
                </a:extLst>
              </p14:cNvPr>
              <p14:cNvContentPartPr/>
              <p14:nvPr/>
            </p14:nvContentPartPr>
            <p14:xfrm>
              <a:off x="5607152" y="6131963"/>
              <a:ext cx="495720" cy="47520"/>
            </p14:xfrm>
          </p:contentPart>
        </mc:Choice>
        <mc:Fallback xmlns="">
          <p:pic>
            <p:nvPicPr>
              <p:cNvPr id="1390" name="Ink 1389">
                <a:extLst>
                  <a:ext uri="{FF2B5EF4-FFF2-40B4-BE49-F238E27FC236}">
                    <a16:creationId xmlns:a16="http://schemas.microsoft.com/office/drawing/2014/main" id="{8374F5DF-EC56-E4BD-498D-C91A3B2FDAE4}"/>
                  </a:ext>
                </a:extLst>
              </p:cNvPr>
              <p:cNvPicPr/>
              <p:nvPr/>
            </p:nvPicPr>
            <p:blipFill>
              <a:blip r:embed="rId590"/>
              <a:stretch>
                <a:fillRect/>
              </a:stretch>
            </p:blipFill>
            <p:spPr>
              <a:xfrm>
                <a:off x="5589512" y="6114323"/>
                <a:ext cx="531360" cy="8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1">
            <p14:nvContentPartPr>
              <p14:cNvPr id="1391" name="Ink 1390">
                <a:extLst>
                  <a:ext uri="{FF2B5EF4-FFF2-40B4-BE49-F238E27FC236}">
                    <a16:creationId xmlns:a16="http://schemas.microsoft.com/office/drawing/2014/main" id="{199D2D65-0A34-2645-CDBC-57E0F00ECAD4}"/>
                  </a:ext>
                </a:extLst>
              </p14:cNvPr>
              <p14:cNvContentPartPr/>
              <p14:nvPr/>
            </p14:nvContentPartPr>
            <p14:xfrm>
              <a:off x="6860672" y="6079763"/>
              <a:ext cx="486360" cy="50760"/>
            </p14:xfrm>
          </p:contentPart>
        </mc:Choice>
        <mc:Fallback xmlns="">
          <p:pic>
            <p:nvPicPr>
              <p:cNvPr id="1391" name="Ink 1390">
                <a:extLst>
                  <a:ext uri="{FF2B5EF4-FFF2-40B4-BE49-F238E27FC236}">
                    <a16:creationId xmlns:a16="http://schemas.microsoft.com/office/drawing/2014/main" id="{199D2D65-0A34-2645-CDBC-57E0F00ECAD4}"/>
                  </a:ext>
                </a:extLst>
              </p:cNvPr>
              <p:cNvPicPr/>
              <p:nvPr/>
            </p:nvPicPr>
            <p:blipFill>
              <a:blip r:embed="rId592"/>
              <a:stretch>
                <a:fillRect/>
              </a:stretch>
            </p:blipFill>
            <p:spPr>
              <a:xfrm>
                <a:off x="6842672" y="6061763"/>
                <a:ext cx="52200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3">
            <p14:nvContentPartPr>
              <p14:cNvPr id="1392" name="Ink 1391">
                <a:extLst>
                  <a:ext uri="{FF2B5EF4-FFF2-40B4-BE49-F238E27FC236}">
                    <a16:creationId xmlns:a16="http://schemas.microsoft.com/office/drawing/2014/main" id="{9A32C358-642E-B09E-5B02-A48A67E8A333}"/>
                  </a:ext>
                </a:extLst>
              </p14:cNvPr>
              <p14:cNvContentPartPr/>
              <p14:nvPr/>
            </p14:nvContentPartPr>
            <p14:xfrm>
              <a:off x="8268632" y="6040523"/>
              <a:ext cx="475920" cy="43200"/>
            </p14:xfrm>
          </p:contentPart>
        </mc:Choice>
        <mc:Fallback xmlns="">
          <p:pic>
            <p:nvPicPr>
              <p:cNvPr id="1392" name="Ink 1391">
                <a:extLst>
                  <a:ext uri="{FF2B5EF4-FFF2-40B4-BE49-F238E27FC236}">
                    <a16:creationId xmlns:a16="http://schemas.microsoft.com/office/drawing/2014/main" id="{9A32C358-642E-B09E-5B02-A48A67E8A333}"/>
                  </a:ext>
                </a:extLst>
              </p:cNvPr>
              <p:cNvPicPr/>
              <p:nvPr/>
            </p:nvPicPr>
            <p:blipFill>
              <a:blip r:embed="rId594"/>
              <a:stretch>
                <a:fillRect/>
              </a:stretch>
            </p:blipFill>
            <p:spPr>
              <a:xfrm>
                <a:off x="8250632" y="6022523"/>
                <a:ext cx="51156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5">
            <p14:nvContentPartPr>
              <p14:cNvPr id="1400" name="Ink 1399">
                <a:extLst>
                  <a:ext uri="{FF2B5EF4-FFF2-40B4-BE49-F238E27FC236}">
                    <a16:creationId xmlns:a16="http://schemas.microsoft.com/office/drawing/2014/main" id="{1EDEE366-03D0-FF05-ABEA-6630B08997FC}"/>
                  </a:ext>
                </a:extLst>
              </p14:cNvPr>
              <p14:cNvContentPartPr/>
              <p14:nvPr/>
            </p14:nvContentPartPr>
            <p14:xfrm>
              <a:off x="1828952" y="6638483"/>
              <a:ext cx="459000" cy="27360"/>
            </p14:xfrm>
          </p:contentPart>
        </mc:Choice>
        <mc:Fallback xmlns="">
          <p:pic>
            <p:nvPicPr>
              <p:cNvPr id="1400" name="Ink 1399">
                <a:extLst>
                  <a:ext uri="{FF2B5EF4-FFF2-40B4-BE49-F238E27FC236}">
                    <a16:creationId xmlns:a16="http://schemas.microsoft.com/office/drawing/2014/main" id="{1EDEE366-03D0-FF05-ABEA-6630B08997FC}"/>
                  </a:ext>
                </a:extLst>
              </p:cNvPr>
              <p:cNvPicPr/>
              <p:nvPr/>
            </p:nvPicPr>
            <p:blipFill>
              <a:blip r:embed="rId596"/>
              <a:stretch>
                <a:fillRect/>
              </a:stretch>
            </p:blipFill>
            <p:spPr>
              <a:xfrm>
                <a:off x="1811312" y="6620843"/>
                <a:ext cx="49464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7">
            <p14:nvContentPartPr>
              <p14:cNvPr id="1401" name="Ink 1400">
                <a:extLst>
                  <a:ext uri="{FF2B5EF4-FFF2-40B4-BE49-F238E27FC236}">
                    <a16:creationId xmlns:a16="http://schemas.microsoft.com/office/drawing/2014/main" id="{05A89C23-A956-5539-12D5-3057AC9544A0}"/>
                  </a:ext>
                </a:extLst>
              </p14:cNvPr>
              <p14:cNvContentPartPr/>
              <p14:nvPr/>
            </p14:nvContentPartPr>
            <p14:xfrm>
              <a:off x="3244472" y="6596363"/>
              <a:ext cx="378720" cy="9360"/>
            </p14:xfrm>
          </p:contentPart>
        </mc:Choice>
        <mc:Fallback xmlns="">
          <p:pic>
            <p:nvPicPr>
              <p:cNvPr id="1401" name="Ink 1400">
                <a:extLst>
                  <a:ext uri="{FF2B5EF4-FFF2-40B4-BE49-F238E27FC236}">
                    <a16:creationId xmlns:a16="http://schemas.microsoft.com/office/drawing/2014/main" id="{05A89C23-A956-5539-12D5-3057AC9544A0}"/>
                  </a:ext>
                </a:extLst>
              </p:cNvPr>
              <p:cNvPicPr/>
              <p:nvPr/>
            </p:nvPicPr>
            <p:blipFill>
              <a:blip r:embed="rId598"/>
              <a:stretch>
                <a:fillRect/>
              </a:stretch>
            </p:blipFill>
            <p:spPr>
              <a:xfrm>
                <a:off x="3226472" y="6578363"/>
                <a:ext cx="41436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9">
            <p14:nvContentPartPr>
              <p14:cNvPr id="1402" name="Ink 1401">
                <a:extLst>
                  <a:ext uri="{FF2B5EF4-FFF2-40B4-BE49-F238E27FC236}">
                    <a16:creationId xmlns:a16="http://schemas.microsoft.com/office/drawing/2014/main" id="{B9AD644C-0C36-99BD-BF5E-B96FA3327EF8}"/>
                  </a:ext>
                </a:extLst>
              </p14:cNvPr>
              <p14:cNvContentPartPr/>
              <p14:nvPr/>
            </p14:nvContentPartPr>
            <p14:xfrm>
              <a:off x="4433192" y="6607163"/>
              <a:ext cx="537480" cy="35280"/>
            </p14:xfrm>
          </p:contentPart>
        </mc:Choice>
        <mc:Fallback xmlns="">
          <p:pic>
            <p:nvPicPr>
              <p:cNvPr id="1402" name="Ink 1401">
                <a:extLst>
                  <a:ext uri="{FF2B5EF4-FFF2-40B4-BE49-F238E27FC236}">
                    <a16:creationId xmlns:a16="http://schemas.microsoft.com/office/drawing/2014/main" id="{B9AD644C-0C36-99BD-BF5E-B96FA3327EF8}"/>
                  </a:ext>
                </a:extLst>
              </p:cNvPr>
              <p:cNvPicPr/>
              <p:nvPr/>
            </p:nvPicPr>
            <p:blipFill>
              <a:blip r:embed="rId600"/>
              <a:stretch>
                <a:fillRect/>
              </a:stretch>
            </p:blipFill>
            <p:spPr>
              <a:xfrm>
                <a:off x="4415552" y="6589163"/>
                <a:ext cx="573120" cy="7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1">
            <p14:nvContentPartPr>
              <p14:cNvPr id="1403" name="Ink 1402">
                <a:extLst>
                  <a:ext uri="{FF2B5EF4-FFF2-40B4-BE49-F238E27FC236}">
                    <a16:creationId xmlns:a16="http://schemas.microsoft.com/office/drawing/2014/main" id="{72D008B5-2B31-AC26-F6BC-57EA2C265B05}"/>
                  </a:ext>
                </a:extLst>
              </p14:cNvPr>
              <p14:cNvContentPartPr/>
              <p14:nvPr/>
            </p14:nvContentPartPr>
            <p14:xfrm>
              <a:off x="5596352" y="6718043"/>
              <a:ext cx="378000" cy="20880"/>
            </p14:xfrm>
          </p:contentPart>
        </mc:Choice>
        <mc:Fallback xmlns="">
          <p:pic>
            <p:nvPicPr>
              <p:cNvPr id="1403" name="Ink 1402">
                <a:extLst>
                  <a:ext uri="{FF2B5EF4-FFF2-40B4-BE49-F238E27FC236}">
                    <a16:creationId xmlns:a16="http://schemas.microsoft.com/office/drawing/2014/main" id="{72D008B5-2B31-AC26-F6BC-57EA2C265B05}"/>
                  </a:ext>
                </a:extLst>
              </p:cNvPr>
              <p:cNvPicPr/>
              <p:nvPr/>
            </p:nvPicPr>
            <p:blipFill>
              <a:blip r:embed="rId602"/>
              <a:stretch>
                <a:fillRect/>
              </a:stretch>
            </p:blipFill>
            <p:spPr>
              <a:xfrm>
                <a:off x="5578712" y="6700043"/>
                <a:ext cx="413640" cy="5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3">
            <p14:nvContentPartPr>
              <p14:cNvPr id="1404" name="Ink 1403">
                <a:extLst>
                  <a:ext uri="{FF2B5EF4-FFF2-40B4-BE49-F238E27FC236}">
                    <a16:creationId xmlns:a16="http://schemas.microsoft.com/office/drawing/2014/main" id="{65C42366-6287-0674-4BE0-BE0CAF88389F}"/>
                  </a:ext>
                </a:extLst>
              </p14:cNvPr>
              <p14:cNvContentPartPr/>
              <p14:nvPr/>
            </p14:nvContentPartPr>
            <p14:xfrm>
              <a:off x="6933752" y="6661523"/>
              <a:ext cx="441000" cy="11880"/>
            </p14:xfrm>
          </p:contentPart>
        </mc:Choice>
        <mc:Fallback xmlns="">
          <p:pic>
            <p:nvPicPr>
              <p:cNvPr id="1404" name="Ink 1403">
                <a:extLst>
                  <a:ext uri="{FF2B5EF4-FFF2-40B4-BE49-F238E27FC236}">
                    <a16:creationId xmlns:a16="http://schemas.microsoft.com/office/drawing/2014/main" id="{65C42366-6287-0674-4BE0-BE0CAF88389F}"/>
                  </a:ext>
                </a:extLst>
              </p:cNvPr>
              <p:cNvPicPr/>
              <p:nvPr/>
            </p:nvPicPr>
            <p:blipFill>
              <a:blip r:embed="rId604"/>
              <a:stretch>
                <a:fillRect/>
              </a:stretch>
            </p:blipFill>
            <p:spPr>
              <a:xfrm>
                <a:off x="6915752" y="6643523"/>
                <a:ext cx="47664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5">
            <p14:nvContentPartPr>
              <p14:cNvPr id="1405" name="Ink 1404">
                <a:extLst>
                  <a:ext uri="{FF2B5EF4-FFF2-40B4-BE49-F238E27FC236}">
                    <a16:creationId xmlns:a16="http://schemas.microsoft.com/office/drawing/2014/main" id="{9E08352A-84AD-86E6-7A5D-0996C361CFD7}"/>
                  </a:ext>
                </a:extLst>
              </p14:cNvPr>
              <p14:cNvContentPartPr/>
              <p14:nvPr/>
            </p14:nvContentPartPr>
            <p14:xfrm>
              <a:off x="8363672" y="6709403"/>
              <a:ext cx="371160" cy="21960"/>
            </p14:xfrm>
          </p:contentPart>
        </mc:Choice>
        <mc:Fallback xmlns="">
          <p:pic>
            <p:nvPicPr>
              <p:cNvPr id="1405" name="Ink 1404">
                <a:extLst>
                  <a:ext uri="{FF2B5EF4-FFF2-40B4-BE49-F238E27FC236}">
                    <a16:creationId xmlns:a16="http://schemas.microsoft.com/office/drawing/2014/main" id="{9E08352A-84AD-86E6-7A5D-0996C361CFD7}"/>
                  </a:ext>
                </a:extLst>
              </p:cNvPr>
              <p:cNvPicPr/>
              <p:nvPr/>
            </p:nvPicPr>
            <p:blipFill>
              <a:blip r:embed="rId606"/>
              <a:stretch>
                <a:fillRect/>
              </a:stretch>
            </p:blipFill>
            <p:spPr>
              <a:xfrm>
                <a:off x="8345672" y="6691763"/>
                <a:ext cx="406800" cy="57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09" name="Group 1408">
            <a:extLst>
              <a:ext uri="{FF2B5EF4-FFF2-40B4-BE49-F238E27FC236}">
                <a16:creationId xmlns:a16="http://schemas.microsoft.com/office/drawing/2014/main" id="{F73C34A8-912F-0334-0179-5661CECC058E}"/>
              </a:ext>
            </a:extLst>
          </p:cNvPr>
          <p:cNvGrpSpPr/>
          <p:nvPr/>
        </p:nvGrpSpPr>
        <p:grpSpPr>
          <a:xfrm>
            <a:off x="9316952" y="5885363"/>
            <a:ext cx="1227600" cy="948960"/>
            <a:chOff x="9316952" y="5885363"/>
            <a:chExt cx="1227600" cy="94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7">
              <p14:nvContentPartPr>
                <p14:cNvPr id="1394" name="Ink 1393">
                  <a:extLst>
                    <a:ext uri="{FF2B5EF4-FFF2-40B4-BE49-F238E27FC236}">
                      <a16:creationId xmlns:a16="http://schemas.microsoft.com/office/drawing/2014/main" id="{49AC629B-0376-9B2D-C45A-46D26E86D466}"/>
                    </a:ext>
                  </a:extLst>
                </p14:cNvPr>
                <p14:cNvContentPartPr/>
                <p14:nvPr/>
              </p14:nvContentPartPr>
              <p14:xfrm>
                <a:off x="9316952" y="5885363"/>
                <a:ext cx="155880" cy="395640"/>
              </p14:xfrm>
            </p:contentPart>
          </mc:Choice>
          <mc:Fallback xmlns="">
            <p:pic>
              <p:nvPicPr>
                <p:cNvPr id="1394" name="Ink 1393">
                  <a:extLst>
                    <a:ext uri="{FF2B5EF4-FFF2-40B4-BE49-F238E27FC236}">
                      <a16:creationId xmlns:a16="http://schemas.microsoft.com/office/drawing/2014/main" id="{49AC629B-0376-9B2D-C45A-46D26E86D466}"/>
                    </a:ext>
                  </a:extLst>
                </p:cNvPr>
                <p:cNvPicPr/>
                <p:nvPr/>
              </p:nvPicPr>
              <p:blipFill>
                <a:blip r:embed="rId608"/>
                <a:stretch>
                  <a:fillRect/>
                </a:stretch>
              </p:blipFill>
              <p:spPr>
                <a:xfrm>
                  <a:off x="9299312" y="5867723"/>
                  <a:ext cx="191520" cy="43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9">
              <p14:nvContentPartPr>
                <p14:cNvPr id="1395" name="Ink 1394">
                  <a:extLst>
                    <a:ext uri="{FF2B5EF4-FFF2-40B4-BE49-F238E27FC236}">
                      <a16:creationId xmlns:a16="http://schemas.microsoft.com/office/drawing/2014/main" id="{06391FA5-7BEF-3EFD-C633-C561F2D0EDB6}"/>
                    </a:ext>
                  </a:extLst>
                </p14:cNvPr>
                <p14:cNvContentPartPr/>
                <p14:nvPr/>
              </p14:nvContentPartPr>
              <p14:xfrm>
                <a:off x="9470312" y="5955923"/>
                <a:ext cx="123120" cy="318960"/>
              </p14:xfrm>
            </p:contentPart>
          </mc:Choice>
          <mc:Fallback xmlns="">
            <p:pic>
              <p:nvPicPr>
                <p:cNvPr id="1395" name="Ink 1394">
                  <a:extLst>
                    <a:ext uri="{FF2B5EF4-FFF2-40B4-BE49-F238E27FC236}">
                      <a16:creationId xmlns:a16="http://schemas.microsoft.com/office/drawing/2014/main" id="{06391FA5-7BEF-3EFD-C633-C561F2D0EDB6}"/>
                    </a:ext>
                  </a:extLst>
                </p:cNvPr>
                <p:cNvPicPr/>
                <p:nvPr/>
              </p:nvPicPr>
              <p:blipFill>
                <a:blip r:embed="rId610"/>
                <a:stretch>
                  <a:fillRect/>
                </a:stretch>
              </p:blipFill>
              <p:spPr>
                <a:xfrm>
                  <a:off x="9452312" y="5937923"/>
                  <a:ext cx="15876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1">
              <p14:nvContentPartPr>
                <p14:cNvPr id="1396" name="Ink 1395">
                  <a:extLst>
                    <a:ext uri="{FF2B5EF4-FFF2-40B4-BE49-F238E27FC236}">
                      <a16:creationId xmlns:a16="http://schemas.microsoft.com/office/drawing/2014/main" id="{31CD949E-E7D1-28B6-3C9A-B2469745254E}"/>
                    </a:ext>
                  </a:extLst>
                </p14:cNvPr>
                <p14:cNvContentPartPr/>
                <p14:nvPr/>
              </p14:nvContentPartPr>
              <p14:xfrm>
                <a:off x="9625472" y="6007403"/>
                <a:ext cx="158400" cy="197640"/>
              </p14:xfrm>
            </p:contentPart>
          </mc:Choice>
          <mc:Fallback xmlns="">
            <p:pic>
              <p:nvPicPr>
                <p:cNvPr id="1396" name="Ink 1395">
                  <a:extLst>
                    <a:ext uri="{FF2B5EF4-FFF2-40B4-BE49-F238E27FC236}">
                      <a16:creationId xmlns:a16="http://schemas.microsoft.com/office/drawing/2014/main" id="{31CD949E-E7D1-28B6-3C9A-B2469745254E}"/>
                    </a:ext>
                  </a:extLst>
                </p:cNvPr>
                <p:cNvPicPr/>
                <p:nvPr/>
              </p:nvPicPr>
              <p:blipFill>
                <a:blip r:embed="rId612"/>
                <a:stretch>
                  <a:fillRect/>
                </a:stretch>
              </p:blipFill>
              <p:spPr>
                <a:xfrm>
                  <a:off x="9607832" y="5989403"/>
                  <a:ext cx="19404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3">
              <p14:nvContentPartPr>
                <p14:cNvPr id="1397" name="Ink 1396">
                  <a:extLst>
                    <a:ext uri="{FF2B5EF4-FFF2-40B4-BE49-F238E27FC236}">
                      <a16:creationId xmlns:a16="http://schemas.microsoft.com/office/drawing/2014/main" id="{41D8BB38-F06F-8D94-3877-3D8CC203CFC3}"/>
                    </a:ext>
                  </a:extLst>
                </p14:cNvPr>
                <p14:cNvContentPartPr/>
                <p14:nvPr/>
              </p14:nvContentPartPr>
              <p14:xfrm>
                <a:off x="9875312" y="6161843"/>
                <a:ext cx="30960" cy="121680"/>
              </p14:xfrm>
            </p:contentPart>
          </mc:Choice>
          <mc:Fallback xmlns="">
            <p:pic>
              <p:nvPicPr>
                <p:cNvPr id="1397" name="Ink 1396">
                  <a:extLst>
                    <a:ext uri="{FF2B5EF4-FFF2-40B4-BE49-F238E27FC236}">
                      <a16:creationId xmlns:a16="http://schemas.microsoft.com/office/drawing/2014/main" id="{41D8BB38-F06F-8D94-3877-3D8CC203CFC3}"/>
                    </a:ext>
                  </a:extLst>
                </p:cNvPr>
                <p:cNvPicPr/>
                <p:nvPr/>
              </p:nvPicPr>
              <p:blipFill>
                <a:blip r:embed="rId614"/>
                <a:stretch>
                  <a:fillRect/>
                </a:stretch>
              </p:blipFill>
              <p:spPr>
                <a:xfrm>
                  <a:off x="9857672" y="6143843"/>
                  <a:ext cx="6660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5">
              <p14:nvContentPartPr>
                <p14:cNvPr id="1398" name="Ink 1397">
                  <a:extLst>
                    <a:ext uri="{FF2B5EF4-FFF2-40B4-BE49-F238E27FC236}">
                      <a16:creationId xmlns:a16="http://schemas.microsoft.com/office/drawing/2014/main" id="{1E5A4392-BFF3-C1A8-D32A-26E574D7C518}"/>
                    </a:ext>
                  </a:extLst>
                </p14:cNvPr>
                <p14:cNvContentPartPr/>
                <p14:nvPr/>
              </p14:nvContentPartPr>
              <p14:xfrm>
                <a:off x="10110032" y="6021803"/>
                <a:ext cx="141120" cy="235440"/>
              </p14:xfrm>
            </p:contentPart>
          </mc:Choice>
          <mc:Fallback xmlns="">
            <p:pic>
              <p:nvPicPr>
                <p:cNvPr id="1398" name="Ink 1397">
                  <a:extLst>
                    <a:ext uri="{FF2B5EF4-FFF2-40B4-BE49-F238E27FC236}">
                      <a16:creationId xmlns:a16="http://schemas.microsoft.com/office/drawing/2014/main" id="{1E5A4392-BFF3-C1A8-D32A-26E574D7C518}"/>
                    </a:ext>
                  </a:extLst>
                </p:cNvPr>
                <p:cNvPicPr/>
                <p:nvPr/>
              </p:nvPicPr>
              <p:blipFill>
                <a:blip r:embed="rId616"/>
                <a:stretch>
                  <a:fillRect/>
                </a:stretch>
              </p:blipFill>
              <p:spPr>
                <a:xfrm>
                  <a:off x="10092392" y="6004163"/>
                  <a:ext cx="17676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7">
              <p14:nvContentPartPr>
                <p14:cNvPr id="1399" name="Ink 1398">
                  <a:extLst>
                    <a:ext uri="{FF2B5EF4-FFF2-40B4-BE49-F238E27FC236}">
                      <a16:creationId xmlns:a16="http://schemas.microsoft.com/office/drawing/2014/main" id="{A42ABCD7-CAE7-F76F-59F0-44F9418EEF1B}"/>
                    </a:ext>
                  </a:extLst>
                </p14:cNvPr>
                <p14:cNvContentPartPr/>
                <p14:nvPr/>
              </p14:nvContentPartPr>
              <p14:xfrm>
                <a:off x="10394072" y="5965643"/>
                <a:ext cx="150480" cy="358200"/>
              </p14:xfrm>
            </p:contentPart>
          </mc:Choice>
          <mc:Fallback xmlns="">
            <p:pic>
              <p:nvPicPr>
                <p:cNvPr id="1399" name="Ink 1398">
                  <a:extLst>
                    <a:ext uri="{FF2B5EF4-FFF2-40B4-BE49-F238E27FC236}">
                      <a16:creationId xmlns:a16="http://schemas.microsoft.com/office/drawing/2014/main" id="{A42ABCD7-CAE7-F76F-59F0-44F9418EEF1B}"/>
                    </a:ext>
                  </a:extLst>
                </p:cNvPr>
                <p:cNvPicPr/>
                <p:nvPr/>
              </p:nvPicPr>
              <p:blipFill>
                <a:blip r:embed="rId618"/>
                <a:stretch>
                  <a:fillRect/>
                </a:stretch>
              </p:blipFill>
              <p:spPr>
                <a:xfrm>
                  <a:off x="10376432" y="5948003"/>
                  <a:ext cx="186120" cy="39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9">
              <p14:nvContentPartPr>
                <p14:cNvPr id="1406" name="Ink 1405">
                  <a:extLst>
                    <a:ext uri="{FF2B5EF4-FFF2-40B4-BE49-F238E27FC236}">
                      <a16:creationId xmlns:a16="http://schemas.microsoft.com/office/drawing/2014/main" id="{B83A33AA-F37F-1818-C9C5-E0B74D33BE1A}"/>
                    </a:ext>
                  </a:extLst>
                </p14:cNvPr>
                <p14:cNvContentPartPr/>
                <p14:nvPr/>
              </p14:nvContentPartPr>
              <p14:xfrm>
                <a:off x="9518552" y="6429323"/>
                <a:ext cx="825480" cy="344880"/>
              </p14:xfrm>
            </p:contentPart>
          </mc:Choice>
          <mc:Fallback xmlns="">
            <p:pic>
              <p:nvPicPr>
                <p:cNvPr id="1406" name="Ink 1405">
                  <a:extLst>
                    <a:ext uri="{FF2B5EF4-FFF2-40B4-BE49-F238E27FC236}">
                      <a16:creationId xmlns:a16="http://schemas.microsoft.com/office/drawing/2014/main" id="{B83A33AA-F37F-1818-C9C5-E0B74D33BE1A}"/>
                    </a:ext>
                  </a:extLst>
                </p:cNvPr>
                <p:cNvPicPr/>
                <p:nvPr/>
              </p:nvPicPr>
              <p:blipFill>
                <a:blip r:embed="rId620"/>
                <a:stretch>
                  <a:fillRect/>
                </a:stretch>
              </p:blipFill>
              <p:spPr>
                <a:xfrm>
                  <a:off x="9500912" y="6411683"/>
                  <a:ext cx="86112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1">
              <p14:nvContentPartPr>
                <p14:cNvPr id="1407" name="Ink 1406">
                  <a:extLst>
                    <a:ext uri="{FF2B5EF4-FFF2-40B4-BE49-F238E27FC236}">
                      <a16:creationId xmlns:a16="http://schemas.microsoft.com/office/drawing/2014/main" id="{2DAFB722-E0D0-27C3-9445-F42F5A396074}"/>
                    </a:ext>
                  </a:extLst>
                </p14:cNvPr>
                <p14:cNvContentPartPr/>
                <p14:nvPr/>
              </p14:nvContentPartPr>
              <p14:xfrm>
                <a:off x="9998792" y="6824963"/>
                <a:ext cx="51480" cy="9360"/>
              </p14:xfrm>
            </p:contentPart>
          </mc:Choice>
          <mc:Fallback xmlns="">
            <p:pic>
              <p:nvPicPr>
                <p:cNvPr id="1407" name="Ink 1406">
                  <a:extLst>
                    <a:ext uri="{FF2B5EF4-FFF2-40B4-BE49-F238E27FC236}">
                      <a16:creationId xmlns:a16="http://schemas.microsoft.com/office/drawing/2014/main" id="{2DAFB722-E0D0-27C3-9445-F42F5A396074}"/>
                    </a:ext>
                  </a:extLst>
                </p:cNvPr>
                <p:cNvPicPr/>
                <p:nvPr/>
              </p:nvPicPr>
              <p:blipFill>
                <a:blip r:embed="rId622"/>
                <a:stretch>
                  <a:fillRect/>
                </a:stretch>
              </p:blipFill>
              <p:spPr>
                <a:xfrm>
                  <a:off x="9980792" y="6807323"/>
                  <a:ext cx="87120" cy="45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23">
            <p14:nvContentPartPr>
              <p14:cNvPr id="1410" name="Ink 1409">
                <a:extLst>
                  <a:ext uri="{FF2B5EF4-FFF2-40B4-BE49-F238E27FC236}">
                    <a16:creationId xmlns:a16="http://schemas.microsoft.com/office/drawing/2014/main" id="{9896A935-2B96-EF7F-B2FC-29E5093698FA}"/>
                  </a:ext>
                </a:extLst>
              </p14:cNvPr>
              <p14:cNvContentPartPr/>
              <p14:nvPr/>
            </p14:nvContentPartPr>
            <p14:xfrm>
              <a:off x="11127752" y="5972483"/>
              <a:ext cx="371520" cy="318240"/>
            </p14:xfrm>
          </p:contentPart>
        </mc:Choice>
        <mc:Fallback xmlns="">
          <p:pic>
            <p:nvPicPr>
              <p:cNvPr id="1410" name="Ink 1409">
                <a:extLst>
                  <a:ext uri="{FF2B5EF4-FFF2-40B4-BE49-F238E27FC236}">
                    <a16:creationId xmlns:a16="http://schemas.microsoft.com/office/drawing/2014/main" id="{9896A935-2B96-EF7F-B2FC-29E5093698FA}"/>
                  </a:ext>
                </a:extLst>
              </p:cNvPr>
              <p:cNvPicPr/>
              <p:nvPr/>
            </p:nvPicPr>
            <p:blipFill>
              <a:blip r:embed="rId624"/>
              <a:stretch>
                <a:fillRect/>
              </a:stretch>
            </p:blipFill>
            <p:spPr>
              <a:xfrm>
                <a:off x="11110112" y="5954843"/>
                <a:ext cx="407160" cy="353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13" name="Group 1412">
            <a:extLst>
              <a:ext uri="{FF2B5EF4-FFF2-40B4-BE49-F238E27FC236}">
                <a16:creationId xmlns:a16="http://schemas.microsoft.com/office/drawing/2014/main" id="{8B143380-697A-83D5-37F1-3CE4DF32B4AC}"/>
              </a:ext>
            </a:extLst>
          </p:cNvPr>
          <p:cNvGrpSpPr/>
          <p:nvPr/>
        </p:nvGrpSpPr>
        <p:grpSpPr>
          <a:xfrm>
            <a:off x="11155472" y="5225483"/>
            <a:ext cx="274680" cy="529200"/>
            <a:chOff x="11155472" y="5225483"/>
            <a:chExt cx="274680" cy="52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5">
              <p14:nvContentPartPr>
                <p14:cNvPr id="1411" name="Ink 1410">
                  <a:extLst>
                    <a:ext uri="{FF2B5EF4-FFF2-40B4-BE49-F238E27FC236}">
                      <a16:creationId xmlns:a16="http://schemas.microsoft.com/office/drawing/2014/main" id="{82828231-7B0B-5C4D-C212-804C4A5F1DDC}"/>
                    </a:ext>
                  </a:extLst>
                </p14:cNvPr>
                <p14:cNvContentPartPr/>
                <p14:nvPr/>
              </p14:nvContentPartPr>
              <p14:xfrm>
                <a:off x="11276792" y="5225483"/>
                <a:ext cx="9000" cy="454320"/>
              </p14:xfrm>
            </p:contentPart>
          </mc:Choice>
          <mc:Fallback xmlns="">
            <p:pic>
              <p:nvPicPr>
                <p:cNvPr id="1411" name="Ink 1410">
                  <a:extLst>
                    <a:ext uri="{FF2B5EF4-FFF2-40B4-BE49-F238E27FC236}">
                      <a16:creationId xmlns:a16="http://schemas.microsoft.com/office/drawing/2014/main" id="{82828231-7B0B-5C4D-C212-804C4A5F1DDC}"/>
                    </a:ext>
                  </a:extLst>
                </p:cNvPr>
                <p:cNvPicPr/>
                <p:nvPr/>
              </p:nvPicPr>
              <p:blipFill>
                <a:blip r:embed="rId626"/>
                <a:stretch>
                  <a:fillRect/>
                </a:stretch>
              </p:blipFill>
              <p:spPr>
                <a:xfrm>
                  <a:off x="11258792" y="5207843"/>
                  <a:ext cx="44640" cy="48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7">
              <p14:nvContentPartPr>
                <p14:cNvPr id="1412" name="Ink 1411">
                  <a:extLst>
                    <a:ext uri="{FF2B5EF4-FFF2-40B4-BE49-F238E27FC236}">
                      <a16:creationId xmlns:a16="http://schemas.microsoft.com/office/drawing/2014/main" id="{B689EEA5-D811-44E4-1A6B-52CCF474F4E7}"/>
                    </a:ext>
                  </a:extLst>
                </p14:cNvPr>
                <p14:cNvContentPartPr/>
                <p14:nvPr/>
              </p14:nvContentPartPr>
              <p14:xfrm>
                <a:off x="11155472" y="5510603"/>
                <a:ext cx="274680" cy="244080"/>
              </p14:xfrm>
            </p:contentPart>
          </mc:Choice>
          <mc:Fallback xmlns="">
            <p:pic>
              <p:nvPicPr>
                <p:cNvPr id="1412" name="Ink 1411">
                  <a:extLst>
                    <a:ext uri="{FF2B5EF4-FFF2-40B4-BE49-F238E27FC236}">
                      <a16:creationId xmlns:a16="http://schemas.microsoft.com/office/drawing/2014/main" id="{B689EEA5-D811-44E4-1A6B-52CCF474F4E7}"/>
                    </a:ext>
                  </a:extLst>
                </p:cNvPr>
                <p:cNvPicPr/>
                <p:nvPr/>
              </p:nvPicPr>
              <p:blipFill>
                <a:blip r:embed="rId628"/>
                <a:stretch>
                  <a:fillRect/>
                </a:stretch>
              </p:blipFill>
              <p:spPr>
                <a:xfrm>
                  <a:off x="11137832" y="5492963"/>
                  <a:ext cx="310320" cy="27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19" name="Group 1418">
            <a:extLst>
              <a:ext uri="{FF2B5EF4-FFF2-40B4-BE49-F238E27FC236}">
                <a16:creationId xmlns:a16="http://schemas.microsoft.com/office/drawing/2014/main" id="{26CBF045-BCF3-292A-A8C6-16EE0BFE12D5}"/>
              </a:ext>
            </a:extLst>
          </p:cNvPr>
          <p:cNvGrpSpPr/>
          <p:nvPr/>
        </p:nvGrpSpPr>
        <p:grpSpPr>
          <a:xfrm>
            <a:off x="11146472" y="4748123"/>
            <a:ext cx="177840" cy="264600"/>
            <a:chOff x="11146472" y="4748123"/>
            <a:chExt cx="177840" cy="26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9">
              <p14:nvContentPartPr>
                <p14:cNvPr id="1414" name="Ink 1413">
                  <a:extLst>
                    <a:ext uri="{FF2B5EF4-FFF2-40B4-BE49-F238E27FC236}">
                      <a16:creationId xmlns:a16="http://schemas.microsoft.com/office/drawing/2014/main" id="{5DDB7296-3A7E-C120-DB1D-C04E5BA9B265}"/>
                    </a:ext>
                  </a:extLst>
                </p14:cNvPr>
                <p14:cNvContentPartPr/>
                <p14:nvPr/>
              </p14:nvContentPartPr>
              <p14:xfrm>
                <a:off x="11161592" y="4774043"/>
                <a:ext cx="23040" cy="221040"/>
              </p14:xfrm>
            </p:contentPart>
          </mc:Choice>
          <mc:Fallback xmlns="">
            <p:pic>
              <p:nvPicPr>
                <p:cNvPr id="1414" name="Ink 1413">
                  <a:extLst>
                    <a:ext uri="{FF2B5EF4-FFF2-40B4-BE49-F238E27FC236}">
                      <a16:creationId xmlns:a16="http://schemas.microsoft.com/office/drawing/2014/main" id="{5DDB7296-3A7E-C120-DB1D-C04E5BA9B265}"/>
                    </a:ext>
                  </a:extLst>
                </p:cNvPr>
                <p:cNvPicPr/>
                <p:nvPr/>
              </p:nvPicPr>
              <p:blipFill>
                <a:blip r:embed="rId630"/>
                <a:stretch>
                  <a:fillRect/>
                </a:stretch>
              </p:blipFill>
              <p:spPr>
                <a:xfrm>
                  <a:off x="11143952" y="4756403"/>
                  <a:ext cx="5868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1">
              <p14:nvContentPartPr>
                <p14:cNvPr id="1415" name="Ink 1414">
                  <a:extLst>
                    <a:ext uri="{FF2B5EF4-FFF2-40B4-BE49-F238E27FC236}">
                      <a16:creationId xmlns:a16="http://schemas.microsoft.com/office/drawing/2014/main" id="{A5212A3F-82AC-394B-9301-9F049FC9F937}"/>
                    </a:ext>
                  </a:extLst>
                </p14:cNvPr>
                <p14:cNvContentPartPr/>
                <p14:nvPr/>
              </p14:nvContentPartPr>
              <p14:xfrm>
                <a:off x="11146472" y="4748123"/>
                <a:ext cx="177840" cy="264600"/>
              </p14:xfrm>
            </p:contentPart>
          </mc:Choice>
          <mc:Fallback xmlns="">
            <p:pic>
              <p:nvPicPr>
                <p:cNvPr id="1415" name="Ink 1414">
                  <a:extLst>
                    <a:ext uri="{FF2B5EF4-FFF2-40B4-BE49-F238E27FC236}">
                      <a16:creationId xmlns:a16="http://schemas.microsoft.com/office/drawing/2014/main" id="{A5212A3F-82AC-394B-9301-9F049FC9F937}"/>
                    </a:ext>
                  </a:extLst>
                </p:cNvPr>
                <p:cNvPicPr/>
                <p:nvPr/>
              </p:nvPicPr>
              <p:blipFill>
                <a:blip r:embed="rId632"/>
                <a:stretch>
                  <a:fillRect/>
                </a:stretch>
              </p:blipFill>
              <p:spPr>
                <a:xfrm>
                  <a:off x="11128472" y="4730483"/>
                  <a:ext cx="213480" cy="30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18" name="Group 1417">
            <a:extLst>
              <a:ext uri="{FF2B5EF4-FFF2-40B4-BE49-F238E27FC236}">
                <a16:creationId xmlns:a16="http://schemas.microsoft.com/office/drawing/2014/main" id="{73DE7762-5C4A-4F4F-07F9-FF766EF9A1F2}"/>
              </a:ext>
            </a:extLst>
          </p:cNvPr>
          <p:cNvGrpSpPr/>
          <p:nvPr/>
        </p:nvGrpSpPr>
        <p:grpSpPr>
          <a:xfrm>
            <a:off x="11138912" y="4285523"/>
            <a:ext cx="259920" cy="328680"/>
            <a:chOff x="11138912" y="4285523"/>
            <a:chExt cx="259920" cy="32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3">
              <p14:nvContentPartPr>
                <p14:cNvPr id="1416" name="Ink 1415">
                  <a:extLst>
                    <a:ext uri="{FF2B5EF4-FFF2-40B4-BE49-F238E27FC236}">
                      <a16:creationId xmlns:a16="http://schemas.microsoft.com/office/drawing/2014/main" id="{58247A20-4503-EC86-2C5A-59EEA2089D1B}"/>
                    </a:ext>
                  </a:extLst>
                </p14:cNvPr>
                <p14:cNvContentPartPr/>
                <p14:nvPr/>
              </p14:nvContentPartPr>
              <p14:xfrm>
                <a:off x="11226752" y="4285523"/>
                <a:ext cx="2520" cy="315720"/>
              </p14:xfrm>
            </p:contentPart>
          </mc:Choice>
          <mc:Fallback xmlns="">
            <p:pic>
              <p:nvPicPr>
                <p:cNvPr id="1416" name="Ink 1415">
                  <a:extLst>
                    <a:ext uri="{FF2B5EF4-FFF2-40B4-BE49-F238E27FC236}">
                      <a16:creationId xmlns:a16="http://schemas.microsoft.com/office/drawing/2014/main" id="{58247A20-4503-EC86-2C5A-59EEA2089D1B}"/>
                    </a:ext>
                  </a:extLst>
                </p:cNvPr>
                <p:cNvPicPr/>
                <p:nvPr/>
              </p:nvPicPr>
              <p:blipFill>
                <a:blip r:embed="rId634"/>
                <a:stretch>
                  <a:fillRect/>
                </a:stretch>
              </p:blipFill>
              <p:spPr>
                <a:xfrm>
                  <a:off x="11208752" y="4267883"/>
                  <a:ext cx="3816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5">
              <p14:nvContentPartPr>
                <p14:cNvPr id="1417" name="Ink 1416">
                  <a:extLst>
                    <a:ext uri="{FF2B5EF4-FFF2-40B4-BE49-F238E27FC236}">
                      <a16:creationId xmlns:a16="http://schemas.microsoft.com/office/drawing/2014/main" id="{4BAEF98F-5484-8B90-845D-A2AC614827AD}"/>
                    </a:ext>
                  </a:extLst>
                </p14:cNvPr>
                <p14:cNvContentPartPr/>
                <p14:nvPr/>
              </p14:nvContentPartPr>
              <p14:xfrm>
                <a:off x="11138912" y="4433483"/>
                <a:ext cx="259920" cy="180720"/>
              </p14:xfrm>
            </p:contentPart>
          </mc:Choice>
          <mc:Fallback xmlns="">
            <p:pic>
              <p:nvPicPr>
                <p:cNvPr id="1417" name="Ink 1416">
                  <a:extLst>
                    <a:ext uri="{FF2B5EF4-FFF2-40B4-BE49-F238E27FC236}">
                      <a16:creationId xmlns:a16="http://schemas.microsoft.com/office/drawing/2014/main" id="{4BAEF98F-5484-8B90-845D-A2AC614827AD}"/>
                    </a:ext>
                  </a:extLst>
                </p:cNvPr>
                <p:cNvPicPr/>
                <p:nvPr/>
              </p:nvPicPr>
              <p:blipFill>
                <a:blip r:embed="rId636"/>
                <a:stretch>
                  <a:fillRect/>
                </a:stretch>
              </p:blipFill>
              <p:spPr>
                <a:xfrm>
                  <a:off x="11121272" y="4415483"/>
                  <a:ext cx="295560" cy="21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2" name="Group 1421">
            <a:extLst>
              <a:ext uri="{FF2B5EF4-FFF2-40B4-BE49-F238E27FC236}">
                <a16:creationId xmlns:a16="http://schemas.microsoft.com/office/drawing/2014/main" id="{3ADCD356-D63C-334A-527A-8E76FFE81AFA}"/>
              </a:ext>
            </a:extLst>
          </p:cNvPr>
          <p:cNvGrpSpPr/>
          <p:nvPr/>
        </p:nvGrpSpPr>
        <p:grpSpPr>
          <a:xfrm>
            <a:off x="11075552" y="3777923"/>
            <a:ext cx="278280" cy="325080"/>
            <a:chOff x="11075552" y="3777923"/>
            <a:chExt cx="278280" cy="32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7">
              <p14:nvContentPartPr>
                <p14:cNvPr id="1420" name="Ink 1419">
                  <a:extLst>
                    <a:ext uri="{FF2B5EF4-FFF2-40B4-BE49-F238E27FC236}">
                      <a16:creationId xmlns:a16="http://schemas.microsoft.com/office/drawing/2014/main" id="{CA2AC54A-83AD-F805-355A-5F90307CB9F9}"/>
                    </a:ext>
                  </a:extLst>
                </p14:cNvPr>
                <p14:cNvContentPartPr/>
                <p14:nvPr/>
              </p14:nvContentPartPr>
              <p14:xfrm>
                <a:off x="11089592" y="3777923"/>
                <a:ext cx="220320" cy="325080"/>
              </p14:xfrm>
            </p:contentPart>
          </mc:Choice>
          <mc:Fallback xmlns="">
            <p:pic>
              <p:nvPicPr>
                <p:cNvPr id="1420" name="Ink 1419">
                  <a:extLst>
                    <a:ext uri="{FF2B5EF4-FFF2-40B4-BE49-F238E27FC236}">
                      <a16:creationId xmlns:a16="http://schemas.microsoft.com/office/drawing/2014/main" id="{CA2AC54A-83AD-F805-355A-5F90307CB9F9}"/>
                    </a:ext>
                  </a:extLst>
                </p:cNvPr>
                <p:cNvPicPr/>
                <p:nvPr/>
              </p:nvPicPr>
              <p:blipFill>
                <a:blip r:embed="rId638"/>
                <a:stretch>
                  <a:fillRect/>
                </a:stretch>
              </p:blipFill>
              <p:spPr>
                <a:xfrm>
                  <a:off x="11071592" y="3760283"/>
                  <a:ext cx="25596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9">
              <p14:nvContentPartPr>
                <p14:cNvPr id="1421" name="Ink 1420">
                  <a:extLst>
                    <a:ext uri="{FF2B5EF4-FFF2-40B4-BE49-F238E27FC236}">
                      <a16:creationId xmlns:a16="http://schemas.microsoft.com/office/drawing/2014/main" id="{12511C74-E912-AE42-63F0-23D875E343C0}"/>
                    </a:ext>
                  </a:extLst>
                </p14:cNvPr>
                <p14:cNvContentPartPr/>
                <p14:nvPr/>
              </p14:nvContentPartPr>
              <p14:xfrm>
                <a:off x="11075552" y="3965123"/>
                <a:ext cx="278280" cy="42840"/>
              </p14:xfrm>
            </p:contentPart>
          </mc:Choice>
          <mc:Fallback xmlns="">
            <p:pic>
              <p:nvPicPr>
                <p:cNvPr id="1421" name="Ink 1420">
                  <a:extLst>
                    <a:ext uri="{FF2B5EF4-FFF2-40B4-BE49-F238E27FC236}">
                      <a16:creationId xmlns:a16="http://schemas.microsoft.com/office/drawing/2014/main" id="{12511C74-E912-AE42-63F0-23D875E343C0}"/>
                    </a:ext>
                  </a:extLst>
                </p:cNvPr>
                <p:cNvPicPr/>
                <p:nvPr/>
              </p:nvPicPr>
              <p:blipFill>
                <a:blip r:embed="rId640"/>
                <a:stretch>
                  <a:fillRect/>
                </a:stretch>
              </p:blipFill>
              <p:spPr>
                <a:xfrm>
                  <a:off x="11057552" y="3947483"/>
                  <a:ext cx="313920" cy="7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7" name="Group 1426">
            <a:extLst>
              <a:ext uri="{FF2B5EF4-FFF2-40B4-BE49-F238E27FC236}">
                <a16:creationId xmlns:a16="http://schemas.microsoft.com/office/drawing/2014/main" id="{C1DE2F6A-6200-12F8-85B7-400E77E54017}"/>
              </a:ext>
            </a:extLst>
          </p:cNvPr>
          <p:cNvGrpSpPr/>
          <p:nvPr/>
        </p:nvGrpSpPr>
        <p:grpSpPr>
          <a:xfrm>
            <a:off x="10846232" y="2828243"/>
            <a:ext cx="713520" cy="650520"/>
            <a:chOff x="10846232" y="2828243"/>
            <a:chExt cx="713520" cy="65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1">
              <p14:nvContentPartPr>
                <p14:cNvPr id="1423" name="Ink 1422">
                  <a:extLst>
                    <a:ext uri="{FF2B5EF4-FFF2-40B4-BE49-F238E27FC236}">
                      <a16:creationId xmlns:a16="http://schemas.microsoft.com/office/drawing/2014/main" id="{4B4BA1A8-2245-BBFF-FD62-0B715CF5A970}"/>
                    </a:ext>
                  </a:extLst>
                </p14:cNvPr>
                <p14:cNvContentPartPr/>
                <p14:nvPr/>
              </p14:nvContentPartPr>
              <p14:xfrm>
                <a:off x="10989872" y="2983043"/>
                <a:ext cx="57960" cy="294480"/>
              </p14:xfrm>
            </p:contentPart>
          </mc:Choice>
          <mc:Fallback xmlns="">
            <p:pic>
              <p:nvPicPr>
                <p:cNvPr id="1423" name="Ink 1422">
                  <a:extLst>
                    <a:ext uri="{FF2B5EF4-FFF2-40B4-BE49-F238E27FC236}">
                      <a16:creationId xmlns:a16="http://schemas.microsoft.com/office/drawing/2014/main" id="{4B4BA1A8-2245-BBFF-FD62-0B715CF5A970}"/>
                    </a:ext>
                  </a:extLst>
                </p:cNvPr>
                <p:cNvPicPr/>
                <p:nvPr/>
              </p:nvPicPr>
              <p:blipFill>
                <a:blip r:embed="rId642"/>
                <a:stretch>
                  <a:fillRect/>
                </a:stretch>
              </p:blipFill>
              <p:spPr>
                <a:xfrm>
                  <a:off x="10971872" y="2965403"/>
                  <a:ext cx="9360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3">
              <p14:nvContentPartPr>
                <p14:cNvPr id="1424" name="Ink 1423">
                  <a:extLst>
                    <a:ext uri="{FF2B5EF4-FFF2-40B4-BE49-F238E27FC236}">
                      <a16:creationId xmlns:a16="http://schemas.microsoft.com/office/drawing/2014/main" id="{74C76F59-B002-E60A-C42D-4B4DB2FB0262}"/>
                    </a:ext>
                  </a:extLst>
                </p14:cNvPr>
                <p14:cNvContentPartPr/>
                <p14:nvPr/>
              </p14:nvContentPartPr>
              <p14:xfrm>
                <a:off x="11112992" y="2980883"/>
                <a:ext cx="206640" cy="273240"/>
              </p14:xfrm>
            </p:contentPart>
          </mc:Choice>
          <mc:Fallback xmlns="">
            <p:pic>
              <p:nvPicPr>
                <p:cNvPr id="1424" name="Ink 1423">
                  <a:extLst>
                    <a:ext uri="{FF2B5EF4-FFF2-40B4-BE49-F238E27FC236}">
                      <a16:creationId xmlns:a16="http://schemas.microsoft.com/office/drawing/2014/main" id="{74C76F59-B002-E60A-C42D-4B4DB2FB0262}"/>
                    </a:ext>
                  </a:extLst>
                </p:cNvPr>
                <p:cNvPicPr/>
                <p:nvPr/>
              </p:nvPicPr>
              <p:blipFill>
                <a:blip r:embed="rId644"/>
                <a:stretch>
                  <a:fillRect/>
                </a:stretch>
              </p:blipFill>
              <p:spPr>
                <a:xfrm>
                  <a:off x="11094992" y="2962883"/>
                  <a:ext cx="24228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5">
              <p14:nvContentPartPr>
                <p14:cNvPr id="1425" name="Ink 1424">
                  <a:extLst>
                    <a:ext uri="{FF2B5EF4-FFF2-40B4-BE49-F238E27FC236}">
                      <a16:creationId xmlns:a16="http://schemas.microsoft.com/office/drawing/2014/main" id="{2C32FEEF-41CF-0EAA-0E6F-6832F904C8B9}"/>
                    </a:ext>
                  </a:extLst>
                </p14:cNvPr>
                <p14:cNvContentPartPr/>
                <p14:nvPr/>
              </p14:nvContentPartPr>
              <p14:xfrm>
                <a:off x="11209112" y="3121643"/>
                <a:ext cx="66600" cy="202680"/>
              </p14:xfrm>
            </p:contentPart>
          </mc:Choice>
          <mc:Fallback xmlns="">
            <p:pic>
              <p:nvPicPr>
                <p:cNvPr id="1425" name="Ink 1424">
                  <a:extLst>
                    <a:ext uri="{FF2B5EF4-FFF2-40B4-BE49-F238E27FC236}">
                      <a16:creationId xmlns:a16="http://schemas.microsoft.com/office/drawing/2014/main" id="{2C32FEEF-41CF-0EAA-0E6F-6832F904C8B9}"/>
                    </a:ext>
                  </a:extLst>
                </p:cNvPr>
                <p:cNvPicPr/>
                <p:nvPr/>
              </p:nvPicPr>
              <p:blipFill>
                <a:blip r:embed="rId646"/>
                <a:stretch>
                  <a:fillRect/>
                </a:stretch>
              </p:blipFill>
              <p:spPr>
                <a:xfrm>
                  <a:off x="11191472" y="3104003"/>
                  <a:ext cx="10224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7">
              <p14:nvContentPartPr>
                <p14:cNvPr id="1426" name="Ink 1425">
                  <a:extLst>
                    <a:ext uri="{FF2B5EF4-FFF2-40B4-BE49-F238E27FC236}">
                      <a16:creationId xmlns:a16="http://schemas.microsoft.com/office/drawing/2014/main" id="{C0AC064B-81E8-696E-D113-FAB4E92F112B}"/>
                    </a:ext>
                  </a:extLst>
                </p14:cNvPr>
                <p14:cNvContentPartPr/>
                <p14:nvPr/>
              </p14:nvContentPartPr>
              <p14:xfrm>
                <a:off x="10846232" y="2828243"/>
                <a:ext cx="713520" cy="650520"/>
              </p14:xfrm>
            </p:contentPart>
          </mc:Choice>
          <mc:Fallback xmlns="">
            <p:pic>
              <p:nvPicPr>
                <p:cNvPr id="1426" name="Ink 1425">
                  <a:extLst>
                    <a:ext uri="{FF2B5EF4-FFF2-40B4-BE49-F238E27FC236}">
                      <a16:creationId xmlns:a16="http://schemas.microsoft.com/office/drawing/2014/main" id="{C0AC064B-81E8-696E-D113-FAB4E92F112B}"/>
                    </a:ext>
                  </a:extLst>
                </p:cNvPr>
                <p:cNvPicPr/>
                <p:nvPr/>
              </p:nvPicPr>
              <p:blipFill>
                <a:blip r:embed="rId648"/>
                <a:stretch>
                  <a:fillRect/>
                </a:stretch>
              </p:blipFill>
              <p:spPr>
                <a:xfrm>
                  <a:off x="10828592" y="2810243"/>
                  <a:ext cx="749160" cy="68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3" name="Group 1432">
            <a:extLst>
              <a:ext uri="{FF2B5EF4-FFF2-40B4-BE49-F238E27FC236}">
                <a16:creationId xmlns:a16="http://schemas.microsoft.com/office/drawing/2014/main" id="{AB4305AF-6333-D2A0-E209-C7C7DD143A05}"/>
              </a:ext>
            </a:extLst>
          </p:cNvPr>
          <p:cNvGrpSpPr/>
          <p:nvPr/>
        </p:nvGrpSpPr>
        <p:grpSpPr>
          <a:xfrm>
            <a:off x="170072" y="4292363"/>
            <a:ext cx="383760" cy="309960"/>
            <a:chOff x="170072" y="4292363"/>
            <a:chExt cx="383760" cy="30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9">
              <p14:nvContentPartPr>
                <p14:cNvPr id="1431" name="Ink 1430">
                  <a:extLst>
                    <a:ext uri="{FF2B5EF4-FFF2-40B4-BE49-F238E27FC236}">
                      <a16:creationId xmlns:a16="http://schemas.microsoft.com/office/drawing/2014/main" id="{CE144A19-3BF8-E74D-EDCB-C273B3DE2309}"/>
                    </a:ext>
                  </a:extLst>
                </p14:cNvPr>
                <p14:cNvContentPartPr/>
                <p14:nvPr/>
              </p14:nvContentPartPr>
              <p14:xfrm>
                <a:off x="170072" y="4391363"/>
                <a:ext cx="374040" cy="28080"/>
              </p14:xfrm>
            </p:contentPart>
          </mc:Choice>
          <mc:Fallback xmlns="">
            <p:pic>
              <p:nvPicPr>
                <p:cNvPr id="1431" name="Ink 1430">
                  <a:extLst>
                    <a:ext uri="{FF2B5EF4-FFF2-40B4-BE49-F238E27FC236}">
                      <a16:creationId xmlns:a16="http://schemas.microsoft.com/office/drawing/2014/main" id="{CE144A19-3BF8-E74D-EDCB-C273B3DE2309}"/>
                    </a:ext>
                  </a:extLst>
                </p:cNvPr>
                <p:cNvPicPr/>
                <p:nvPr/>
              </p:nvPicPr>
              <p:blipFill>
                <a:blip r:embed="rId654"/>
                <a:stretch>
                  <a:fillRect/>
                </a:stretch>
              </p:blipFill>
              <p:spPr>
                <a:xfrm>
                  <a:off x="152432" y="4373363"/>
                  <a:ext cx="40968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5">
              <p14:nvContentPartPr>
                <p14:cNvPr id="1432" name="Ink 1431">
                  <a:extLst>
                    <a:ext uri="{FF2B5EF4-FFF2-40B4-BE49-F238E27FC236}">
                      <a16:creationId xmlns:a16="http://schemas.microsoft.com/office/drawing/2014/main" id="{8202BD26-8680-C151-DBD8-F2C35A3477E7}"/>
                    </a:ext>
                  </a:extLst>
                </p14:cNvPr>
                <p14:cNvContentPartPr/>
                <p14:nvPr/>
              </p14:nvContentPartPr>
              <p14:xfrm>
                <a:off x="401552" y="4292363"/>
                <a:ext cx="152280" cy="309960"/>
              </p14:xfrm>
            </p:contentPart>
          </mc:Choice>
          <mc:Fallback xmlns="">
            <p:pic>
              <p:nvPicPr>
                <p:cNvPr id="1432" name="Ink 1431">
                  <a:extLst>
                    <a:ext uri="{FF2B5EF4-FFF2-40B4-BE49-F238E27FC236}">
                      <a16:creationId xmlns:a16="http://schemas.microsoft.com/office/drawing/2014/main" id="{8202BD26-8680-C151-DBD8-F2C35A3477E7}"/>
                    </a:ext>
                  </a:extLst>
                </p:cNvPr>
                <p:cNvPicPr/>
                <p:nvPr/>
              </p:nvPicPr>
              <p:blipFill>
                <a:blip r:embed="rId656"/>
                <a:stretch>
                  <a:fillRect/>
                </a:stretch>
              </p:blipFill>
              <p:spPr>
                <a:xfrm>
                  <a:off x="383912" y="4274363"/>
                  <a:ext cx="187920" cy="345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93515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AF8A1-DF32-D62E-F2B1-D101DF4C5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Media VietJack">
            <a:extLst>
              <a:ext uri="{FF2B5EF4-FFF2-40B4-BE49-F238E27FC236}">
                <a16:creationId xmlns:a16="http://schemas.microsoft.com/office/drawing/2014/main" id="{64931BD4-761C-C70B-23C6-B7F5FBFA1C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52400"/>
            <a:ext cx="9029700" cy="6076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84482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054A5-3D3E-0C54-A3D0-3B5D9C120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Media VietJack">
            <a:extLst>
              <a:ext uri="{FF2B5EF4-FFF2-40B4-BE49-F238E27FC236}">
                <a16:creationId xmlns:a16="http://schemas.microsoft.com/office/drawing/2014/main" id="{E8753F58-A208-AF16-C063-BD7B06D903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42900"/>
            <a:ext cx="5495428" cy="3698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91CCE6D-3D5C-38E9-64EF-FAEAB63993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1120821"/>
              </p:ext>
            </p:extLst>
          </p:nvPr>
        </p:nvGraphicFramePr>
        <p:xfrm>
          <a:off x="647700" y="4000500"/>
          <a:ext cx="10896600" cy="2019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6167">
                  <a:extLst>
                    <a:ext uri="{9D8B030D-6E8A-4147-A177-3AD203B41FA5}">
                      <a16:colId xmlns:a16="http://schemas.microsoft.com/office/drawing/2014/main" val="2585597280"/>
                    </a:ext>
                  </a:extLst>
                </a:gridCol>
                <a:gridCol w="10130433">
                  <a:extLst>
                    <a:ext uri="{9D8B030D-6E8A-4147-A177-3AD203B41FA5}">
                      <a16:colId xmlns:a16="http://schemas.microsoft.com/office/drawing/2014/main" val="3070448969"/>
                    </a:ext>
                  </a:extLst>
                </a:gridCol>
              </a:tblGrid>
              <a:tr h="1009650">
                <a:tc>
                  <a:txBody>
                    <a:bodyPr/>
                    <a:lstStyle/>
                    <a:p>
                      <a:pPr algn="ctr"/>
                      <a:r>
                        <a:rPr lang="en-US" sz="4800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4800"/>
                        <a:t>A, F, B, C, E, 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3078517"/>
                  </a:ext>
                </a:extLst>
              </a:tr>
              <a:tr h="1009650">
                <a:tc>
                  <a:txBody>
                    <a:bodyPr/>
                    <a:lstStyle/>
                    <a:p>
                      <a:pPr algn="ctr"/>
                      <a:r>
                        <a:rPr lang="en-US" sz="480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4800" strike="sngStrike"/>
                        <a:t>A</a:t>
                      </a:r>
                      <a:r>
                        <a:rPr lang="en-US" sz="4800"/>
                        <a:t>, </a:t>
                      </a:r>
                      <a:r>
                        <a:rPr lang="en-US" sz="4800" strike="sngStrike"/>
                        <a:t>B</a:t>
                      </a:r>
                      <a:r>
                        <a:rPr lang="en-US" sz="4800"/>
                        <a:t>, </a:t>
                      </a:r>
                      <a:r>
                        <a:rPr lang="en-US" sz="4800" strike="sngStrike"/>
                        <a:t>C</a:t>
                      </a:r>
                      <a:r>
                        <a:rPr lang="en-US" sz="4800"/>
                        <a:t>, </a:t>
                      </a:r>
                      <a:r>
                        <a:rPr lang="en-US" sz="4800" strike="sngStrike"/>
                        <a:t>D,</a:t>
                      </a:r>
                      <a:r>
                        <a:rPr lang="en-US" sz="4800"/>
                        <a:t> </a:t>
                      </a:r>
                      <a:r>
                        <a:rPr lang="en-US" sz="4800" strike="sngStrike"/>
                        <a:t>E,</a:t>
                      </a:r>
                      <a:r>
                        <a:rPr lang="en-US" sz="4800"/>
                        <a:t> </a:t>
                      </a:r>
                      <a:r>
                        <a:rPr lang="en-US" sz="4800" strike="sngStrike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115244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745D6F2-466F-478E-1393-3A58FDC4BFC6}"/>
              </a:ext>
            </a:extLst>
          </p:cNvPr>
          <p:cNvSpPr txBox="1"/>
          <p:nvPr/>
        </p:nvSpPr>
        <p:spPr>
          <a:xfrm>
            <a:off x="762000" y="609600"/>
            <a:ext cx="52197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/>
              <a:t>Minimum Spanning Tree</a:t>
            </a:r>
            <a:br>
              <a:rPr lang="en-US" sz="3600"/>
            </a:br>
            <a:r>
              <a:rPr lang="en-US" sz="3600"/>
              <a:t>Sử dụng thuật PRIM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A003212-7F4A-CDE9-A41C-6ECFFC032E75}"/>
                  </a:ext>
                </a:extLst>
              </p14:cNvPr>
              <p14:cNvContentPartPr/>
              <p14:nvPr/>
            </p14:nvContentPartPr>
            <p14:xfrm>
              <a:off x="6664320" y="2356283"/>
              <a:ext cx="1187280" cy="7916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A003212-7F4A-CDE9-A41C-6ECFFC032E7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74320" y="2176283"/>
                <a:ext cx="1366920" cy="115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2AD7E45-A63F-4004-1CE1-9A8E938DFE4E}"/>
                  </a:ext>
                </a:extLst>
              </p14:cNvPr>
              <p14:cNvContentPartPr/>
              <p14:nvPr/>
            </p14:nvContentPartPr>
            <p14:xfrm>
              <a:off x="6664320" y="1582283"/>
              <a:ext cx="1134360" cy="6598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2AD7E45-A63F-4004-1CE1-9A8E938DFE4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74320" y="1402283"/>
                <a:ext cx="1314000" cy="101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A5FF6E5-3CA9-D126-2D61-B1C9E8D2564E}"/>
                  </a:ext>
                </a:extLst>
              </p14:cNvPr>
              <p14:cNvContentPartPr/>
              <p14:nvPr/>
            </p14:nvContentPartPr>
            <p14:xfrm>
              <a:off x="7904160" y="1462403"/>
              <a:ext cx="1587240" cy="14040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A5FF6E5-3CA9-D126-2D61-B1C9E8D2564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814160" y="1282763"/>
                <a:ext cx="1766880" cy="176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0D93489-5BA0-CB26-0F4E-80305816DCA3}"/>
                  </a:ext>
                </a:extLst>
              </p14:cNvPr>
              <p14:cNvContentPartPr/>
              <p14:nvPr/>
            </p14:nvContentPartPr>
            <p14:xfrm>
              <a:off x="9486720" y="1565003"/>
              <a:ext cx="151200" cy="14648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0D93489-5BA0-CB26-0F4E-80305816DCA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396720" y="1385003"/>
                <a:ext cx="330840" cy="18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5C235CC-F6C8-160B-7ECF-C44E814CE741}"/>
                  </a:ext>
                </a:extLst>
              </p14:cNvPr>
              <p14:cNvContentPartPr/>
              <p14:nvPr/>
            </p14:nvContentPartPr>
            <p14:xfrm>
              <a:off x="9611440" y="2353960"/>
              <a:ext cx="1084680" cy="5518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5C235CC-F6C8-160B-7ECF-C44E814CE74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521440" y="2174320"/>
                <a:ext cx="1264320" cy="91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5DFEB569-B74A-2938-0A59-CC8C2CD46B35}"/>
                  </a:ext>
                </a:extLst>
              </p14:cNvPr>
              <p14:cNvContentPartPr/>
              <p14:nvPr/>
            </p14:nvContentPartPr>
            <p14:xfrm>
              <a:off x="10708720" y="2336680"/>
              <a:ext cx="360" cy="3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5DFEB569-B74A-2938-0A59-CC8C2CD46B3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618720" y="2156680"/>
                <a:ext cx="180000" cy="36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91105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09EE1-0817-600B-5AF5-E8E86D2D4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Media VietJack">
            <a:extLst>
              <a:ext uri="{FF2B5EF4-FFF2-40B4-BE49-F238E27FC236}">
                <a16:creationId xmlns:a16="http://schemas.microsoft.com/office/drawing/2014/main" id="{A65D3AE4-E213-8A02-0BFB-84497F91EA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42900"/>
            <a:ext cx="5495428" cy="3698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79583A4-9160-1819-A92B-73F841F3D869}"/>
              </a:ext>
            </a:extLst>
          </p:cNvPr>
          <p:cNvSpPr txBox="1"/>
          <p:nvPr/>
        </p:nvSpPr>
        <p:spPr>
          <a:xfrm>
            <a:off x="762000" y="609600"/>
            <a:ext cx="52197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/>
              <a:t>Minimum Spanning Tree</a:t>
            </a:r>
            <a:br>
              <a:rPr lang="en-US" sz="3200"/>
            </a:br>
            <a:r>
              <a:rPr lang="en-US" sz="3200"/>
              <a:t>Sử dụng thuật KRUSKAL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DFDCAB9-2ECC-5322-F7DC-A68C1B912B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8985503"/>
              </p:ext>
            </p:extLst>
          </p:nvPr>
        </p:nvGraphicFramePr>
        <p:xfrm>
          <a:off x="266700" y="1836454"/>
          <a:ext cx="25019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0950">
                  <a:extLst>
                    <a:ext uri="{9D8B030D-6E8A-4147-A177-3AD203B41FA5}">
                      <a16:colId xmlns:a16="http://schemas.microsoft.com/office/drawing/2014/main" val="4014500918"/>
                    </a:ext>
                  </a:extLst>
                </a:gridCol>
                <a:gridCol w="1250950">
                  <a:extLst>
                    <a:ext uri="{9D8B030D-6E8A-4147-A177-3AD203B41FA5}">
                      <a16:colId xmlns:a16="http://schemas.microsoft.com/office/drawing/2014/main" val="3033076279"/>
                    </a:ext>
                  </a:extLst>
                </a:gridCol>
              </a:tblGrid>
              <a:tr h="305506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Canh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Trọng số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998055"/>
                  </a:ext>
                </a:extLst>
              </a:tr>
              <a:tr h="305506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7153913"/>
                  </a:ext>
                </a:extLst>
              </a:tr>
              <a:tr h="305506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8975091"/>
                  </a:ext>
                </a:extLst>
              </a:tr>
              <a:tr h="305506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394873"/>
                  </a:ext>
                </a:extLst>
              </a:tr>
              <a:tr h="305506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9556090"/>
                  </a:ext>
                </a:extLst>
              </a:tr>
              <a:tr h="305506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0471922"/>
                  </a:ext>
                </a:extLst>
              </a:tr>
              <a:tr h="305506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2848874"/>
                  </a:ext>
                </a:extLst>
              </a:tr>
              <a:tr h="305506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9849298"/>
                  </a:ext>
                </a:extLst>
              </a:tr>
              <a:tr h="305506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8839904"/>
                  </a:ext>
                </a:extLst>
              </a:tr>
              <a:tr h="305506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1089613"/>
                  </a:ext>
                </a:extLst>
              </a:tr>
              <a:tr h="305506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1235734"/>
                  </a:ext>
                </a:extLst>
              </a:tr>
              <a:tr h="305506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4964905"/>
                  </a:ext>
                </a:extLst>
              </a:tr>
              <a:tr h="305506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2530903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2762EC9-011F-B26F-60F7-84FDB3BF1498}"/>
                  </a:ext>
                </a:extLst>
              </p14:cNvPr>
              <p14:cNvContentPartPr/>
              <p14:nvPr/>
            </p14:nvContentPartPr>
            <p14:xfrm>
              <a:off x="9498400" y="1564480"/>
              <a:ext cx="146160" cy="14886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2762EC9-011F-B26F-60F7-84FDB3BF149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408400" y="1384480"/>
                <a:ext cx="325800" cy="18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F37222F7-B834-AA3A-E844-FBF4BA35940D}"/>
                  </a:ext>
                </a:extLst>
              </p14:cNvPr>
              <p14:cNvContentPartPr/>
              <p14:nvPr/>
            </p14:nvContentPartPr>
            <p14:xfrm>
              <a:off x="650320" y="2458720"/>
              <a:ext cx="360" cy="3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F37222F7-B834-AA3A-E844-FBF4BA35940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60320" y="2278720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EF2EEAA-8944-7C63-5CEB-20E1622D9907}"/>
                  </a:ext>
                </a:extLst>
              </p14:cNvPr>
              <p14:cNvContentPartPr/>
              <p14:nvPr/>
            </p14:nvContentPartPr>
            <p14:xfrm>
              <a:off x="619360" y="2397520"/>
              <a:ext cx="1905480" cy="8244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EF2EEAA-8944-7C63-5CEB-20E1622D990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29720" y="2217880"/>
                <a:ext cx="2085120" cy="44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E7F2B1E8-79C7-2CA1-760F-B7D84532B1E1}"/>
                  </a:ext>
                </a:extLst>
              </p14:cNvPr>
              <p14:cNvContentPartPr/>
              <p14:nvPr/>
            </p14:nvContentPartPr>
            <p14:xfrm>
              <a:off x="2539960" y="2478880"/>
              <a:ext cx="360" cy="3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E7F2B1E8-79C7-2CA1-760F-B7D84532B1E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50320" y="2298880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6487F3E-54E5-F43A-2D65-2B4DD804F270}"/>
                  </a:ext>
                </a:extLst>
              </p14:cNvPr>
              <p14:cNvContentPartPr/>
              <p14:nvPr/>
            </p14:nvContentPartPr>
            <p14:xfrm>
              <a:off x="6542800" y="2306440"/>
              <a:ext cx="1387440" cy="75420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6487F3E-54E5-F43A-2D65-2B4DD804F27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452800" y="2126440"/>
                <a:ext cx="1567080" cy="111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A2714358-594D-2291-47CF-59284B0F012E}"/>
                  </a:ext>
                </a:extLst>
              </p14:cNvPr>
              <p14:cNvContentPartPr/>
              <p14:nvPr/>
            </p14:nvContentPartPr>
            <p14:xfrm>
              <a:off x="640240" y="2743120"/>
              <a:ext cx="1961640" cy="16848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A2714358-594D-2291-47CF-59284B0F012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50240" y="2563480"/>
                <a:ext cx="2141280" cy="52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5A3C5FF3-206F-E516-58DA-5F39CBAB747A}"/>
                  </a:ext>
                </a:extLst>
              </p14:cNvPr>
              <p14:cNvContentPartPr/>
              <p14:nvPr/>
            </p14:nvContentPartPr>
            <p14:xfrm>
              <a:off x="2651920" y="2824480"/>
              <a:ext cx="360" cy="3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5A3C5FF3-206F-E516-58DA-5F39CBAB747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61920" y="2644480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27E510C0-BDB1-BA12-6A96-F15877FDB6EB}"/>
                  </a:ext>
                </a:extLst>
              </p14:cNvPr>
              <p14:cNvContentPartPr/>
              <p14:nvPr/>
            </p14:nvContentPartPr>
            <p14:xfrm>
              <a:off x="6593560" y="1473040"/>
              <a:ext cx="1351800" cy="78300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27E510C0-BDB1-BA12-6A96-F15877FDB6EB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503560" y="1293040"/>
                <a:ext cx="1531440" cy="11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EE4C5520-934C-6EE5-CA05-AB6ACE54EFEB}"/>
                  </a:ext>
                </a:extLst>
              </p14:cNvPr>
              <p14:cNvContentPartPr/>
              <p14:nvPr/>
            </p14:nvContentPartPr>
            <p14:xfrm>
              <a:off x="701080" y="3035440"/>
              <a:ext cx="1742760" cy="1296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EE4C5520-934C-6EE5-CA05-AB6ACE54EFEB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11440" y="2855800"/>
                <a:ext cx="1922400" cy="37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F860AEA0-3020-AFEB-B88A-560CE2A5E6FB}"/>
                  </a:ext>
                </a:extLst>
              </p14:cNvPr>
              <p14:cNvContentPartPr/>
              <p14:nvPr/>
            </p14:nvContentPartPr>
            <p14:xfrm>
              <a:off x="2469040" y="3048040"/>
              <a:ext cx="360" cy="36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F860AEA0-3020-AFEB-B88A-560CE2A5E6F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79040" y="2868040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7AE53007-6694-EFAA-CEBD-0580C0036733}"/>
                  </a:ext>
                </a:extLst>
              </p14:cNvPr>
              <p14:cNvContentPartPr/>
              <p14:nvPr/>
            </p14:nvContentPartPr>
            <p14:xfrm>
              <a:off x="7965520" y="1384120"/>
              <a:ext cx="1480680" cy="158256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7AE53007-6694-EFAA-CEBD-0580C003673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875520" y="1204480"/>
                <a:ext cx="1660320" cy="194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CA4A5204-47E2-C34B-800D-BF80A8C97E86}"/>
                  </a:ext>
                </a:extLst>
              </p14:cNvPr>
              <p14:cNvContentPartPr/>
              <p14:nvPr/>
            </p14:nvContentPartPr>
            <p14:xfrm>
              <a:off x="690280" y="3311920"/>
              <a:ext cx="1758240" cy="14220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CA4A5204-47E2-C34B-800D-BF80A8C97E8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00640" y="3131920"/>
                <a:ext cx="1937880" cy="50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4225EAAA-B47E-5466-05A0-5C50F2759D06}"/>
                  </a:ext>
                </a:extLst>
              </p14:cNvPr>
              <p14:cNvContentPartPr/>
              <p14:nvPr/>
            </p14:nvContentPartPr>
            <p14:xfrm>
              <a:off x="3098680" y="3433960"/>
              <a:ext cx="360" cy="36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4225EAAA-B47E-5466-05A0-5C50F2759D0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009040" y="3253960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33961FBD-43F8-0FEF-0916-15DAF40EC041}"/>
                  </a:ext>
                </a:extLst>
              </p14:cNvPr>
              <p14:cNvContentPartPr/>
              <p14:nvPr/>
            </p14:nvContentPartPr>
            <p14:xfrm>
              <a:off x="-436880" y="2743120"/>
              <a:ext cx="55800" cy="6696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33961FBD-43F8-0FEF-0916-15DAF40EC041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-526880" y="2563480"/>
                <a:ext cx="235440" cy="42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C09D9E58-E285-F47E-844B-3CCEDB50AA70}"/>
                  </a:ext>
                </a:extLst>
              </p14:cNvPr>
              <p14:cNvContentPartPr/>
              <p14:nvPr/>
            </p14:nvContentPartPr>
            <p14:xfrm>
              <a:off x="436480" y="3807640"/>
              <a:ext cx="2021040" cy="8604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C09D9E58-E285-F47E-844B-3CCEDB50AA70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346840" y="3628000"/>
                <a:ext cx="2200680" cy="44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70DBC8B6-3A6C-B508-BC1E-8371AE21A787}"/>
                  </a:ext>
                </a:extLst>
              </p14:cNvPr>
              <p14:cNvContentPartPr/>
              <p14:nvPr/>
            </p14:nvContentPartPr>
            <p14:xfrm>
              <a:off x="2469040" y="3860560"/>
              <a:ext cx="360" cy="36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70DBC8B6-3A6C-B508-BC1E-8371AE21A787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2379040" y="3680920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8BA746BD-ECBB-A7AD-7978-55E9A0F4F2F8}"/>
                  </a:ext>
                </a:extLst>
              </p14:cNvPr>
              <p14:cNvContentPartPr/>
              <p14:nvPr/>
            </p14:nvContentPartPr>
            <p14:xfrm>
              <a:off x="9641680" y="2248480"/>
              <a:ext cx="942120" cy="68796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8BA746BD-ECBB-A7AD-7978-55E9A0F4F2F8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9551680" y="2068480"/>
                <a:ext cx="1121760" cy="104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774B7527-3B08-8818-3F36-BE9D7AD57F6A}"/>
                  </a:ext>
                </a:extLst>
              </p14:cNvPr>
              <p14:cNvContentPartPr/>
              <p14:nvPr/>
            </p14:nvContentPartPr>
            <p14:xfrm>
              <a:off x="10627000" y="2214640"/>
              <a:ext cx="360" cy="36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774B7527-3B08-8818-3F36-BE9D7AD57F6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537360" y="2035000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D03BEB41-438F-7276-DD6B-035462F7DE4E}"/>
                  </a:ext>
                </a:extLst>
              </p14:cNvPr>
              <p14:cNvContentPartPr/>
              <p14:nvPr/>
            </p14:nvContentPartPr>
            <p14:xfrm>
              <a:off x="650320" y="4113280"/>
              <a:ext cx="1804320" cy="16416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D03BEB41-438F-7276-DD6B-035462F7DE4E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60320" y="3933640"/>
                <a:ext cx="1983960" cy="52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8A282D0D-4566-7399-3D22-1A8DE5A8D4E5}"/>
                  </a:ext>
                </a:extLst>
              </p14:cNvPr>
              <p14:cNvContentPartPr/>
              <p14:nvPr/>
            </p14:nvContentPartPr>
            <p14:xfrm>
              <a:off x="2479120" y="4246480"/>
              <a:ext cx="360" cy="36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8A282D0D-4566-7399-3D22-1A8DE5A8D4E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89120" y="4066840"/>
                <a:ext cx="180000" cy="36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121722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369F7-511A-8B53-5352-0A8619559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ho đồ thị có trọng số như Hình 16.   a) Tính độ dài các đường đi ABCD, MBNCP. b) Chỉ ra ba đường đi khác nhau từ M đến N và tính độ dài của chúng. c) MBC có phải là đường đi ngắn nhất từ M đến C không? (ảnh 1)">
            <a:extLst>
              <a:ext uri="{FF2B5EF4-FFF2-40B4-BE49-F238E27FC236}">
                <a16:creationId xmlns:a16="http://schemas.microsoft.com/office/drawing/2014/main" id="{20D39C6B-69EA-D8B7-C51C-A6F842A90E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619666"/>
            <a:ext cx="10651607" cy="5618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3682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16A5C-B3BF-775E-E53B-BDAD0E80D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18055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A76BD-6255-502B-0F6E-BF4838589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06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3A04B-3B07-3C04-A900-1599D3419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87192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E6D21-4F41-A5D5-4E9A-1A5EC62CC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67767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CB544-976B-E86D-592A-332C5C900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27649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121AC-5477-051A-D733-FFAEA918A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91444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50390-637B-45DB-545B-1DD0C0857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96789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86</TotalTime>
  <Words>264</Words>
  <Application>Microsoft Office PowerPoint</Application>
  <PresentationFormat>Widescreen</PresentationFormat>
  <Paragraphs>152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Calibri</vt:lpstr>
      <vt:lpstr>Calisto MT</vt:lpstr>
      <vt:lpstr>Symbol</vt:lpstr>
      <vt:lpstr>Wingdings</vt:lpstr>
      <vt:lpstr>Wingdings 2</vt:lpstr>
      <vt:lpstr>Slate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 Nhat Tung</dc:creator>
  <cp:lastModifiedBy>Le Nhat Tung</cp:lastModifiedBy>
  <cp:revision>3</cp:revision>
  <dcterms:created xsi:type="dcterms:W3CDTF">2025-10-29T02:58:47Z</dcterms:created>
  <dcterms:modified xsi:type="dcterms:W3CDTF">2025-10-29T04:25:28Z</dcterms:modified>
</cp:coreProperties>
</file>